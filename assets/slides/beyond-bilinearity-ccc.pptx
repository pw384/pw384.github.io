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3"/>
  </p:notesMasterIdLst>
  <p:handoutMasterIdLst>
    <p:handoutMasterId r:id="rId104"/>
  </p:handoutMasterIdLst>
  <p:sldIdLst>
    <p:sldId id="256" r:id="rId2"/>
    <p:sldId id="283" r:id="rId3"/>
    <p:sldId id="383" r:id="rId4"/>
    <p:sldId id="389" r:id="rId5"/>
    <p:sldId id="388" r:id="rId6"/>
    <p:sldId id="390" r:id="rId7"/>
    <p:sldId id="401" r:id="rId8"/>
    <p:sldId id="402" r:id="rId9"/>
    <p:sldId id="392" r:id="rId10"/>
    <p:sldId id="395" r:id="rId11"/>
    <p:sldId id="396" r:id="rId12"/>
    <p:sldId id="376" r:id="rId13"/>
    <p:sldId id="399" r:id="rId14"/>
    <p:sldId id="285" r:id="rId15"/>
    <p:sldId id="400" r:id="rId16"/>
    <p:sldId id="284" r:id="rId17"/>
    <p:sldId id="287" r:id="rId18"/>
    <p:sldId id="297" r:id="rId19"/>
    <p:sldId id="294" r:id="rId20"/>
    <p:sldId id="293" r:id="rId21"/>
    <p:sldId id="299" r:id="rId22"/>
    <p:sldId id="307" r:id="rId23"/>
    <p:sldId id="300" r:id="rId24"/>
    <p:sldId id="301" r:id="rId25"/>
    <p:sldId id="302" r:id="rId26"/>
    <p:sldId id="303" r:id="rId27"/>
    <p:sldId id="304" r:id="rId28"/>
    <p:sldId id="309" r:id="rId29"/>
    <p:sldId id="308" r:id="rId30"/>
    <p:sldId id="310" r:id="rId31"/>
    <p:sldId id="312" r:id="rId32"/>
    <p:sldId id="313" r:id="rId33"/>
    <p:sldId id="314" r:id="rId34"/>
    <p:sldId id="315" r:id="rId35"/>
    <p:sldId id="316" r:id="rId36"/>
    <p:sldId id="318" r:id="rId37"/>
    <p:sldId id="319" r:id="rId38"/>
    <p:sldId id="317" r:id="rId39"/>
    <p:sldId id="320" r:id="rId40"/>
    <p:sldId id="321" r:id="rId41"/>
    <p:sldId id="324" r:id="rId42"/>
    <p:sldId id="323" r:id="rId43"/>
    <p:sldId id="325" r:id="rId44"/>
    <p:sldId id="326" r:id="rId45"/>
    <p:sldId id="327" r:id="rId46"/>
    <p:sldId id="328" r:id="rId47"/>
    <p:sldId id="331" r:id="rId48"/>
    <p:sldId id="332" r:id="rId49"/>
    <p:sldId id="334" r:id="rId50"/>
    <p:sldId id="335" r:id="rId51"/>
    <p:sldId id="336" r:id="rId52"/>
    <p:sldId id="405" r:id="rId53"/>
    <p:sldId id="407" r:id="rId54"/>
    <p:sldId id="408" r:id="rId55"/>
    <p:sldId id="409" r:id="rId56"/>
    <p:sldId id="411" r:id="rId57"/>
    <p:sldId id="338" r:id="rId58"/>
    <p:sldId id="348" r:id="rId59"/>
    <p:sldId id="339" r:id="rId60"/>
    <p:sldId id="337" r:id="rId61"/>
    <p:sldId id="341" r:id="rId62"/>
    <p:sldId id="340" r:id="rId63"/>
    <p:sldId id="343" r:id="rId64"/>
    <p:sldId id="342" r:id="rId65"/>
    <p:sldId id="344" r:id="rId66"/>
    <p:sldId id="346" r:id="rId67"/>
    <p:sldId id="347" r:id="rId68"/>
    <p:sldId id="349" r:id="rId69"/>
    <p:sldId id="351" r:id="rId70"/>
    <p:sldId id="377" r:id="rId71"/>
    <p:sldId id="350" r:id="rId72"/>
    <p:sldId id="352" r:id="rId73"/>
    <p:sldId id="353" r:id="rId74"/>
    <p:sldId id="354" r:id="rId75"/>
    <p:sldId id="355" r:id="rId76"/>
    <p:sldId id="357" r:id="rId77"/>
    <p:sldId id="356" r:id="rId78"/>
    <p:sldId id="359" r:id="rId79"/>
    <p:sldId id="358" r:id="rId80"/>
    <p:sldId id="365" r:id="rId81"/>
    <p:sldId id="360" r:id="rId82"/>
    <p:sldId id="361" r:id="rId83"/>
    <p:sldId id="363" r:id="rId84"/>
    <p:sldId id="364" r:id="rId85"/>
    <p:sldId id="369" r:id="rId86"/>
    <p:sldId id="371" r:id="rId87"/>
    <p:sldId id="381" r:id="rId88"/>
    <p:sldId id="380" r:id="rId89"/>
    <p:sldId id="379" r:id="rId90"/>
    <p:sldId id="382" r:id="rId91"/>
    <p:sldId id="345" r:id="rId92"/>
    <p:sldId id="322" r:id="rId93"/>
    <p:sldId id="412" r:id="rId94"/>
    <p:sldId id="413" r:id="rId95"/>
    <p:sldId id="414" r:id="rId96"/>
    <p:sldId id="415" r:id="rId97"/>
    <p:sldId id="416" r:id="rId98"/>
    <p:sldId id="417" r:id="rId99"/>
    <p:sldId id="387" r:id="rId100"/>
    <p:sldId id="397" r:id="rId101"/>
    <p:sldId id="398" r:id="rId10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8AD93D-F2CF-4E64-8E52-6120297B4927}">
          <p14:sldIdLst>
            <p14:sldId id="256"/>
            <p14:sldId id="283"/>
            <p14:sldId id="383"/>
            <p14:sldId id="389"/>
            <p14:sldId id="388"/>
            <p14:sldId id="390"/>
            <p14:sldId id="401"/>
            <p14:sldId id="402"/>
            <p14:sldId id="392"/>
            <p14:sldId id="395"/>
            <p14:sldId id="396"/>
            <p14:sldId id="376"/>
            <p14:sldId id="399"/>
            <p14:sldId id="285"/>
            <p14:sldId id="400"/>
            <p14:sldId id="284"/>
            <p14:sldId id="287"/>
            <p14:sldId id="297"/>
            <p14:sldId id="294"/>
            <p14:sldId id="293"/>
            <p14:sldId id="299"/>
            <p14:sldId id="307"/>
            <p14:sldId id="300"/>
            <p14:sldId id="301"/>
            <p14:sldId id="302"/>
            <p14:sldId id="303"/>
            <p14:sldId id="304"/>
            <p14:sldId id="309"/>
            <p14:sldId id="308"/>
            <p14:sldId id="310"/>
            <p14:sldId id="312"/>
            <p14:sldId id="313"/>
            <p14:sldId id="314"/>
            <p14:sldId id="315"/>
            <p14:sldId id="316"/>
            <p14:sldId id="318"/>
            <p14:sldId id="319"/>
            <p14:sldId id="317"/>
            <p14:sldId id="320"/>
            <p14:sldId id="321"/>
            <p14:sldId id="324"/>
            <p14:sldId id="323"/>
            <p14:sldId id="325"/>
            <p14:sldId id="326"/>
            <p14:sldId id="327"/>
            <p14:sldId id="328"/>
            <p14:sldId id="331"/>
            <p14:sldId id="332"/>
            <p14:sldId id="334"/>
            <p14:sldId id="335"/>
            <p14:sldId id="336"/>
            <p14:sldId id="405"/>
            <p14:sldId id="407"/>
            <p14:sldId id="408"/>
            <p14:sldId id="409"/>
            <p14:sldId id="411"/>
            <p14:sldId id="338"/>
            <p14:sldId id="348"/>
            <p14:sldId id="339"/>
            <p14:sldId id="337"/>
            <p14:sldId id="341"/>
            <p14:sldId id="340"/>
            <p14:sldId id="343"/>
            <p14:sldId id="342"/>
            <p14:sldId id="344"/>
            <p14:sldId id="346"/>
            <p14:sldId id="347"/>
            <p14:sldId id="349"/>
            <p14:sldId id="351"/>
            <p14:sldId id="377"/>
            <p14:sldId id="350"/>
            <p14:sldId id="352"/>
            <p14:sldId id="353"/>
            <p14:sldId id="354"/>
            <p14:sldId id="355"/>
            <p14:sldId id="357"/>
            <p14:sldId id="356"/>
            <p14:sldId id="359"/>
            <p14:sldId id="358"/>
            <p14:sldId id="365"/>
            <p14:sldId id="360"/>
            <p14:sldId id="361"/>
            <p14:sldId id="363"/>
            <p14:sldId id="364"/>
            <p14:sldId id="369"/>
            <p14:sldId id="371"/>
            <p14:sldId id="381"/>
            <p14:sldId id="380"/>
            <p14:sldId id="379"/>
            <p14:sldId id="382"/>
            <p14:sldId id="345"/>
            <p14:sldId id="322"/>
            <p14:sldId id="412"/>
            <p14:sldId id="413"/>
            <p14:sldId id="414"/>
            <p14:sldId id="415"/>
            <p14:sldId id="416"/>
            <p14:sldId id="417"/>
            <p14:sldId id="387"/>
          </p14:sldIdLst>
        </p14:section>
        <p14:section name="unused slides" id="{C1B381AC-F578-48A3-A228-E083F887A482}">
          <p14:sldIdLst>
            <p14:sldId id="397"/>
            <p14:sldId id="39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F7FF"/>
    <a:srgbClr val="FFFFFF"/>
    <a:srgbClr val="DCF3FE"/>
    <a:srgbClr val="0000FF"/>
    <a:srgbClr val="B9E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9" autoAdjust="0"/>
  </p:normalViewPr>
  <p:slideViewPr>
    <p:cSldViewPr>
      <p:cViewPr varScale="1">
        <p:scale>
          <a:sx n="82" d="100"/>
          <a:sy n="82" d="100"/>
        </p:scale>
        <p:origin x="158" y="48"/>
      </p:cViewPr>
      <p:guideLst>
        <p:guide orient="horz" pos="2160"/>
        <p:guide pos="3840"/>
      </p:guideLst>
    </p:cSldViewPr>
  </p:slideViewPr>
  <p:notesTextViewPr>
    <p:cViewPr>
      <p:scale>
        <a:sx n="1" d="1"/>
        <a:sy n="1" d="1"/>
      </p:scale>
      <p:origin x="0" y="0"/>
    </p:cViewPr>
  </p:notesTextViewPr>
  <p:notesViewPr>
    <p:cSldViewPr>
      <p:cViewPr varScale="1">
        <p:scale>
          <a:sx n="62" d="100"/>
          <a:sy n="62" d="100"/>
        </p:scale>
        <p:origin x="3226" y="77"/>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9F0B88-8EE4-0078-4AE1-0AD3374EFA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003C3AA-BF5B-7571-9D5E-667CAD04F7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EEFABC-62CA-47C4-AF5D-72EEB8852A77}" type="datetimeFigureOut">
              <a:rPr lang="en-GB" smtClean="0"/>
              <a:t>05/08/2026</a:t>
            </a:fld>
            <a:endParaRPr lang="en-GB"/>
          </a:p>
        </p:txBody>
      </p:sp>
      <p:sp>
        <p:nvSpPr>
          <p:cNvPr id="4" name="Footer Placeholder 3">
            <a:extLst>
              <a:ext uri="{FF2B5EF4-FFF2-40B4-BE49-F238E27FC236}">
                <a16:creationId xmlns:a16="http://schemas.microsoft.com/office/drawing/2014/main" id="{2927D3BD-3FD4-B317-7826-568DA02D61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8511EE1-352C-29EA-0487-A5D59CE91A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C4B8CF-3171-4514-B346-B8A16A4742A3}" type="slidenum">
              <a:rPr lang="en-GB" smtClean="0"/>
              <a:t>‹#›</a:t>
            </a:fld>
            <a:endParaRPr lang="en-GB"/>
          </a:p>
        </p:txBody>
      </p:sp>
    </p:spTree>
    <p:extLst>
      <p:ext uri="{BB962C8B-B14F-4D97-AF65-F5344CB8AC3E}">
        <p14:creationId xmlns:p14="http://schemas.microsoft.com/office/powerpoint/2010/main" val="32945448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3EA7C-5B4F-406C-9291-A554E91B63D6}" type="datetimeFigureOut">
              <a:rPr lang="en-GB" smtClean="0"/>
              <a:t>05/08/2026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2ED05F-D400-4467-945C-940E422C2FFC}" type="slidenum">
              <a:rPr lang="en-GB" smtClean="0"/>
              <a:t>‹#›</a:t>
            </a:fld>
            <a:endParaRPr lang="en-GB"/>
          </a:p>
        </p:txBody>
      </p:sp>
    </p:spTree>
    <p:extLst>
      <p:ext uri="{BB962C8B-B14F-4D97-AF65-F5344CB8AC3E}">
        <p14:creationId xmlns:p14="http://schemas.microsoft.com/office/powerpoint/2010/main" val="3596583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is to build large, structural tensors</a:t>
            </a:r>
            <a:endParaRPr lang="en-GB" dirty="0"/>
          </a:p>
        </p:txBody>
      </p:sp>
      <p:sp>
        <p:nvSpPr>
          <p:cNvPr id="4" name="Slide Number Placeholder 3"/>
          <p:cNvSpPr>
            <a:spLocks noGrp="1"/>
          </p:cNvSpPr>
          <p:nvPr>
            <p:ph type="sldNum" sz="quarter" idx="5"/>
          </p:nvPr>
        </p:nvSpPr>
        <p:spPr/>
        <p:txBody>
          <a:bodyPr/>
          <a:lstStyle/>
          <a:p>
            <a:fld id="{2A2ED05F-D400-4467-945C-940E422C2FFC}" type="slidenum">
              <a:rPr lang="en-GB" smtClean="0"/>
              <a:t>17</a:t>
            </a:fld>
            <a:endParaRPr lang="en-GB"/>
          </a:p>
        </p:txBody>
      </p:sp>
    </p:spTree>
    <p:extLst>
      <p:ext uri="{BB962C8B-B14F-4D97-AF65-F5344CB8AC3E}">
        <p14:creationId xmlns:p14="http://schemas.microsoft.com/office/powerpoint/2010/main" val="3096934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results” in the upcoming few slides</a:t>
            </a:r>
            <a:endParaRPr lang="en-GB" dirty="0"/>
          </a:p>
        </p:txBody>
      </p:sp>
      <p:sp>
        <p:nvSpPr>
          <p:cNvPr id="4" name="Slide Number Placeholder 3"/>
          <p:cNvSpPr>
            <a:spLocks noGrp="1"/>
          </p:cNvSpPr>
          <p:nvPr>
            <p:ph type="sldNum" sz="quarter" idx="5"/>
          </p:nvPr>
        </p:nvSpPr>
        <p:spPr/>
        <p:txBody>
          <a:bodyPr/>
          <a:lstStyle/>
          <a:p>
            <a:fld id="{2A2ED05F-D400-4467-945C-940E422C2FFC}" type="slidenum">
              <a:rPr lang="en-GB" smtClean="0"/>
              <a:t>51</a:t>
            </a:fld>
            <a:endParaRPr lang="en-GB"/>
          </a:p>
        </p:txBody>
      </p:sp>
    </p:spTree>
    <p:extLst>
      <p:ext uri="{BB962C8B-B14F-4D97-AF65-F5344CB8AC3E}">
        <p14:creationId xmlns:p14="http://schemas.microsoft.com/office/powerpoint/2010/main" val="2945355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part of the talk”</a:t>
            </a:r>
            <a:endParaRPr lang="en-GB" dirty="0"/>
          </a:p>
        </p:txBody>
      </p:sp>
      <p:sp>
        <p:nvSpPr>
          <p:cNvPr id="4" name="Slide Number Placeholder 3"/>
          <p:cNvSpPr>
            <a:spLocks noGrp="1"/>
          </p:cNvSpPr>
          <p:nvPr>
            <p:ph type="sldNum" sz="quarter" idx="5"/>
          </p:nvPr>
        </p:nvSpPr>
        <p:spPr/>
        <p:txBody>
          <a:bodyPr/>
          <a:lstStyle/>
          <a:p>
            <a:fld id="{2A2ED05F-D400-4467-945C-940E422C2FFC}" type="slidenum">
              <a:rPr lang="en-GB" smtClean="0"/>
              <a:t>57</a:t>
            </a:fld>
            <a:endParaRPr lang="en-GB"/>
          </a:p>
        </p:txBody>
      </p:sp>
    </p:spTree>
    <p:extLst>
      <p:ext uri="{BB962C8B-B14F-4D97-AF65-F5344CB8AC3E}">
        <p14:creationId xmlns:p14="http://schemas.microsoft.com/office/powerpoint/2010/main" val="285265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a:t>
            </a:r>
            <a:endParaRPr lang="en-GB" dirty="0"/>
          </a:p>
        </p:txBody>
      </p:sp>
      <p:sp>
        <p:nvSpPr>
          <p:cNvPr id="4" name="Slide Number Placeholder 3"/>
          <p:cNvSpPr>
            <a:spLocks noGrp="1"/>
          </p:cNvSpPr>
          <p:nvPr>
            <p:ph type="sldNum" sz="quarter" idx="5"/>
          </p:nvPr>
        </p:nvSpPr>
        <p:spPr/>
        <p:txBody>
          <a:bodyPr/>
          <a:lstStyle/>
          <a:p>
            <a:fld id="{2A2ED05F-D400-4467-945C-940E422C2FFC}" type="slidenum">
              <a:rPr lang="en-GB" smtClean="0"/>
              <a:t>91</a:t>
            </a:fld>
            <a:endParaRPr lang="en-GB"/>
          </a:p>
        </p:txBody>
      </p:sp>
    </p:spTree>
    <p:extLst>
      <p:ext uri="{BB962C8B-B14F-4D97-AF65-F5344CB8AC3E}">
        <p14:creationId xmlns:p14="http://schemas.microsoft.com/office/powerpoint/2010/main" val="2722699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DCE2-B3C9-C059-3922-AC0D489E62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80C258B-E565-8093-0ED8-CD781261CD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AFFB6F5-9765-8642-53FA-865095879BCA}"/>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CF9C01CF-D6D2-31F7-8A14-9A0CD6E44A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1A61FC-796C-25AB-9969-44CCBDDABD19}"/>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5047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0C91-25EC-DEAD-5CDB-F666351B848C}"/>
              </a:ext>
            </a:extLst>
          </p:cNvPr>
          <p:cNvSpPr>
            <a:spLocks noGrp="1"/>
          </p:cNvSpPr>
          <p:nvPr>
            <p:ph type="title"/>
          </p:nvPr>
        </p:nvSpPr>
        <p:spPr/>
        <p:txBody>
          <a:bodyPr>
            <a:normAutofit/>
          </a:bodyPr>
          <a:lstStyle>
            <a:lvl1pPr>
              <a:defRPr sz="5400" b="1"/>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B450454C-89A5-715E-CDA1-CDCB6D03D6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CD656A8-72F9-9A4D-AE64-F2E015A65119}"/>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83BA16AE-658A-D279-EBCE-6DDF831A27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206496-02DB-3B01-CBA4-5C6A9E31CD53}"/>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13863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8943-0774-81D9-141B-83CDBDF871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0264289-CEF5-6692-CC55-D96D7322BF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6503B4-7B96-C0BE-AE63-4AE8B57A8D2E}"/>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72D3D2C1-BFC7-E3DA-C9BD-00D2B8B19A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968DBD-5256-CDFA-9FC9-8E549F150EB4}"/>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893646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64FD-D5C8-E7AE-578F-76C06A277733}"/>
              </a:ext>
            </a:extLst>
          </p:cNvPr>
          <p:cNvSpPr>
            <a:spLocks noGrp="1"/>
          </p:cNvSpPr>
          <p:nvPr>
            <p:ph type="title"/>
          </p:nvPr>
        </p:nvSpPr>
        <p:spPr/>
        <p:txBody>
          <a:bodyPr>
            <a:normAutofit/>
          </a:bodyPr>
          <a:lstStyle>
            <a:lvl1pPr>
              <a:defRPr sz="5400" b="1"/>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4A32427-F3D1-493B-0F3F-9D855A64E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C3AC3D6-50C0-F301-CEE8-9380BD6E58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99934B-C9E8-83B9-FA97-0F38B423F18E}"/>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6" name="Footer Placeholder 5">
            <a:extLst>
              <a:ext uri="{FF2B5EF4-FFF2-40B4-BE49-F238E27FC236}">
                <a16:creationId xmlns:a16="http://schemas.microsoft.com/office/drawing/2014/main" id="{43A335E9-796E-CB1C-0A70-596D7D5853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D4E98F-962A-ABE6-31E4-343F713CACB8}"/>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3388493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CB66-8562-ED6B-D64A-26FD5F9B5462}"/>
              </a:ext>
            </a:extLst>
          </p:cNvPr>
          <p:cNvSpPr>
            <a:spLocks noGrp="1"/>
          </p:cNvSpPr>
          <p:nvPr>
            <p:ph type="title"/>
          </p:nvPr>
        </p:nvSpPr>
        <p:spPr>
          <a:xfrm>
            <a:off x="839788" y="365125"/>
            <a:ext cx="10515600" cy="1325563"/>
          </a:xfrm>
        </p:spPr>
        <p:txBody>
          <a:bodyPr>
            <a:normAutofit/>
          </a:bodyPr>
          <a:lstStyle>
            <a:lvl1pPr>
              <a:defRPr sz="5400" b="1"/>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E5190290-C35D-A8CC-EB9D-1DC1D62C24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1513A4-4FD6-4D97-41CE-57FBE29D96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9D3AA2D-B269-0A4D-224D-9E0F400FBE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E54AE2-CD7A-C778-8234-7791141D3B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DD713D-0A0F-3BE6-EB45-7452F1CE71B5}"/>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8" name="Footer Placeholder 7">
            <a:extLst>
              <a:ext uri="{FF2B5EF4-FFF2-40B4-BE49-F238E27FC236}">
                <a16:creationId xmlns:a16="http://schemas.microsoft.com/office/drawing/2014/main" id="{58781E1F-D251-1E91-517A-600069E7B76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F5612F4-002C-F527-DFE9-F6C51D789ECB}"/>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3420592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A165-7AEF-AACB-83EB-9EF40DDA0D9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9A7C89F-B601-1DF6-1A4A-F702CBD9AA13}"/>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4" name="Footer Placeholder 3">
            <a:extLst>
              <a:ext uri="{FF2B5EF4-FFF2-40B4-BE49-F238E27FC236}">
                <a16:creationId xmlns:a16="http://schemas.microsoft.com/office/drawing/2014/main" id="{B6AC2803-2EA1-D8A2-A3DE-D4F058A82E8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EC3D8B9-6292-3AE3-F8AC-2740F79309E2}"/>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3702049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674B9D-663B-E316-A6F6-B732FBC9E122}"/>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3" name="Footer Placeholder 2">
            <a:extLst>
              <a:ext uri="{FF2B5EF4-FFF2-40B4-BE49-F238E27FC236}">
                <a16:creationId xmlns:a16="http://schemas.microsoft.com/office/drawing/2014/main" id="{E9476E89-B512-912A-629C-98CA14EE7CF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44BD03-933E-97AE-8D1D-A36B69E730D8}"/>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871546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4C19-ECB8-E784-12BF-1A76753E2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BFEC21D-D9ED-D480-4BE5-D1C10DAE75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CA6B6B7-E8B8-3CE5-C8F0-29135DB3DE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07A59F-17AC-F47F-27B4-8E774BE2CC72}"/>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6" name="Footer Placeholder 5">
            <a:extLst>
              <a:ext uri="{FF2B5EF4-FFF2-40B4-BE49-F238E27FC236}">
                <a16:creationId xmlns:a16="http://schemas.microsoft.com/office/drawing/2014/main" id="{7730359D-BD2E-E32E-39D1-7319327286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CF8B90-91AF-D043-36C1-796A88CDBBFB}"/>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3234149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EB14-8B27-2573-5327-1467FEADBF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3AF450-56FF-A8BE-2559-5607B1980D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2C7641-CE56-DDF9-0389-393F44923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B81578-AFD6-3C11-B1C5-F284AA207B54}"/>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6" name="Footer Placeholder 5">
            <a:extLst>
              <a:ext uri="{FF2B5EF4-FFF2-40B4-BE49-F238E27FC236}">
                <a16:creationId xmlns:a16="http://schemas.microsoft.com/office/drawing/2014/main" id="{340EDCE7-0DC6-7DE8-580C-EF0DB74BB11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40A82D-043E-0088-3A80-B24EB348EA0C}"/>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11191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CDB5B-85CB-3C4D-0036-DF3FC967A835}"/>
              </a:ext>
            </a:extLst>
          </p:cNvPr>
          <p:cNvSpPr>
            <a:spLocks noGrp="1"/>
          </p:cNvSpPr>
          <p:nvPr>
            <p:ph type="title"/>
          </p:nvPr>
        </p:nvSpPr>
        <p:spPr/>
        <p:txBody>
          <a:bodyPr>
            <a:normAutofit/>
          </a:bodyPr>
          <a:lstStyle>
            <a:lvl1pPr>
              <a:defRPr sz="5400" b="1"/>
            </a:lvl1pPr>
          </a:lstStyle>
          <a:p>
            <a:r>
              <a:rPr lang="en-US" dirty="0"/>
              <a:t>Click to edit Master title style</a:t>
            </a:r>
            <a:endParaRPr lang="en-GB" dirty="0"/>
          </a:p>
        </p:txBody>
      </p:sp>
      <p:sp>
        <p:nvSpPr>
          <p:cNvPr id="3" name="Vertical Text Placeholder 2">
            <a:extLst>
              <a:ext uri="{FF2B5EF4-FFF2-40B4-BE49-F238E27FC236}">
                <a16:creationId xmlns:a16="http://schemas.microsoft.com/office/drawing/2014/main" id="{A505DE5E-88D2-419F-0D9D-124E9C3D70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98E98F-E948-A4D3-E811-75C80BEF441A}"/>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BAA27682-548A-2490-DAD6-494967A114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38680A-BE70-505F-4120-EE4F2C1A1F3D}"/>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4049928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0697CD-6B89-3D79-288C-A901813FFC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B941687-C142-4BC8-866A-6ABE9F31CF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3D37B5-F030-070A-AE5A-943ADE85CC73}"/>
              </a:ext>
            </a:extLst>
          </p:cNvPr>
          <p:cNvSpPr>
            <a:spLocks noGrp="1"/>
          </p:cNvSpPr>
          <p:nvPr>
            <p:ph type="dt" sz="half" idx="10"/>
          </p:nvPr>
        </p:nvSpPr>
        <p:spPr/>
        <p:txBody>
          <a:body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C98A2583-9806-0762-1DB3-241A9F1519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EF8DF8-B520-0D53-F57A-604E5CBE3159}"/>
              </a:ext>
            </a:extLst>
          </p:cNvPr>
          <p:cNvSpPr>
            <a:spLocks noGrp="1"/>
          </p:cNvSpPr>
          <p:nvPr>
            <p:ph type="sldNum" sz="quarter" idx="12"/>
          </p:nvPr>
        </p:nvSpPr>
        <p:spPr/>
        <p:txBody>
          <a:bodyPr/>
          <a:lstStyle/>
          <a:p>
            <a:fld id="{B5709F6C-D116-4EED-AE80-CE4FE21AC911}" type="slidenum">
              <a:rPr lang="en-GB" smtClean="0"/>
              <a:t>‹#›</a:t>
            </a:fld>
            <a:endParaRPr lang="en-GB"/>
          </a:p>
        </p:txBody>
      </p:sp>
    </p:spTree>
    <p:extLst>
      <p:ext uri="{BB962C8B-B14F-4D97-AF65-F5344CB8AC3E}">
        <p14:creationId xmlns:p14="http://schemas.microsoft.com/office/powerpoint/2010/main" val="70892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5A499B-80BA-3D7B-664F-069BC7F35F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6EA0F4-3052-DE56-E5D0-FBB223761B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88587C-5350-6D5D-2C58-E38FDA2B9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D5E785-40C6-4F02-ACA3-9126A1A5050B}" type="datetimeFigureOut">
              <a:rPr lang="en-GB" smtClean="0"/>
              <a:t>05/08/2026</a:t>
            </a:fld>
            <a:endParaRPr lang="en-GB"/>
          </a:p>
        </p:txBody>
      </p:sp>
      <p:sp>
        <p:nvSpPr>
          <p:cNvPr id="5" name="Footer Placeholder 4">
            <a:extLst>
              <a:ext uri="{FF2B5EF4-FFF2-40B4-BE49-F238E27FC236}">
                <a16:creationId xmlns:a16="http://schemas.microsoft.com/office/drawing/2014/main" id="{7286CF12-A291-C513-4AC5-8567489673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9B8BFBD-362C-170E-72CD-550B61398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709F6C-D116-4EED-AE80-CE4FE21AC911}" type="slidenum">
              <a:rPr lang="en-GB" smtClean="0"/>
              <a:t>‹#›</a:t>
            </a:fld>
            <a:endParaRPr lang="en-GB"/>
          </a:p>
        </p:txBody>
      </p:sp>
    </p:spTree>
    <p:extLst>
      <p:ext uri="{BB962C8B-B14F-4D97-AF65-F5344CB8AC3E}">
        <p14:creationId xmlns:p14="http://schemas.microsoft.com/office/powerpoint/2010/main" val="452077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12.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11.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12.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12.png"/><Relationship Id="rId9" Type="http://schemas.openxmlformats.org/officeDocument/2006/relationships/image" Target="../media/image19.png"/><Relationship Id="rId1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301.png"/><Relationship Id="rId13" Type="http://schemas.openxmlformats.org/officeDocument/2006/relationships/image" Target="../media/image35.png"/><Relationship Id="rId3" Type="http://schemas.openxmlformats.org/officeDocument/2006/relationships/image" Target="../media/image1312.png"/><Relationship Id="rId7" Type="http://schemas.openxmlformats.org/officeDocument/2006/relationships/image" Target="../media/image291.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1211.png"/><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81.png"/><Relationship Id="rId11" Type="http://schemas.openxmlformats.org/officeDocument/2006/relationships/image" Target="../media/image33.png"/><Relationship Id="rId5" Type="http://schemas.openxmlformats.org/officeDocument/2006/relationships/image" Target="../media/image271.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1412.png"/><Relationship Id="rId9" Type="http://schemas.openxmlformats.org/officeDocument/2006/relationships/image" Target="../media/image31.png"/><Relationship Id="rId14" Type="http://schemas.openxmlformats.org/officeDocument/2006/relationships/image" Target="../media/image36.png"/></Relationships>
</file>

<file path=ppt/slides/_rels/slide13.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46.png"/><Relationship Id="rId3" Type="http://schemas.openxmlformats.org/officeDocument/2006/relationships/image" Target="../media/image40.png"/><Relationship Id="rId21" Type="http://schemas.openxmlformats.org/officeDocument/2006/relationships/image" Target="../media/image49.png"/><Relationship Id="rId7" Type="http://schemas.openxmlformats.org/officeDocument/2006/relationships/image" Target="../media/image44.png"/><Relationship Id="rId12" Type="http://schemas.openxmlformats.org/officeDocument/2006/relationships/image" Target="../media/image22.png"/><Relationship Id="rId17" Type="http://schemas.openxmlformats.org/officeDocument/2006/relationships/image" Target="../media/image45.png"/><Relationship Id="rId2" Type="http://schemas.openxmlformats.org/officeDocument/2006/relationships/image" Target="../media/image1211.png"/><Relationship Id="rId16" Type="http://schemas.openxmlformats.org/officeDocument/2006/relationships/image" Target="../media/image26.png"/><Relationship Id="rId20"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21.png"/><Relationship Id="rId24" Type="http://schemas.openxmlformats.org/officeDocument/2006/relationships/image" Target="../media/image52.png"/><Relationship Id="rId5" Type="http://schemas.openxmlformats.org/officeDocument/2006/relationships/image" Target="../media/image42.png"/><Relationship Id="rId15" Type="http://schemas.openxmlformats.org/officeDocument/2006/relationships/image" Target="../media/image25.png"/><Relationship Id="rId23" Type="http://schemas.openxmlformats.org/officeDocument/2006/relationships/image" Target="../media/image51.png"/><Relationship Id="rId10" Type="http://schemas.openxmlformats.org/officeDocument/2006/relationships/image" Target="../media/image20.png"/><Relationship Id="rId19"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10.png"/><Relationship Id="rId5" Type="http://schemas.openxmlformats.org/officeDocument/2006/relationships/image" Target="../media/image610.png"/><Relationship Id="rId4" Type="http://schemas.openxmlformats.org/officeDocument/2006/relationships/image" Target="../media/image511.png"/></Relationships>
</file>

<file path=ppt/slides/_rels/slide18.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810.png"/><Relationship Id="rId1" Type="http://schemas.openxmlformats.org/officeDocument/2006/relationships/slideLayout" Target="../slideLayouts/slideLayout7.xml"/><Relationship Id="rId5" Type="http://schemas.openxmlformats.org/officeDocument/2006/relationships/image" Target="../media/image1110.png"/><Relationship Id="rId4" Type="http://schemas.openxmlformats.org/officeDocument/2006/relationships/image" Target="../media/image1010.png"/></Relationships>
</file>

<file path=ppt/slides/_rels/slide19.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810.png"/><Relationship Id="rId1" Type="http://schemas.openxmlformats.org/officeDocument/2006/relationships/slideLayout" Target="../slideLayouts/slideLayout7.xml"/><Relationship Id="rId5" Type="http://schemas.openxmlformats.org/officeDocument/2006/relationships/image" Target="../media/image1110.png"/><Relationship Id="rId4" Type="http://schemas.openxmlformats.org/officeDocument/2006/relationships/image" Target="../media/image1010.png"/></Relationships>
</file>

<file path=ppt/slides/_rels/slide20.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810.png"/><Relationship Id="rId1" Type="http://schemas.openxmlformats.org/officeDocument/2006/relationships/slideLayout" Target="../slideLayouts/slideLayout7.xml"/><Relationship Id="rId5" Type="http://schemas.openxmlformats.org/officeDocument/2006/relationships/image" Target="../media/image1110.png"/><Relationship Id="rId4" Type="http://schemas.openxmlformats.org/officeDocument/2006/relationships/image" Target="../media/image1010.png"/></Relationships>
</file>

<file path=ppt/slides/_rels/slide21.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810.png"/><Relationship Id="rId1" Type="http://schemas.openxmlformats.org/officeDocument/2006/relationships/slideLayout" Target="../slideLayouts/slideLayout7.xml"/><Relationship Id="rId5" Type="http://schemas.openxmlformats.org/officeDocument/2006/relationships/image" Target="../media/image1010.png"/><Relationship Id="rId4" Type="http://schemas.openxmlformats.org/officeDocument/2006/relationships/image" Target="../media/image1110.png"/></Relationships>
</file>

<file path=ppt/slides/_rels/slide22.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410.png"/><Relationship Id="rId1" Type="http://schemas.openxmlformats.org/officeDocument/2006/relationships/slideLayout" Target="../slideLayouts/slideLayout7.xml"/><Relationship Id="rId5" Type="http://schemas.openxmlformats.org/officeDocument/2006/relationships/image" Target="../media/image710.png"/><Relationship Id="rId4" Type="http://schemas.openxmlformats.org/officeDocument/2006/relationships/image" Target="../media/image610.png"/></Relationships>
</file>

<file path=ppt/slides/_rels/slide23.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232.png"/><Relationship Id="rId3" Type="http://schemas.openxmlformats.org/officeDocument/2006/relationships/image" Target="../media/image1310.png"/><Relationship Id="rId7" Type="http://schemas.openxmlformats.org/officeDocument/2006/relationships/image" Target="../media/image1710.png"/><Relationship Id="rId12" Type="http://schemas.openxmlformats.org/officeDocument/2006/relationships/image" Target="../media/image2210.png"/><Relationship Id="rId2" Type="http://schemas.openxmlformats.org/officeDocument/2006/relationships/image" Target="../media/image1210.png"/><Relationship Id="rId1" Type="http://schemas.openxmlformats.org/officeDocument/2006/relationships/slideLayout" Target="../slideLayouts/slideLayout7.xml"/><Relationship Id="rId6" Type="http://schemas.openxmlformats.org/officeDocument/2006/relationships/image" Target="../media/image1610.png"/><Relationship Id="rId11" Type="http://schemas.openxmlformats.org/officeDocument/2006/relationships/image" Target="../media/image2110.png"/><Relationship Id="rId5" Type="http://schemas.openxmlformats.org/officeDocument/2006/relationships/image" Target="../media/image1510.png"/><Relationship Id="rId10" Type="http://schemas.openxmlformats.org/officeDocument/2006/relationships/image" Target="../media/image2010.png"/><Relationship Id="rId4" Type="http://schemas.openxmlformats.org/officeDocument/2006/relationships/image" Target="../media/image1410.png"/><Relationship Id="rId9" Type="http://schemas.openxmlformats.org/officeDocument/2006/relationships/image" Target="../media/image1910.png"/></Relationships>
</file>

<file path=ppt/slides/_rels/slide24.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40.png"/><Relationship Id="rId7" Type="http://schemas.openxmlformats.org/officeDocument/2006/relationships/image" Target="../media/image28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321.png"/><Relationship Id="rId5" Type="http://schemas.openxmlformats.org/officeDocument/2006/relationships/image" Target="../media/image260.png"/><Relationship Id="rId10" Type="http://schemas.openxmlformats.org/officeDocument/2006/relationships/image" Target="../media/image312.png"/><Relationship Id="rId4" Type="http://schemas.openxmlformats.org/officeDocument/2006/relationships/image" Target="../media/image250.png"/><Relationship Id="rId9" Type="http://schemas.openxmlformats.org/officeDocument/2006/relationships/image" Target="../media/image300.png"/></Relationships>
</file>

<file path=ppt/slides/_rels/slide25.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310.png"/><Relationship Id="rId7" Type="http://schemas.openxmlformats.org/officeDocument/2006/relationships/image" Target="../media/image28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260.png"/><Relationship Id="rId10" Type="http://schemas.openxmlformats.org/officeDocument/2006/relationships/image" Target="../media/image350.png"/><Relationship Id="rId4" Type="http://schemas.openxmlformats.org/officeDocument/2006/relationships/image" Target="../media/image250.png"/><Relationship Id="rId9" Type="http://schemas.openxmlformats.org/officeDocument/2006/relationships/image" Target="../media/image340.png"/></Relationships>
</file>

<file path=ppt/slides/_rels/slide26.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310.png"/><Relationship Id="rId7" Type="http://schemas.openxmlformats.org/officeDocument/2006/relationships/image" Target="../media/image28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260.png"/><Relationship Id="rId10" Type="http://schemas.openxmlformats.org/officeDocument/2006/relationships/image" Target="../media/image360.png"/><Relationship Id="rId4" Type="http://schemas.openxmlformats.org/officeDocument/2006/relationships/image" Target="../media/image250.png"/><Relationship Id="rId9" Type="http://schemas.openxmlformats.org/officeDocument/2006/relationships/image" Target="../media/image340.png"/></Relationships>
</file>

<file path=ppt/slides/_rels/slide27.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370.png"/><Relationship Id="rId7" Type="http://schemas.openxmlformats.org/officeDocument/2006/relationships/image" Target="../media/image32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0.png"/><Relationship Id="rId10" Type="http://schemas.openxmlformats.org/officeDocument/2006/relationships/image" Target="../media/image340.png"/><Relationship Id="rId4" Type="http://schemas.openxmlformats.org/officeDocument/2006/relationships/image" Target="../media/image310.png"/><Relationship Id="rId9" Type="http://schemas.openxmlformats.org/officeDocument/2006/relationships/image" Target="../media/image330.png"/></Relationships>
</file>

<file path=ppt/slides/_rels/slide2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7.xml"/><Relationship Id="rId5" Type="http://schemas.openxmlformats.org/officeDocument/2006/relationships/image" Target="../media/image411.png"/><Relationship Id="rId4" Type="http://schemas.openxmlformats.org/officeDocument/2006/relationships/image" Target="../media/image400.png"/></Relationships>
</file>

<file path=ppt/slides/_rels/slide3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7.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400.png"/></Relationships>
</file>

<file path=ppt/slides/_rels/slide31.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390.png"/><Relationship Id="rId7" Type="http://schemas.openxmlformats.org/officeDocument/2006/relationships/image" Target="../media/image470.png"/><Relationship Id="rId2" Type="http://schemas.openxmlformats.org/officeDocument/2006/relationships/image" Target="../media/image380.png"/><Relationship Id="rId1" Type="http://schemas.openxmlformats.org/officeDocument/2006/relationships/slideLayout" Target="../slideLayouts/slideLayout7.xml"/><Relationship Id="rId6" Type="http://schemas.openxmlformats.org/officeDocument/2006/relationships/image" Target="../media/image460.png"/><Relationship Id="rId5" Type="http://schemas.openxmlformats.org/officeDocument/2006/relationships/image" Target="../media/image450.png"/><Relationship Id="rId4" Type="http://schemas.openxmlformats.org/officeDocument/2006/relationships/image" Target="../media/image440.png"/></Relationships>
</file>

<file path=ppt/slides/_rels/slide32.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370.png"/><Relationship Id="rId7" Type="http://schemas.openxmlformats.org/officeDocument/2006/relationships/image" Target="../media/image32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0.png"/><Relationship Id="rId10" Type="http://schemas.openxmlformats.org/officeDocument/2006/relationships/image" Target="../media/image340.png"/><Relationship Id="rId4" Type="http://schemas.openxmlformats.org/officeDocument/2006/relationships/image" Target="../media/image310.png"/><Relationship Id="rId9" Type="http://schemas.openxmlformats.org/officeDocument/2006/relationships/image" Target="../media/image330.png"/></Relationships>
</file>

<file path=ppt/slides/_rels/slide33.xml.rels><?xml version="1.0" encoding="UTF-8" standalone="yes"?>
<Relationships xmlns="http://schemas.openxmlformats.org/package/2006/relationships"><Relationship Id="rId8" Type="http://schemas.openxmlformats.org/officeDocument/2006/relationships/image" Target="../media/image551.png"/><Relationship Id="rId3" Type="http://schemas.openxmlformats.org/officeDocument/2006/relationships/image" Target="../media/image501.png"/><Relationship Id="rId7" Type="http://schemas.openxmlformats.org/officeDocument/2006/relationships/image" Target="../media/image541.png"/><Relationship Id="rId2" Type="http://schemas.openxmlformats.org/officeDocument/2006/relationships/image" Target="../media/image491.png"/><Relationship Id="rId1" Type="http://schemas.openxmlformats.org/officeDocument/2006/relationships/slideLayout" Target="../slideLayouts/slideLayout7.xml"/><Relationship Id="rId6" Type="http://schemas.openxmlformats.org/officeDocument/2006/relationships/image" Target="../media/image531.png"/><Relationship Id="rId5" Type="http://schemas.openxmlformats.org/officeDocument/2006/relationships/image" Target="../media/image520.png"/><Relationship Id="rId4" Type="http://schemas.openxmlformats.org/officeDocument/2006/relationships/image" Target="../media/image512.png"/><Relationship Id="rId9" Type="http://schemas.openxmlformats.org/officeDocument/2006/relationships/image" Target="../media/image561.png"/></Relationships>
</file>

<file path=ppt/slides/_rels/slide3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00.png"/><Relationship Id="rId7" Type="http://schemas.openxmlformats.org/officeDocument/2006/relationships/image" Target="../media/image540.png"/><Relationship Id="rId2" Type="http://schemas.openxmlformats.org/officeDocument/2006/relationships/image" Target="../media/image490.png"/><Relationship Id="rId1" Type="http://schemas.openxmlformats.org/officeDocument/2006/relationships/slideLayout" Target="../slideLayouts/slideLayout7.xml"/><Relationship Id="rId6" Type="http://schemas.openxmlformats.org/officeDocument/2006/relationships/image" Target="../media/image530.png"/><Relationship Id="rId5" Type="http://schemas.openxmlformats.org/officeDocument/2006/relationships/image" Target="../media/image560.png"/><Relationship Id="rId4" Type="http://schemas.openxmlformats.org/officeDocument/2006/relationships/image" Target="../media/image510.png"/></Relationships>
</file>

<file path=ppt/slides/_rels/slide35.xml.rels><?xml version="1.0" encoding="UTF-8" standalone="yes"?>
<Relationships xmlns="http://schemas.openxmlformats.org/package/2006/relationships"><Relationship Id="rId8" Type="http://schemas.openxmlformats.org/officeDocument/2006/relationships/image" Target="../media/image551.png"/><Relationship Id="rId3" Type="http://schemas.openxmlformats.org/officeDocument/2006/relationships/image" Target="../media/image501.png"/><Relationship Id="rId7" Type="http://schemas.openxmlformats.org/officeDocument/2006/relationships/image" Target="../media/image541.png"/><Relationship Id="rId2" Type="http://schemas.openxmlformats.org/officeDocument/2006/relationships/image" Target="../media/image491.png"/><Relationship Id="rId1" Type="http://schemas.openxmlformats.org/officeDocument/2006/relationships/slideLayout" Target="../slideLayouts/slideLayout7.xml"/><Relationship Id="rId6" Type="http://schemas.openxmlformats.org/officeDocument/2006/relationships/image" Target="../media/image531.png"/><Relationship Id="rId5" Type="http://schemas.openxmlformats.org/officeDocument/2006/relationships/image" Target="../media/image520.png"/><Relationship Id="rId10" Type="http://schemas.openxmlformats.org/officeDocument/2006/relationships/image" Target="../media/image561.png"/><Relationship Id="rId4" Type="http://schemas.openxmlformats.org/officeDocument/2006/relationships/image" Target="../media/image512.png"/><Relationship Id="rId9" Type="http://schemas.openxmlformats.org/officeDocument/2006/relationships/image" Target="../media/image58.png"/></Relationships>
</file>

<file path=ppt/slides/_rels/slide3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0.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58.png"/><Relationship Id="rId5" Type="http://schemas.openxmlformats.org/officeDocument/2006/relationships/image" Target="../media/image61.png"/><Relationship Id="rId10" Type="http://schemas.openxmlformats.org/officeDocument/2006/relationships/image" Target="../media/image65.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0.png"/><Relationship Id="rId7"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9.png"/><Relationship Id="rId3" Type="http://schemas.openxmlformats.org/officeDocument/2006/relationships/image" Target="../media/image580.png"/><Relationship Id="rId7" Type="http://schemas.openxmlformats.org/officeDocument/2006/relationships/image" Target="../media/image62.png"/><Relationship Id="rId12" Type="http://schemas.openxmlformats.org/officeDocument/2006/relationships/image" Target="../media/image68.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7.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3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1.png"/><Relationship Id="rId3" Type="http://schemas.openxmlformats.org/officeDocument/2006/relationships/image" Target="../media/image580.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70.png"/><Relationship Id="rId5" Type="http://schemas.openxmlformats.org/officeDocument/2006/relationships/image" Target="../media/image60.png"/><Relationship Id="rId15" Type="http://schemas.openxmlformats.org/officeDocument/2006/relationships/image" Target="../media/image73.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59.jpeg"/></Relationships>
</file>

<file path=ppt/slides/_rels/slide40.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0.png"/><Relationship Id="rId3" Type="http://schemas.openxmlformats.org/officeDocument/2006/relationships/image" Target="../media/image580.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74.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75.png"/></Relationships>
</file>

<file path=ppt/slides/_rels/slide41.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2.png"/><Relationship Id="rId3" Type="http://schemas.openxmlformats.org/officeDocument/2006/relationships/image" Target="../media/image580.png"/><Relationship Id="rId7" Type="http://schemas.openxmlformats.org/officeDocument/2006/relationships/image" Target="../media/image62.png"/><Relationship Id="rId12" Type="http://schemas.openxmlformats.org/officeDocument/2006/relationships/image" Target="../media/image70.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7.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76.png"/></Relationships>
</file>

<file path=ppt/slides/_rels/slide4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8.png"/><Relationship Id="rId7" Type="http://schemas.openxmlformats.org/officeDocument/2006/relationships/image" Target="../media/image1710.png"/><Relationship Id="rId12" Type="http://schemas.openxmlformats.org/officeDocument/2006/relationships/image" Target="../media/image2210.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1610.png"/><Relationship Id="rId11" Type="http://schemas.openxmlformats.org/officeDocument/2006/relationships/image" Target="../media/image2110.png"/><Relationship Id="rId5" Type="http://schemas.openxmlformats.org/officeDocument/2006/relationships/image" Target="../media/image1510.png"/><Relationship Id="rId10" Type="http://schemas.openxmlformats.org/officeDocument/2006/relationships/image" Target="../media/image2010.png"/><Relationship Id="rId4" Type="http://schemas.openxmlformats.org/officeDocument/2006/relationships/image" Target="../media/image79.png"/><Relationship Id="rId9" Type="http://schemas.openxmlformats.org/officeDocument/2006/relationships/image" Target="../media/image1910.png"/></Relationships>
</file>

<file path=ppt/slides/_rels/slide4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8.png"/><Relationship Id="rId7" Type="http://schemas.openxmlformats.org/officeDocument/2006/relationships/image" Target="../media/image1710.png"/><Relationship Id="rId12" Type="http://schemas.openxmlformats.org/officeDocument/2006/relationships/image" Target="../media/image2210.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1610.png"/><Relationship Id="rId11" Type="http://schemas.openxmlformats.org/officeDocument/2006/relationships/image" Target="../media/image2110.png"/><Relationship Id="rId5" Type="http://schemas.openxmlformats.org/officeDocument/2006/relationships/image" Target="../media/image1510.png"/><Relationship Id="rId10" Type="http://schemas.openxmlformats.org/officeDocument/2006/relationships/image" Target="../media/image2010.png"/><Relationship Id="rId4" Type="http://schemas.openxmlformats.org/officeDocument/2006/relationships/image" Target="../media/image81.png"/><Relationship Id="rId9" Type="http://schemas.openxmlformats.org/officeDocument/2006/relationships/image" Target="../media/image1910.png"/></Relationships>
</file>

<file path=ppt/slides/_rels/slide4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1710.png"/><Relationship Id="rId12" Type="http://schemas.openxmlformats.org/officeDocument/2006/relationships/image" Target="../media/image2210.png"/><Relationship Id="rId2" Type="http://schemas.openxmlformats.org/officeDocument/2006/relationships/image" Target="../media/image77.png"/><Relationship Id="rId16"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1610.png"/><Relationship Id="rId11" Type="http://schemas.openxmlformats.org/officeDocument/2006/relationships/image" Target="../media/image2110.png"/><Relationship Id="rId5" Type="http://schemas.openxmlformats.org/officeDocument/2006/relationships/image" Target="../media/image1510.png"/><Relationship Id="rId15" Type="http://schemas.openxmlformats.org/officeDocument/2006/relationships/image" Target="../media/image85.png"/><Relationship Id="rId10" Type="http://schemas.openxmlformats.org/officeDocument/2006/relationships/image" Target="../media/image2010.png"/><Relationship Id="rId4" Type="http://schemas.openxmlformats.org/officeDocument/2006/relationships/image" Target="../media/image81.png"/><Relationship Id="rId9" Type="http://schemas.openxmlformats.org/officeDocument/2006/relationships/image" Target="../media/image1910.png"/><Relationship Id="rId14" Type="http://schemas.openxmlformats.org/officeDocument/2006/relationships/image" Target="../media/image84.png"/></Relationships>
</file>

<file path=ppt/slides/_rels/slide45.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1710.png"/><Relationship Id="rId12" Type="http://schemas.openxmlformats.org/officeDocument/2006/relationships/image" Target="../media/image2210.png"/><Relationship Id="rId17" Type="http://schemas.openxmlformats.org/officeDocument/2006/relationships/image" Target="../media/image87.png"/><Relationship Id="rId2" Type="http://schemas.openxmlformats.org/officeDocument/2006/relationships/image" Target="../media/image77.png"/><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1610.png"/><Relationship Id="rId11" Type="http://schemas.openxmlformats.org/officeDocument/2006/relationships/image" Target="../media/image2110.png"/><Relationship Id="rId5" Type="http://schemas.openxmlformats.org/officeDocument/2006/relationships/image" Target="../media/image1510.png"/><Relationship Id="rId15" Type="http://schemas.openxmlformats.org/officeDocument/2006/relationships/image" Target="../media/image85.png"/><Relationship Id="rId10" Type="http://schemas.openxmlformats.org/officeDocument/2006/relationships/image" Target="../media/image2010.png"/><Relationship Id="rId19"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1910.png"/><Relationship Id="rId14" Type="http://schemas.openxmlformats.org/officeDocument/2006/relationships/image" Target="../media/image84.png"/></Relationships>
</file>

<file path=ppt/slides/_rels/slide4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8.png"/><Relationship Id="rId21" Type="http://schemas.openxmlformats.org/officeDocument/2006/relationships/image" Target="../media/image95.png"/><Relationship Id="rId7" Type="http://schemas.openxmlformats.org/officeDocument/2006/relationships/image" Target="../media/image93.png"/><Relationship Id="rId12" Type="http://schemas.openxmlformats.org/officeDocument/2006/relationships/image" Target="../media/image2210.png"/><Relationship Id="rId17" Type="http://schemas.openxmlformats.org/officeDocument/2006/relationships/image" Target="../media/image87.png"/><Relationship Id="rId2" Type="http://schemas.openxmlformats.org/officeDocument/2006/relationships/image" Target="../media/image91.png"/><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2110.png"/><Relationship Id="rId5" Type="http://schemas.openxmlformats.org/officeDocument/2006/relationships/image" Target="../media/image1510.png"/><Relationship Id="rId15" Type="http://schemas.openxmlformats.org/officeDocument/2006/relationships/image" Target="../media/image85.png"/><Relationship Id="rId10" Type="http://schemas.openxmlformats.org/officeDocument/2006/relationships/image" Target="../media/image2010.png"/><Relationship Id="rId19"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94.png"/><Relationship Id="rId14" Type="http://schemas.openxmlformats.org/officeDocument/2006/relationships/image" Target="../media/image84.png"/></Relationships>
</file>

<file path=ppt/slides/_rels/slide47.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8.png"/><Relationship Id="rId21" Type="http://schemas.openxmlformats.org/officeDocument/2006/relationships/image" Target="../media/image95.png"/><Relationship Id="rId7" Type="http://schemas.openxmlformats.org/officeDocument/2006/relationships/image" Target="../media/image93.png"/><Relationship Id="rId12" Type="http://schemas.openxmlformats.org/officeDocument/2006/relationships/image" Target="../media/image2210.png"/><Relationship Id="rId17" Type="http://schemas.openxmlformats.org/officeDocument/2006/relationships/image" Target="../media/image87.png"/><Relationship Id="rId2" Type="http://schemas.openxmlformats.org/officeDocument/2006/relationships/image" Target="../media/image91.png"/><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2110.png"/><Relationship Id="rId5" Type="http://schemas.openxmlformats.org/officeDocument/2006/relationships/image" Target="../media/image1510.png"/><Relationship Id="rId15" Type="http://schemas.openxmlformats.org/officeDocument/2006/relationships/image" Target="../media/image85.png"/><Relationship Id="rId23" Type="http://schemas.openxmlformats.org/officeDocument/2006/relationships/image" Target="../media/image97.png"/><Relationship Id="rId10" Type="http://schemas.openxmlformats.org/officeDocument/2006/relationships/image" Target="../media/image2010.png"/><Relationship Id="rId19"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94.png"/><Relationship Id="rId14" Type="http://schemas.openxmlformats.org/officeDocument/2006/relationships/image" Target="../media/image84.png"/><Relationship Id="rId22" Type="http://schemas.openxmlformats.org/officeDocument/2006/relationships/image" Target="../media/image96.png"/></Relationships>
</file>

<file path=ppt/slides/_rels/slide48.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84.png"/><Relationship Id="rId3" Type="http://schemas.openxmlformats.org/officeDocument/2006/relationships/image" Target="../media/image78.png"/><Relationship Id="rId7" Type="http://schemas.openxmlformats.org/officeDocument/2006/relationships/image" Target="../media/image93.png"/><Relationship Id="rId12" Type="http://schemas.openxmlformats.org/officeDocument/2006/relationships/image" Target="../media/image83.png"/><Relationship Id="rId17" Type="http://schemas.openxmlformats.org/officeDocument/2006/relationships/image" Target="../media/image96.png"/><Relationship Id="rId2" Type="http://schemas.openxmlformats.org/officeDocument/2006/relationships/image" Target="../media/image91.png"/><Relationship Id="rId16"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2110.png"/><Relationship Id="rId5" Type="http://schemas.openxmlformats.org/officeDocument/2006/relationships/image" Target="../media/image1510.png"/><Relationship Id="rId15" Type="http://schemas.openxmlformats.org/officeDocument/2006/relationships/image" Target="../media/image88.png"/><Relationship Id="rId10" Type="http://schemas.openxmlformats.org/officeDocument/2006/relationships/image" Target="../media/image2010.png"/><Relationship Id="rId4" Type="http://schemas.openxmlformats.org/officeDocument/2006/relationships/image" Target="../media/image81.png"/><Relationship Id="rId14" Type="http://schemas.openxmlformats.org/officeDocument/2006/relationships/image" Target="../media/image87.png"/></Relationships>
</file>

<file path=ppt/slides/_rels/slide49.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50.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108.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51.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8.png"/><Relationship Id="rId18" Type="http://schemas.openxmlformats.org/officeDocument/2006/relationships/image" Target="../media/image123.png"/><Relationship Id="rId3" Type="http://schemas.openxmlformats.org/officeDocument/2006/relationships/image" Target="../media/image109.png"/><Relationship Id="rId21" Type="http://schemas.openxmlformats.org/officeDocument/2006/relationships/image" Target="../media/image126.png"/><Relationship Id="rId7" Type="http://schemas.openxmlformats.org/officeDocument/2006/relationships/image" Target="../media/image113.png"/><Relationship Id="rId12" Type="http://schemas.openxmlformats.org/officeDocument/2006/relationships/image" Target="../media/image117.png"/><Relationship Id="rId17" Type="http://schemas.openxmlformats.org/officeDocument/2006/relationships/image" Target="../media/image122.png"/><Relationship Id="rId2" Type="http://schemas.openxmlformats.org/officeDocument/2006/relationships/notesSlide" Target="../notesSlides/notesSlide2.xml"/><Relationship Id="rId16" Type="http://schemas.openxmlformats.org/officeDocument/2006/relationships/image" Target="../media/image121.png"/><Relationship Id="rId20" Type="http://schemas.openxmlformats.org/officeDocument/2006/relationships/image" Target="../media/image125.png"/><Relationship Id="rId1" Type="http://schemas.openxmlformats.org/officeDocument/2006/relationships/slideLayout" Target="../slideLayouts/slideLayout7.xml"/><Relationship Id="rId6" Type="http://schemas.openxmlformats.org/officeDocument/2006/relationships/image" Target="../media/image112.png"/><Relationship Id="rId11" Type="http://schemas.openxmlformats.org/officeDocument/2006/relationships/image" Target="../media/image116.png"/><Relationship Id="rId24" Type="http://schemas.openxmlformats.org/officeDocument/2006/relationships/image" Target="../media/image129.png"/><Relationship Id="rId5" Type="http://schemas.openxmlformats.org/officeDocument/2006/relationships/image" Target="../media/image111.png"/><Relationship Id="rId15" Type="http://schemas.openxmlformats.org/officeDocument/2006/relationships/image" Target="../media/image120.png"/><Relationship Id="rId23" Type="http://schemas.openxmlformats.org/officeDocument/2006/relationships/image" Target="../media/image128.png"/><Relationship Id="rId10" Type="http://schemas.openxmlformats.org/officeDocument/2006/relationships/image" Target="../media/image320.png"/><Relationship Id="rId19" Type="http://schemas.openxmlformats.org/officeDocument/2006/relationships/image" Target="../media/image124.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19.png"/><Relationship Id="rId22" Type="http://schemas.openxmlformats.org/officeDocument/2006/relationships/image" Target="../media/image127.png"/></Relationships>
</file>

<file path=ppt/slides/_rels/slide52.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3" Type="http://schemas.openxmlformats.org/officeDocument/2006/relationships/image" Target="../media/image131.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 Type="http://schemas.openxmlformats.org/officeDocument/2006/relationships/image" Target="../media/image130.png"/><Relationship Id="rId16" Type="http://schemas.openxmlformats.org/officeDocument/2006/relationships/image" Target="../media/image144.png"/><Relationship Id="rId1" Type="http://schemas.openxmlformats.org/officeDocument/2006/relationships/slideLayout" Target="../slideLayouts/slideLayout7.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5" Type="http://schemas.openxmlformats.org/officeDocument/2006/relationships/image" Target="../media/image143.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s>
</file>

<file path=ppt/slides/_rels/slide5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49.png"/></Relationships>
</file>

<file path=ppt/slides/_rels/slide5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50.png"/></Relationships>
</file>

<file path=ppt/slides/_rels/slide5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51.png"/></Relationships>
</file>

<file path=ppt/slides/_rels/slide56.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image" Target="../media/image152.png"/><Relationship Id="rId1" Type="http://schemas.openxmlformats.org/officeDocument/2006/relationships/slideLayout" Target="../slideLayouts/slideLayout7.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png"/><Relationship Id="rId10" Type="http://schemas.openxmlformats.org/officeDocument/2006/relationships/image" Target="../media/image160.png"/><Relationship Id="rId4" Type="http://schemas.openxmlformats.org/officeDocument/2006/relationships/image" Target="../media/image154.png"/><Relationship Id="rId9" Type="http://schemas.openxmlformats.org/officeDocument/2006/relationships/image" Target="../media/image15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311.png"/><Relationship Id="rId2" Type="http://schemas.openxmlformats.org/officeDocument/2006/relationships/image" Target="../media/image1300.png"/><Relationship Id="rId1" Type="http://schemas.openxmlformats.org/officeDocument/2006/relationships/slideLayout" Target="../slideLayouts/slideLayout7.xml"/><Relationship Id="rId4" Type="http://schemas.openxmlformats.org/officeDocument/2006/relationships/image" Target="../media/image1320.png"/></Relationships>
</file>

<file path=ppt/slides/_rels/slide59.xml.rels><?xml version="1.0" encoding="UTF-8" standalone="yes"?>
<Relationships xmlns="http://schemas.openxmlformats.org/package/2006/relationships"><Relationship Id="rId3" Type="http://schemas.openxmlformats.org/officeDocument/2006/relationships/image" Target="../media/image1340.png"/><Relationship Id="rId7" Type="http://schemas.openxmlformats.org/officeDocument/2006/relationships/image" Target="../media/image1320.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311.png"/><Relationship Id="rId5" Type="http://schemas.openxmlformats.org/officeDocument/2006/relationships/image" Target="../media/image1300.png"/><Relationship Id="rId4" Type="http://schemas.openxmlformats.org/officeDocument/2006/relationships/image" Target="../media/image1350.png"/></Relationships>
</file>

<file path=ppt/slides/_rels/slide60.xml.rels><?xml version="1.0" encoding="UTF-8" standalone="yes"?>
<Relationships xmlns="http://schemas.openxmlformats.org/package/2006/relationships"><Relationship Id="rId8" Type="http://schemas.openxmlformats.org/officeDocument/2006/relationships/image" Target="../media/image1320.png"/><Relationship Id="rId3" Type="http://schemas.openxmlformats.org/officeDocument/2006/relationships/image" Target="../media/image1340.png"/><Relationship Id="rId7" Type="http://schemas.openxmlformats.org/officeDocument/2006/relationships/image" Target="../media/image1311.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300.png"/><Relationship Id="rId5" Type="http://schemas.openxmlformats.org/officeDocument/2006/relationships/image" Target="../media/image1360.png"/><Relationship Id="rId4" Type="http://schemas.openxmlformats.org/officeDocument/2006/relationships/image" Target="../media/image1350.png"/></Relationships>
</file>

<file path=ppt/slides/_rels/slide61.xml.rels><?xml version="1.0" encoding="UTF-8" standalone="yes"?>
<Relationships xmlns="http://schemas.openxmlformats.org/package/2006/relationships"><Relationship Id="rId8" Type="http://schemas.openxmlformats.org/officeDocument/2006/relationships/image" Target="../media/image1320.png"/><Relationship Id="rId3" Type="http://schemas.openxmlformats.org/officeDocument/2006/relationships/image" Target="../media/image1340.png"/><Relationship Id="rId7" Type="http://schemas.openxmlformats.org/officeDocument/2006/relationships/image" Target="../media/image1311.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300.png"/><Relationship Id="rId5" Type="http://schemas.openxmlformats.org/officeDocument/2006/relationships/image" Target="../media/image1380.png"/><Relationship Id="rId4" Type="http://schemas.openxmlformats.org/officeDocument/2006/relationships/image" Target="../media/image1370.png"/></Relationships>
</file>

<file path=ppt/slides/_rels/slide62.xml.rels><?xml version="1.0" encoding="UTF-8" standalone="yes"?>
<Relationships xmlns="http://schemas.openxmlformats.org/package/2006/relationships"><Relationship Id="rId8" Type="http://schemas.openxmlformats.org/officeDocument/2006/relationships/image" Target="../media/image1300.png"/><Relationship Id="rId3" Type="http://schemas.openxmlformats.org/officeDocument/2006/relationships/image" Target="../media/image1340.png"/><Relationship Id="rId7" Type="http://schemas.openxmlformats.org/officeDocument/2006/relationships/image" Target="../media/image1400.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390.png"/><Relationship Id="rId5" Type="http://schemas.openxmlformats.org/officeDocument/2006/relationships/image" Target="../media/image1380.png"/><Relationship Id="rId10" Type="http://schemas.openxmlformats.org/officeDocument/2006/relationships/image" Target="../media/image1320.png"/><Relationship Id="rId4" Type="http://schemas.openxmlformats.org/officeDocument/2006/relationships/image" Target="../media/image1370.png"/><Relationship Id="rId9" Type="http://schemas.openxmlformats.org/officeDocument/2006/relationships/image" Target="../media/image1311.png"/></Relationships>
</file>

<file path=ppt/slides/_rels/slide63.xml.rels><?xml version="1.0" encoding="UTF-8" standalone="yes"?>
<Relationships xmlns="http://schemas.openxmlformats.org/package/2006/relationships"><Relationship Id="rId8" Type="http://schemas.openxmlformats.org/officeDocument/2006/relationships/image" Target="../media/image1300.png"/><Relationship Id="rId3" Type="http://schemas.openxmlformats.org/officeDocument/2006/relationships/image" Target="../media/image1340.png"/><Relationship Id="rId7" Type="http://schemas.openxmlformats.org/officeDocument/2006/relationships/image" Target="../media/image1440.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430.png"/><Relationship Id="rId5" Type="http://schemas.openxmlformats.org/officeDocument/2006/relationships/image" Target="../media/image1420.png"/><Relationship Id="rId10" Type="http://schemas.openxmlformats.org/officeDocument/2006/relationships/image" Target="../media/image1320.png"/><Relationship Id="rId4" Type="http://schemas.openxmlformats.org/officeDocument/2006/relationships/image" Target="../media/image1411.png"/><Relationship Id="rId9" Type="http://schemas.openxmlformats.org/officeDocument/2006/relationships/image" Target="../media/image1311.png"/></Relationships>
</file>

<file path=ppt/slides/_rels/slide64.xml.rels><?xml version="1.0" encoding="UTF-8" standalone="yes"?>
<Relationships xmlns="http://schemas.openxmlformats.org/package/2006/relationships"><Relationship Id="rId8" Type="http://schemas.openxmlformats.org/officeDocument/2006/relationships/image" Target="../media/image1450.png"/><Relationship Id="rId3" Type="http://schemas.openxmlformats.org/officeDocument/2006/relationships/image" Target="../media/image1340.png"/><Relationship Id="rId7" Type="http://schemas.openxmlformats.org/officeDocument/2006/relationships/image" Target="../media/image1440.png"/><Relationship Id="rId12" Type="http://schemas.openxmlformats.org/officeDocument/2006/relationships/image" Target="../media/image1320.png"/><Relationship Id="rId2" Type="http://schemas.openxmlformats.org/officeDocument/2006/relationships/image" Target="../media/image1330.png"/><Relationship Id="rId1" Type="http://schemas.openxmlformats.org/officeDocument/2006/relationships/slideLayout" Target="../slideLayouts/slideLayout7.xml"/><Relationship Id="rId6" Type="http://schemas.openxmlformats.org/officeDocument/2006/relationships/image" Target="../media/image1430.png"/><Relationship Id="rId11" Type="http://schemas.openxmlformats.org/officeDocument/2006/relationships/image" Target="../media/image1311.png"/><Relationship Id="rId5" Type="http://schemas.openxmlformats.org/officeDocument/2006/relationships/image" Target="../media/image1420.png"/><Relationship Id="rId10" Type="http://schemas.openxmlformats.org/officeDocument/2006/relationships/image" Target="../media/image1300.png"/><Relationship Id="rId4" Type="http://schemas.openxmlformats.org/officeDocument/2006/relationships/image" Target="../media/image1411.png"/><Relationship Id="rId9" Type="http://schemas.openxmlformats.org/officeDocument/2006/relationships/image" Target="../media/image1400.png"/></Relationships>
</file>

<file path=ppt/slides/_rels/slide65.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460.png"/><Relationship Id="rId1" Type="http://schemas.openxmlformats.org/officeDocument/2006/relationships/slideLayout" Target="../slideLayouts/slideLayout7.xml"/><Relationship Id="rId6" Type="http://schemas.openxmlformats.org/officeDocument/2006/relationships/image" Target="../media/image1470.png"/><Relationship Id="rId5" Type="http://schemas.openxmlformats.org/officeDocument/2006/relationships/image" Target="../media/image1320.png"/><Relationship Id="rId4" Type="http://schemas.openxmlformats.org/officeDocument/2006/relationships/image" Target="../media/image1311.png"/></Relationships>
</file>

<file path=ppt/slides/_rels/slide66.xml.rels><?xml version="1.0" encoding="UTF-8" standalone="yes"?>
<Relationships xmlns="http://schemas.openxmlformats.org/package/2006/relationships"><Relationship Id="rId3" Type="http://schemas.openxmlformats.org/officeDocument/2006/relationships/image" Target="../media/image1490.png"/><Relationship Id="rId2" Type="http://schemas.openxmlformats.org/officeDocument/2006/relationships/image" Target="../media/image1480.png"/><Relationship Id="rId1" Type="http://schemas.openxmlformats.org/officeDocument/2006/relationships/slideLayout" Target="../slideLayouts/slideLayout7.xml"/><Relationship Id="rId5" Type="http://schemas.openxmlformats.org/officeDocument/2006/relationships/image" Target="../media/image1511.png"/><Relationship Id="rId4" Type="http://schemas.openxmlformats.org/officeDocument/2006/relationships/image" Target="../media/image1500.png"/></Relationships>
</file>

<file path=ppt/slides/_rels/slide67.xml.rels><?xml version="1.0" encoding="UTF-8" standalone="yes"?>
<Relationships xmlns="http://schemas.openxmlformats.org/package/2006/relationships"><Relationship Id="rId3" Type="http://schemas.openxmlformats.org/officeDocument/2006/relationships/image" Target="../media/image1490.png"/><Relationship Id="rId7" Type="http://schemas.openxmlformats.org/officeDocument/2006/relationships/image" Target="../media/image1530.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20.png"/><Relationship Id="rId5" Type="http://schemas.openxmlformats.org/officeDocument/2006/relationships/image" Target="../media/image1511.png"/><Relationship Id="rId4" Type="http://schemas.openxmlformats.org/officeDocument/2006/relationships/image" Target="../media/image1500.png"/></Relationships>
</file>

<file path=ppt/slides/_rels/slide68.xml.rels><?xml version="1.0" encoding="UTF-8" standalone="yes"?>
<Relationships xmlns="http://schemas.openxmlformats.org/package/2006/relationships"><Relationship Id="rId2" Type="http://schemas.openxmlformats.org/officeDocument/2006/relationships/image" Target="../media/image1540.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55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54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image" Target="../media/image1490.png"/><Relationship Id="rId7" Type="http://schemas.openxmlformats.org/officeDocument/2006/relationships/image" Target="../media/image1580.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70.png"/><Relationship Id="rId5" Type="http://schemas.openxmlformats.org/officeDocument/2006/relationships/image" Target="../media/image1511.png"/><Relationship Id="rId4" Type="http://schemas.openxmlformats.org/officeDocument/2006/relationships/image" Target="../media/image1560.png"/></Relationships>
</file>

<file path=ppt/slides/_rels/slide72.xml.rels><?xml version="1.0" encoding="UTF-8" standalone="yes"?>
<Relationships xmlns="http://schemas.openxmlformats.org/package/2006/relationships"><Relationship Id="rId8" Type="http://schemas.openxmlformats.org/officeDocument/2006/relationships/image" Target="../media/image1580.png"/><Relationship Id="rId3" Type="http://schemas.openxmlformats.org/officeDocument/2006/relationships/image" Target="../media/image1480.png"/><Relationship Id="rId7" Type="http://schemas.openxmlformats.org/officeDocument/2006/relationships/image" Target="../media/image1570.png"/><Relationship Id="rId2" Type="http://schemas.openxmlformats.org/officeDocument/2006/relationships/image" Target="../media/image1590.png"/><Relationship Id="rId1" Type="http://schemas.openxmlformats.org/officeDocument/2006/relationships/slideLayout" Target="../slideLayouts/slideLayout7.xml"/><Relationship Id="rId6" Type="http://schemas.openxmlformats.org/officeDocument/2006/relationships/image" Target="../media/image1511.png"/><Relationship Id="rId5" Type="http://schemas.openxmlformats.org/officeDocument/2006/relationships/image" Target="../media/image1560.png"/><Relationship Id="rId4" Type="http://schemas.openxmlformats.org/officeDocument/2006/relationships/image" Target="../media/image1490.png"/><Relationship Id="rId9" Type="http://schemas.openxmlformats.org/officeDocument/2006/relationships/image" Target="../media/image1600.png"/></Relationships>
</file>

<file path=ppt/slides/_rels/slide73.xml.rels><?xml version="1.0" encoding="UTF-8" standalone="yes"?>
<Relationships xmlns="http://schemas.openxmlformats.org/package/2006/relationships"><Relationship Id="rId8" Type="http://schemas.openxmlformats.org/officeDocument/2006/relationships/image" Target="../media/image1580.png"/><Relationship Id="rId3" Type="http://schemas.openxmlformats.org/officeDocument/2006/relationships/image" Target="../media/image1480.png"/><Relationship Id="rId7" Type="http://schemas.openxmlformats.org/officeDocument/2006/relationships/image" Target="../media/image1570.png"/><Relationship Id="rId2" Type="http://schemas.openxmlformats.org/officeDocument/2006/relationships/image" Target="../media/image1590.png"/><Relationship Id="rId1" Type="http://schemas.openxmlformats.org/officeDocument/2006/relationships/slideLayout" Target="../slideLayouts/slideLayout7.xml"/><Relationship Id="rId6" Type="http://schemas.openxmlformats.org/officeDocument/2006/relationships/image" Target="../media/image1511.png"/><Relationship Id="rId5" Type="http://schemas.openxmlformats.org/officeDocument/2006/relationships/image" Target="../media/image1560.png"/><Relationship Id="rId4" Type="http://schemas.openxmlformats.org/officeDocument/2006/relationships/image" Target="../media/image1490.png"/><Relationship Id="rId9" Type="http://schemas.openxmlformats.org/officeDocument/2006/relationships/image" Target="../media/image1600.png"/></Relationships>
</file>

<file path=ppt/slides/_rels/slide74.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image" Target="../media/image1490.png"/><Relationship Id="rId7" Type="http://schemas.openxmlformats.org/officeDocument/2006/relationships/image" Target="../media/image1580.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70.png"/><Relationship Id="rId5" Type="http://schemas.openxmlformats.org/officeDocument/2006/relationships/image" Target="../media/image1511.png"/><Relationship Id="rId4" Type="http://schemas.openxmlformats.org/officeDocument/2006/relationships/image" Target="../media/image1560.png"/></Relationships>
</file>

<file path=ppt/slides/_rels/slide75.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image" Target="../media/image164.png"/><Relationship Id="rId3" Type="http://schemas.openxmlformats.org/officeDocument/2006/relationships/image" Target="../media/image1490.png"/><Relationship Id="rId7" Type="http://schemas.openxmlformats.org/officeDocument/2006/relationships/image" Target="../media/image1580.png"/><Relationship Id="rId12" Type="http://schemas.openxmlformats.org/officeDocument/2006/relationships/image" Target="../media/image163.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70.png"/><Relationship Id="rId11" Type="http://schemas.openxmlformats.org/officeDocument/2006/relationships/image" Target="../media/image162.png"/><Relationship Id="rId5" Type="http://schemas.openxmlformats.org/officeDocument/2006/relationships/image" Target="../media/image1511.png"/><Relationship Id="rId10" Type="http://schemas.openxmlformats.org/officeDocument/2006/relationships/image" Target="../media/image1611.png"/><Relationship Id="rId4" Type="http://schemas.openxmlformats.org/officeDocument/2006/relationships/image" Target="../media/image1560.png"/><Relationship Id="rId9" Type="http://schemas.openxmlformats.org/officeDocument/2006/relationships/image" Target="../media/image1600.png"/><Relationship Id="rId14" Type="http://schemas.openxmlformats.org/officeDocument/2006/relationships/image" Target="../media/image165.png"/></Relationships>
</file>

<file path=ppt/slides/_rels/slide76.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image" Target="../media/image164.png"/><Relationship Id="rId3" Type="http://schemas.openxmlformats.org/officeDocument/2006/relationships/image" Target="../media/image1490.png"/><Relationship Id="rId7" Type="http://schemas.openxmlformats.org/officeDocument/2006/relationships/image" Target="../media/image1580.png"/><Relationship Id="rId12" Type="http://schemas.openxmlformats.org/officeDocument/2006/relationships/image" Target="../media/image163.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70.png"/><Relationship Id="rId11" Type="http://schemas.openxmlformats.org/officeDocument/2006/relationships/image" Target="../media/image167.png"/><Relationship Id="rId5" Type="http://schemas.openxmlformats.org/officeDocument/2006/relationships/image" Target="../media/image1511.png"/><Relationship Id="rId10" Type="http://schemas.openxmlformats.org/officeDocument/2006/relationships/image" Target="../media/image166.png"/><Relationship Id="rId4" Type="http://schemas.openxmlformats.org/officeDocument/2006/relationships/image" Target="../media/image1560.png"/><Relationship Id="rId9" Type="http://schemas.openxmlformats.org/officeDocument/2006/relationships/image" Target="../media/image1600.png"/><Relationship Id="rId14" Type="http://schemas.openxmlformats.org/officeDocument/2006/relationships/image" Target="../media/image165.png"/></Relationships>
</file>

<file path=ppt/slides/_rels/slide77.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image" Target="../media/image168.png"/><Relationship Id="rId3" Type="http://schemas.openxmlformats.org/officeDocument/2006/relationships/image" Target="../media/image1490.png"/><Relationship Id="rId7" Type="http://schemas.openxmlformats.org/officeDocument/2006/relationships/image" Target="../media/image1580.png"/><Relationship Id="rId12" Type="http://schemas.openxmlformats.org/officeDocument/2006/relationships/image" Target="../media/image163.png"/><Relationship Id="rId17" Type="http://schemas.openxmlformats.org/officeDocument/2006/relationships/image" Target="../media/image172.png"/><Relationship Id="rId2" Type="http://schemas.openxmlformats.org/officeDocument/2006/relationships/image" Target="../media/image1480.png"/><Relationship Id="rId16"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70.png"/><Relationship Id="rId11" Type="http://schemas.openxmlformats.org/officeDocument/2006/relationships/image" Target="../media/image167.png"/><Relationship Id="rId5" Type="http://schemas.openxmlformats.org/officeDocument/2006/relationships/image" Target="../media/image1511.png"/><Relationship Id="rId15" Type="http://schemas.openxmlformats.org/officeDocument/2006/relationships/image" Target="../media/image170.png"/><Relationship Id="rId10" Type="http://schemas.openxmlformats.org/officeDocument/2006/relationships/image" Target="../media/image166.png"/><Relationship Id="rId4" Type="http://schemas.openxmlformats.org/officeDocument/2006/relationships/image" Target="../media/image1560.png"/><Relationship Id="rId9" Type="http://schemas.openxmlformats.org/officeDocument/2006/relationships/image" Target="../media/image1600.png"/><Relationship Id="rId14" Type="http://schemas.openxmlformats.org/officeDocument/2006/relationships/image" Target="../media/image169.png"/></Relationships>
</file>

<file path=ppt/slides/_rels/slide78.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image" Target="../media/image168.png"/><Relationship Id="rId3" Type="http://schemas.openxmlformats.org/officeDocument/2006/relationships/image" Target="../media/image1490.png"/><Relationship Id="rId7" Type="http://schemas.openxmlformats.org/officeDocument/2006/relationships/image" Target="../media/image1580.png"/><Relationship Id="rId12" Type="http://schemas.openxmlformats.org/officeDocument/2006/relationships/image" Target="../media/image163.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570.png"/><Relationship Id="rId11" Type="http://schemas.openxmlformats.org/officeDocument/2006/relationships/image" Target="../media/image174.png"/><Relationship Id="rId5" Type="http://schemas.openxmlformats.org/officeDocument/2006/relationships/image" Target="../media/image1511.png"/><Relationship Id="rId15" Type="http://schemas.openxmlformats.org/officeDocument/2006/relationships/image" Target="../media/image172.png"/><Relationship Id="rId10" Type="http://schemas.openxmlformats.org/officeDocument/2006/relationships/image" Target="../media/image173.png"/><Relationship Id="rId4" Type="http://schemas.openxmlformats.org/officeDocument/2006/relationships/image" Target="../media/image1560.png"/><Relationship Id="rId9" Type="http://schemas.openxmlformats.org/officeDocument/2006/relationships/image" Target="../media/image1600.png"/><Relationship Id="rId14" Type="http://schemas.openxmlformats.org/officeDocument/2006/relationships/image" Target="../media/image169.png"/></Relationships>
</file>

<file path=ppt/slides/_rels/slide79.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image" Target="../media/image1480.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511.png"/><Relationship Id="rId15" Type="http://schemas.openxmlformats.org/officeDocument/2006/relationships/image" Target="../media/image184.png"/><Relationship Id="rId10" Type="http://schemas.openxmlformats.org/officeDocument/2006/relationships/image" Target="../media/image180.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s>
</file>

<file path=ppt/slides/_rels/slide80.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image" Target="../media/image1480.png"/><Relationship Id="rId16" Type="http://schemas.openxmlformats.org/officeDocument/2006/relationships/image" Target="../media/image185.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511.png"/><Relationship Id="rId15" Type="http://schemas.openxmlformats.org/officeDocument/2006/relationships/image" Target="../media/image184.png"/><Relationship Id="rId10" Type="http://schemas.openxmlformats.org/officeDocument/2006/relationships/image" Target="../media/image180.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s>
</file>

<file path=ppt/slides/_rels/slide81.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18" Type="http://schemas.openxmlformats.org/officeDocument/2006/relationships/image" Target="../media/image187.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6.png"/><Relationship Id="rId2" Type="http://schemas.openxmlformats.org/officeDocument/2006/relationships/image" Target="../media/image1480.png"/><Relationship Id="rId16" Type="http://schemas.openxmlformats.org/officeDocument/2006/relationships/image" Target="../media/image185.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511.png"/><Relationship Id="rId15" Type="http://schemas.openxmlformats.org/officeDocument/2006/relationships/image" Target="../media/image184.png"/><Relationship Id="rId10" Type="http://schemas.openxmlformats.org/officeDocument/2006/relationships/image" Target="../media/image180.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s>
</file>

<file path=ppt/slides/_rels/slide82.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7.png"/><Relationship Id="rId2" Type="http://schemas.openxmlformats.org/officeDocument/2006/relationships/image" Target="../media/image1480.png"/><Relationship Id="rId16" Type="http://schemas.openxmlformats.org/officeDocument/2006/relationships/image" Target="../media/image185.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511.png"/><Relationship Id="rId15" Type="http://schemas.openxmlformats.org/officeDocument/2006/relationships/image" Target="../media/image184.png"/><Relationship Id="rId10" Type="http://schemas.openxmlformats.org/officeDocument/2006/relationships/image" Target="../media/image180.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s>
</file>

<file path=ppt/slides/_rels/slide83.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18" Type="http://schemas.openxmlformats.org/officeDocument/2006/relationships/image" Target="../media/image189.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8.png"/><Relationship Id="rId2" Type="http://schemas.openxmlformats.org/officeDocument/2006/relationships/image" Target="../media/image1480.png"/><Relationship Id="rId16" Type="http://schemas.openxmlformats.org/officeDocument/2006/relationships/image" Target="../media/image185.png"/><Relationship Id="rId20"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511.png"/><Relationship Id="rId15" Type="http://schemas.openxmlformats.org/officeDocument/2006/relationships/image" Target="../media/image184.png"/><Relationship Id="rId10" Type="http://schemas.openxmlformats.org/officeDocument/2006/relationships/image" Target="../media/image180.png"/><Relationship Id="rId19" Type="http://schemas.openxmlformats.org/officeDocument/2006/relationships/image" Target="../media/image187.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s>
</file>

<file path=ppt/slides/_rels/slide84.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18" Type="http://schemas.openxmlformats.org/officeDocument/2006/relationships/image" Target="../media/image191.png"/><Relationship Id="rId3" Type="http://schemas.openxmlformats.org/officeDocument/2006/relationships/image" Target="../media/image1490.png"/><Relationship Id="rId21" Type="http://schemas.openxmlformats.org/officeDocument/2006/relationships/image" Target="../media/image58.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8.png"/><Relationship Id="rId2" Type="http://schemas.openxmlformats.org/officeDocument/2006/relationships/image" Target="../media/image1480.png"/><Relationship Id="rId16" Type="http://schemas.openxmlformats.org/officeDocument/2006/relationships/image" Target="../media/image185.png"/><Relationship Id="rId20" Type="http://schemas.openxmlformats.org/officeDocument/2006/relationships/image" Target="../media/image187.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81.png"/><Relationship Id="rId24" Type="http://schemas.openxmlformats.org/officeDocument/2006/relationships/image" Target="../media/image190.png"/><Relationship Id="rId5" Type="http://schemas.openxmlformats.org/officeDocument/2006/relationships/image" Target="../media/image1511.png"/><Relationship Id="rId15" Type="http://schemas.openxmlformats.org/officeDocument/2006/relationships/image" Target="../media/image184.png"/><Relationship Id="rId23" Type="http://schemas.openxmlformats.org/officeDocument/2006/relationships/image" Target="../media/image194.png"/><Relationship Id="rId10" Type="http://schemas.openxmlformats.org/officeDocument/2006/relationships/image" Target="../media/image180.png"/><Relationship Id="rId19" Type="http://schemas.openxmlformats.org/officeDocument/2006/relationships/image" Target="../media/image192.png"/><Relationship Id="rId4" Type="http://schemas.openxmlformats.org/officeDocument/2006/relationships/image" Target="../media/image175.png"/><Relationship Id="rId9" Type="http://schemas.openxmlformats.org/officeDocument/2006/relationships/image" Target="../media/image179.png"/><Relationship Id="rId14" Type="http://schemas.openxmlformats.org/officeDocument/2006/relationships/image" Target="../media/image169.png"/><Relationship Id="rId22" Type="http://schemas.openxmlformats.org/officeDocument/2006/relationships/image" Target="../media/image193.png"/></Relationships>
</file>

<file path=ppt/slides/_rels/slide85.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98.png"/><Relationship Id="rId18" Type="http://schemas.openxmlformats.org/officeDocument/2006/relationships/image" Target="../media/image202.png"/><Relationship Id="rId3" Type="http://schemas.openxmlformats.org/officeDocument/2006/relationships/image" Target="../media/image1490.png"/><Relationship Id="rId7" Type="http://schemas.openxmlformats.org/officeDocument/2006/relationships/image" Target="../media/image177.png"/><Relationship Id="rId12" Type="http://schemas.openxmlformats.org/officeDocument/2006/relationships/image" Target="../media/image197.png"/><Relationship Id="rId17" Type="http://schemas.openxmlformats.org/officeDocument/2006/relationships/image" Target="../media/image201.png"/><Relationship Id="rId2" Type="http://schemas.openxmlformats.org/officeDocument/2006/relationships/image" Target="../media/image1480.png"/><Relationship Id="rId16"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196.png"/><Relationship Id="rId5" Type="http://schemas.openxmlformats.org/officeDocument/2006/relationships/image" Target="../media/image1511.png"/><Relationship Id="rId15" Type="http://schemas.openxmlformats.org/officeDocument/2006/relationships/image" Target="../media/image200.png"/><Relationship Id="rId10" Type="http://schemas.openxmlformats.org/officeDocument/2006/relationships/image" Target="../media/image180.png"/><Relationship Id="rId19" Type="http://schemas.openxmlformats.org/officeDocument/2006/relationships/image" Target="../media/image203.png"/><Relationship Id="rId4" Type="http://schemas.openxmlformats.org/officeDocument/2006/relationships/image" Target="../media/image175.png"/><Relationship Id="rId9" Type="http://schemas.openxmlformats.org/officeDocument/2006/relationships/image" Target="../media/image195.png"/><Relationship Id="rId14" Type="http://schemas.openxmlformats.org/officeDocument/2006/relationships/image" Target="../media/image199.png"/></Relationships>
</file>

<file path=ppt/slides/_rels/slide86.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image" Target="../media/image168.png"/><Relationship Id="rId18" Type="http://schemas.openxmlformats.org/officeDocument/2006/relationships/image" Target="../media/image204.png"/><Relationship Id="rId3" Type="http://schemas.openxmlformats.org/officeDocument/2006/relationships/image" Target="../media/image1490.png"/><Relationship Id="rId21" Type="http://schemas.openxmlformats.org/officeDocument/2006/relationships/image" Target="../media/image207.png"/><Relationship Id="rId7" Type="http://schemas.openxmlformats.org/officeDocument/2006/relationships/image" Target="../media/image1580.png"/><Relationship Id="rId12" Type="http://schemas.openxmlformats.org/officeDocument/2006/relationships/image" Target="../media/image163.png"/><Relationship Id="rId17" Type="http://schemas.openxmlformats.org/officeDocument/2006/relationships/image" Target="../media/image193.png"/><Relationship Id="rId2" Type="http://schemas.openxmlformats.org/officeDocument/2006/relationships/image" Target="../media/image1480.png"/><Relationship Id="rId16" Type="http://schemas.openxmlformats.org/officeDocument/2006/relationships/image" Target="../media/image58.png"/><Relationship Id="rId20" Type="http://schemas.openxmlformats.org/officeDocument/2006/relationships/image" Target="../media/image206.png"/><Relationship Id="rId1" Type="http://schemas.openxmlformats.org/officeDocument/2006/relationships/slideLayout" Target="../slideLayouts/slideLayout7.xml"/><Relationship Id="rId6" Type="http://schemas.openxmlformats.org/officeDocument/2006/relationships/image" Target="../media/image1570.png"/><Relationship Id="rId11" Type="http://schemas.openxmlformats.org/officeDocument/2006/relationships/image" Target="../media/image174.png"/><Relationship Id="rId5" Type="http://schemas.openxmlformats.org/officeDocument/2006/relationships/image" Target="../media/image1511.png"/><Relationship Id="rId15" Type="http://schemas.openxmlformats.org/officeDocument/2006/relationships/image" Target="../media/image172.png"/><Relationship Id="rId10" Type="http://schemas.openxmlformats.org/officeDocument/2006/relationships/image" Target="../media/image173.png"/><Relationship Id="rId19" Type="http://schemas.openxmlformats.org/officeDocument/2006/relationships/image" Target="../media/image205.png"/><Relationship Id="rId4" Type="http://schemas.openxmlformats.org/officeDocument/2006/relationships/image" Target="../media/image1560.png"/><Relationship Id="rId9" Type="http://schemas.openxmlformats.org/officeDocument/2006/relationships/image" Target="../media/image1600.png"/><Relationship Id="rId14" Type="http://schemas.openxmlformats.org/officeDocument/2006/relationships/image" Target="../media/image169.png"/></Relationships>
</file>

<file path=ppt/slides/_rels/slide87.xml.rels><?xml version="1.0" encoding="UTF-8" standalone="yes"?>
<Relationships xmlns="http://schemas.openxmlformats.org/package/2006/relationships"><Relationship Id="rId18" Type="http://schemas.openxmlformats.org/officeDocument/2006/relationships/image" Target="../media/image204.png"/><Relationship Id="rId21" Type="http://schemas.openxmlformats.org/officeDocument/2006/relationships/image" Target="../media/image207.png"/><Relationship Id="rId12" Type="http://schemas.openxmlformats.org/officeDocument/2006/relationships/image" Target="../media/image211.png"/><Relationship Id="rId17" Type="http://schemas.openxmlformats.org/officeDocument/2006/relationships/image" Target="../media/image193.png"/><Relationship Id="rId25" Type="http://schemas.openxmlformats.org/officeDocument/2006/relationships/image" Target="../media/image215.png"/><Relationship Id="rId2" Type="http://schemas.openxmlformats.org/officeDocument/2006/relationships/image" Target="../media/image1590.png"/><Relationship Id="rId16" Type="http://schemas.openxmlformats.org/officeDocument/2006/relationships/image" Target="../media/image58.png"/><Relationship Id="rId20" Type="http://schemas.openxmlformats.org/officeDocument/2006/relationships/image" Target="../media/image206.png"/><Relationship Id="rId1" Type="http://schemas.openxmlformats.org/officeDocument/2006/relationships/slideLayout" Target="../slideLayouts/slideLayout7.xml"/><Relationship Id="rId11" Type="http://schemas.openxmlformats.org/officeDocument/2006/relationships/image" Target="../media/image210.png"/><Relationship Id="rId24" Type="http://schemas.openxmlformats.org/officeDocument/2006/relationships/image" Target="../media/image214.png"/><Relationship Id="rId15" Type="http://schemas.openxmlformats.org/officeDocument/2006/relationships/image" Target="../media/image172.png"/><Relationship Id="rId23" Type="http://schemas.openxmlformats.org/officeDocument/2006/relationships/image" Target="../media/image213.png"/><Relationship Id="rId10" Type="http://schemas.openxmlformats.org/officeDocument/2006/relationships/image" Target="../media/image209.png"/><Relationship Id="rId19" Type="http://schemas.openxmlformats.org/officeDocument/2006/relationships/image" Target="../media/image205.png"/><Relationship Id="rId9" Type="http://schemas.openxmlformats.org/officeDocument/2006/relationships/image" Target="../media/image208.png"/><Relationship Id="rId14" Type="http://schemas.openxmlformats.org/officeDocument/2006/relationships/image" Target="../media/image169.png"/><Relationship Id="rId22" Type="http://schemas.openxmlformats.org/officeDocument/2006/relationships/image" Target="../media/image212.png"/></Relationships>
</file>

<file path=ppt/slides/_rels/slide88.xml.rels><?xml version="1.0" encoding="UTF-8" standalone="yes"?>
<Relationships xmlns="http://schemas.openxmlformats.org/package/2006/relationships"><Relationship Id="rId18" Type="http://schemas.openxmlformats.org/officeDocument/2006/relationships/image" Target="../media/image204.png"/><Relationship Id="rId21" Type="http://schemas.openxmlformats.org/officeDocument/2006/relationships/image" Target="../media/image207.png"/><Relationship Id="rId12" Type="http://schemas.openxmlformats.org/officeDocument/2006/relationships/image" Target="../media/image211.png"/><Relationship Id="rId17" Type="http://schemas.openxmlformats.org/officeDocument/2006/relationships/image" Target="../media/image193.png"/><Relationship Id="rId25" Type="http://schemas.openxmlformats.org/officeDocument/2006/relationships/image" Target="../media/image215.png"/><Relationship Id="rId2" Type="http://schemas.openxmlformats.org/officeDocument/2006/relationships/image" Target="../media/image1590.png"/><Relationship Id="rId16" Type="http://schemas.openxmlformats.org/officeDocument/2006/relationships/image" Target="../media/image58.png"/><Relationship Id="rId20" Type="http://schemas.openxmlformats.org/officeDocument/2006/relationships/image" Target="../media/image206.png"/><Relationship Id="rId1" Type="http://schemas.openxmlformats.org/officeDocument/2006/relationships/slideLayout" Target="../slideLayouts/slideLayout7.xml"/><Relationship Id="rId11" Type="http://schemas.openxmlformats.org/officeDocument/2006/relationships/image" Target="../media/image210.png"/><Relationship Id="rId24" Type="http://schemas.openxmlformats.org/officeDocument/2006/relationships/image" Target="../media/image214.png"/><Relationship Id="rId15" Type="http://schemas.openxmlformats.org/officeDocument/2006/relationships/image" Target="../media/image172.png"/><Relationship Id="rId23" Type="http://schemas.openxmlformats.org/officeDocument/2006/relationships/image" Target="../media/image213.png"/><Relationship Id="rId10" Type="http://schemas.openxmlformats.org/officeDocument/2006/relationships/image" Target="../media/image209.png"/><Relationship Id="rId19" Type="http://schemas.openxmlformats.org/officeDocument/2006/relationships/image" Target="../media/image205.png"/><Relationship Id="rId9" Type="http://schemas.openxmlformats.org/officeDocument/2006/relationships/image" Target="../media/image208.png"/><Relationship Id="rId14" Type="http://schemas.openxmlformats.org/officeDocument/2006/relationships/image" Target="../media/image169.png"/><Relationship Id="rId22" Type="http://schemas.openxmlformats.org/officeDocument/2006/relationships/image" Target="../media/image212.png"/></Relationships>
</file>

<file path=ppt/slides/_rels/slide89.xml.rels><?xml version="1.0" encoding="UTF-8" standalone="yes"?>
<Relationships xmlns="http://schemas.openxmlformats.org/package/2006/relationships"><Relationship Id="rId18" Type="http://schemas.openxmlformats.org/officeDocument/2006/relationships/image" Target="../media/image204.png"/><Relationship Id="rId21" Type="http://schemas.openxmlformats.org/officeDocument/2006/relationships/image" Target="../media/image207.png"/><Relationship Id="rId12" Type="http://schemas.openxmlformats.org/officeDocument/2006/relationships/image" Target="../media/image211.png"/><Relationship Id="rId17" Type="http://schemas.openxmlformats.org/officeDocument/2006/relationships/image" Target="../media/image193.png"/><Relationship Id="rId25" Type="http://schemas.openxmlformats.org/officeDocument/2006/relationships/image" Target="../media/image215.png"/><Relationship Id="rId2" Type="http://schemas.openxmlformats.org/officeDocument/2006/relationships/image" Target="../media/image1590.png"/><Relationship Id="rId16" Type="http://schemas.openxmlformats.org/officeDocument/2006/relationships/image" Target="../media/image58.png"/><Relationship Id="rId20" Type="http://schemas.openxmlformats.org/officeDocument/2006/relationships/image" Target="../media/image206.png"/><Relationship Id="rId1" Type="http://schemas.openxmlformats.org/officeDocument/2006/relationships/slideLayout" Target="../slideLayouts/slideLayout7.xml"/><Relationship Id="rId11" Type="http://schemas.openxmlformats.org/officeDocument/2006/relationships/image" Target="../media/image210.png"/><Relationship Id="rId24" Type="http://schemas.openxmlformats.org/officeDocument/2006/relationships/image" Target="../media/image214.png"/><Relationship Id="rId15" Type="http://schemas.openxmlformats.org/officeDocument/2006/relationships/image" Target="../media/image172.png"/><Relationship Id="rId23" Type="http://schemas.openxmlformats.org/officeDocument/2006/relationships/image" Target="../media/image213.png"/><Relationship Id="rId10" Type="http://schemas.openxmlformats.org/officeDocument/2006/relationships/image" Target="../media/image209.png"/><Relationship Id="rId19" Type="http://schemas.openxmlformats.org/officeDocument/2006/relationships/image" Target="../media/image205.png"/><Relationship Id="rId9" Type="http://schemas.openxmlformats.org/officeDocument/2006/relationships/image" Target="../media/image208.png"/><Relationship Id="rId14" Type="http://schemas.openxmlformats.org/officeDocument/2006/relationships/image" Target="../media/image169.png"/><Relationship Id="rId22" Type="http://schemas.openxmlformats.org/officeDocument/2006/relationships/image" Target="../media/image212.png"/></Relationships>
</file>

<file path=ppt/slides/_rels/slide90.xml.rels><?xml version="1.0" encoding="UTF-8" standalone="yes"?>
<Relationships xmlns="http://schemas.openxmlformats.org/package/2006/relationships"><Relationship Id="rId8" Type="http://schemas.openxmlformats.org/officeDocument/2006/relationships/image" Target="../media/image222.png"/><Relationship Id="rId13" Type="http://schemas.openxmlformats.org/officeDocument/2006/relationships/image" Target="../media/image226.png"/><Relationship Id="rId3" Type="http://schemas.openxmlformats.org/officeDocument/2006/relationships/image" Target="../media/image217.png"/><Relationship Id="rId21" Type="http://schemas.openxmlformats.org/officeDocument/2006/relationships/image" Target="../media/image207.png"/><Relationship Id="rId7" Type="http://schemas.openxmlformats.org/officeDocument/2006/relationships/image" Target="../media/image221.png"/><Relationship Id="rId12" Type="http://schemas.openxmlformats.org/officeDocument/2006/relationships/image" Target="../media/image225.png"/><Relationship Id="rId25" Type="http://schemas.openxmlformats.org/officeDocument/2006/relationships/image" Target="../media/image230.png"/><Relationship Id="rId2" Type="http://schemas.openxmlformats.org/officeDocument/2006/relationships/image" Target="../media/image216.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image" Target="../media/image224.png"/><Relationship Id="rId24" Type="http://schemas.openxmlformats.org/officeDocument/2006/relationships/image" Target="../media/image229.png"/><Relationship Id="rId5" Type="http://schemas.openxmlformats.org/officeDocument/2006/relationships/image" Target="../media/image219.png"/><Relationship Id="rId23" Type="http://schemas.openxmlformats.org/officeDocument/2006/relationships/image" Target="../media/image228.png"/><Relationship Id="rId10" Type="http://schemas.openxmlformats.org/officeDocument/2006/relationships/image" Target="../media/image223.png"/><Relationship Id="rId4" Type="http://schemas.openxmlformats.org/officeDocument/2006/relationships/image" Target="../media/image218.png"/><Relationship Id="rId9" Type="http://schemas.openxmlformats.org/officeDocument/2006/relationships/image" Target="../media/image58.png"/><Relationship Id="rId22" Type="http://schemas.openxmlformats.org/officeDocument/2006/relationships/image" Target="../media/image227.png"/></Relationships>
</file>

<file path=ppt/slides/_rels/slide91.xml.rels><?xml version="1.0" encoding="UTF-8" standalone="yes"?>
<Relationships xmlns="http://schemas.openxmlformats.org/package/2006/relationships"><Relationship Id="rId8" Type="http://schemas.openxmlformats.org/officeDocument/2006/relationships/image" Target="../media/image237.png"/><Relationship Id="rId13" Type="http://schemas.openxmlformats.org/officeDocument/2006/relationships/image" Target="../media/image243.png"/><Relationship Id="rId18" Type="http://schemas.openxmlformats.org/officeDocument/2006/relationships/image" Target="../media/image248.png"/><Relationship Id="rId3" Type="http://schemas.openxmlformats.org/officeDocument/2006/relationships/image" Target="../media/image231.png"/><Relationship Id="rId7" Type="http://schemas.openxmlformats.org/officeDocument/2006/relationships/image" Target="../media/image236.png"/><Relationship Id="rId12" Type="http://schemas.openxmlformats.org/officeDocument/2006/relationships/image" Target="../media/image242.png"/><Relationship Id="rId17" Type="http://schemas.openxmlformats.org/officeDocument/2006/relationships/image" Target="../media/image247.png"/><Relationship Id="rId2" Type="http://schemas.openxmlformats.org/officeDocument/2006/relationships/notesSlide" Target="../notesSlides/notesSlide4.xml"/><Relationship Id="rId16" Type="http://schemas.openxmlformats.org/officeDocument/2006/relationships/image" Target="../media/image246.png"/><Relationship Id="rId1" Type="http://schemas.openxmlformats.org/officeDocument/2006/relationships/slideLayout" Target="../slideLayouts/slideLayout7.xml"/><Relationship Id="rId6" Type="http://schemas.openxmlformats.org/officeDocument/2006/relationships/image" Target="../media/image235.png"/><Relationship Id="rId11" Type="http://schemas.openxmlformats.org/officeDocument/2006/relationships/image" Target="../media/image241.png"/><Relationship Id="rId5" Type="http://schemas.openxmlformats.org/officeDocument/2006/relationships/image" Target="../media/image234.png"/><Relationship Id="rId15" Type="http://schemas.openxmlformats.org/officeDocument/2006/relationships/image" Target="../media/image245.png"/><Relationship Id="rId10" Type="http://schemas.openxmlformats.org/officeDocument/2006/relationships/image" Target="../media/image239.png"/><Relationship Id="rId4" Type="http://schemas.openxmlformats.org/officeDocument/2006/relationships/image" Target="../media/image233.png"/><Relationship Id="rId9" Type="http://schemas.openxmlformats.org/officeDocument/2006/relationships/image" Target="../media/image238.png"/><Relationship Id="rId14" Type="http://schemas.openxmlformats.org/officeDocument/2006/relationships/image" Target="../media/image244.png"/></Relationships>
</file>

<file path=ppt/slides/_rels/slide92.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49.png"/><Relationship Id="rId1" Type="http://schemas.openxmlformats.org/officeDocument/2006/relationships/slideLayout" Target="../slideLayouts/slideLayout7.xml"/><Relationship Id="rId5" Type="http://schemas.openxmlformats.org/officeDocument/2006/relationships/image" Target="../media/image253.png"/><Relationship Id="rId4" Type="http://schemas.openxmlformats.org/officeDocument/2006/relationships/image" Target="../media/image252.png"/></Relationships>
</file>

<file path=ppt/slides/_rels/slide93.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49.png"/><Relationship Id="rId1" Type="http://schemas.openxmlformats.org/officeDocument/2006/relationships/slideLayout" Target="../slideLayouts/slideLayout7.xml"/><Relationship Id="rId4" Type="http://schemas.openxmlformats.org/officeDocument/2006/relationships/image" Target="../media/image252.png"/></Relationships>
</file>

<file path=ppt/slides/_rels/slide94.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image" Target="../media/image249.png"/><Relationship Id="rId1" Type="http://schemas.openxmlformats.org/officeDocument/2006/relationships/slideLayout" Target="../slideLayouts/slideLayout7.xml"/><Relationship Id="rId4" Type="http://schemas.openxmlformats.org/officeDocument/2006/relationships/image" Target="../media/image252.png"/></Relationships>
</file>

<file path=ppt/slides/_rels/slide95.xml.rels><?xml version="1.0" encoding="UTF-8" standalone="yes"?>
<Relationships xmlns="http://schemas.openxmlformats.org/package/2006/relationships"><Relationship Id="rId3" Type="http://schemas.openxmlformats.org/officeDocument/2006/relationships/image" Target="../media/image257.png"/><Relationship Id="rId7" Type="http://schemas.openxmlformats.org/officeDocument/2006/relationships/image" Target="../media/image262.png"/><Relationship Id="rId2" Type="http://schemas.openxmlformats.org/officeDocument/2006/relationships/image" Target="../media/image256.png"/><Relationship Id="rId1" Type="http://schemas.openxmlformats.org/officeDocument/2006/relationships/slideLayout" Target="../slideLayouts/slideLayout7.xml"/><Relationship Id="rId6" Type="http://schemas.openxmlformats.org/officeDocument/2006/relationships/image" Target="../media/image261.png"/><Relationship Id="rId5" Type="http://schemas.openxmlformats.org/officeDocument/2006/relationships/image" Target="../media/image259.png"/><Relationship Id="rId4" Type="http://schemas.openxmlformats.org/officeDocument/2006/relationships/image" Target="../media/image258.png"/></Relationships>
</file>

<file path=ppt/slides/_rels/slide96.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44.png"/><Relationship Id="rId7" Type="http://schemas.openxmlformats.org/officeDocument/2006/relationships/image" Target="../media/image237.png"/><Relationship Id="rId12" Type="http://schemas.openxmlformats.org/officeDocument/2006/relationships/image" Target="../media/image243.png"/><Relationship Id="rId17" Type="http://schemas.openxmlformats.org/officeDocument/2006/relationships/image" Target="../media/image248.png"/><Relationship Id="rId16" Type="http://schemas.openxmlformats.org/officeDocument/2006/relationships/image" Target="../media/image247.png"/><Relationship Id="rId1" Type="http://schemas.openxmlformats.org/officeDocument/2006/relationships/slideLayout" Target="../slideLayouts/slideLayout7.xml"/><Relationship Id="rId6" Type="http://schemas.openxmlformats.org/officeDocument/2006/relationships/image" Target="../media/image236.png"/><Relationship Id="rId11" Type="http://schemas.openxmlformats.org/officeDocument/2006/relationships/image" Target="../media/image242.png"/><Relationship Id="rId15" Type="http://schemas.openxmlformats.org/officeDocument/2006/relationships/image" Target="../media/image246.png"/><Relationship Id="rId10" Type="http://schemas.openxmlformats.org/officeDocument/2006/relationships/image" Target="../media/image241.png"/><Relationship Id="rId9" Type="http://schemas.openxmlformats.org/officeDocument/2006/relationships/image" Target="../media/image239.png"/><Relationship Id="rId14" Type="http://schemas.openxmlformats.org/officeDocument/2006/relationships/image" Target="../media/image245.png"/></Relationships>
</file>

<file path=ppt/slides/_rels/slide97.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44.png"/><Relationship Id="rId7" Type="http://schemas.openxmlformats.org/officeDocument/2006/relationships/image" Target="../media/image237.png"/><Relationship Id="rId12" Type="http://schemas.openxmlformats.org/officeDocument/2006/relationships/image" Target="../media/image243.png"/><Relationship Id="rId17" Type="http://schemas.openxmlformats.org/officeDocument/2006/relationships/image" Target="../media/image248.png"/><Relationship Id="rId16" Type="http://schemas.openxmlformats.org/officeDocument/2006/relationships/image" Target="../media/image247.png"/><Relationship Id="rId1" Type="http://schemas.openxmlformats.org/officeDocument/2006/relationships/slideLayout" Target="../slideLayouts/slideLayout7.xml"/><Relationship Id="rId6" Type="http://schemas.openxmlformats.org/officeDocument/2006/relationships/image" Target="../media/image236.png"/><Relationship Id="rId11" Type="http://schemas.openxmlformats.org/officeDocument/2006/relationships/image" Target="../media/image242.png"/><Relationship Id="rId15" Type="http://schemas.openxmlformats.org/officeDocument/2006/relationships/image" Target="../media/image246.png"/><Relationship Id="rId10" Type="http://schemas.openxmlformats.org/officeDocument/2006/relationships/image" Target="../media/image241.png"/><Relationship Id="rId9" Type="http://schemas.openxmlformats.org/officeDocument/2006/relationships/image" Target="../media/image239.png"/><Relationship Id="rId14" Type="http://schemas.openxmlformats.org/officeDocument/2006/relationships/image" Target="../media/image245.png"/></Relationships>
</file>

<file path=ppt/slides/_rels/slide98.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44.png"/><Relationship Id="rId18" Type="http://schemas.openxmlformats.org/officeDocument/2006/relationships/image" Target="../media/image263.png"/><Relationship Id="rId7" Type="http://schemas.openxmlformats.org/officeDocument/2006/relationships/image" Target="../media/image237.png"/><Relationship Id="rId12" Type="http://schemas.openxmlformats.org/officeDocument/2006/relationships/image" Target="../media/image243.png"/><Relationship Id="rId17" Type="http://schemas.openxmlformats.org/officeDocument/2006/relationships/image" Target="../media/image248.png"/><Relationship Id="rId16" Type="http://schemas.openxmlformats.org/officeDocument/2006/relationships/image" Target="../media/image247.png"/><Relationship Id="rId1" Type="http://schemas.openxmlformats.org/officeDocument/2006/relationships/slideLayout" Target="../slideLayouts/slideLayout7.xml"/><Relationship Id="rId6" Type="http://schemas.openxmlformats.org/officeDocument/2006/relationships/image" Target="../media/image236.png"/><Relationship Id="rId11" Type="http://schemas.openxmlformats.org/officeDocument/2006/relationships/image" Target="../media/image242.png"/><Relationship Id="rId15" Type="http://schemas.openxmlformats.org/officeDocument/2006/relationships/image" Target="../media/image246.png"/><Relationship Id="rId10" Type="http://schemas.openxmlformats.org/officeDocument/2006/relationships/image" Target="../media/image241.png"/><Relationship Id="rId9" Type="http://schemas.openxmlformats.org/officeDocument/2006/relationships/image" Target="../media/image239.png"/><Relationship Id="rId14" Type="http://schemas.openxmlformats.org/officeDocument/2006/relationships/image" Target="../media/image245.png"/></Relationships>
</file>

<file path=ppt/slides/_rels/slide9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8" Type="http://schemas.openxmlformats.org/officeDocument/2006/relationships/image" Target="../media/image461.png"/><Relationship Id="rId3" Type="http://schemas.openxmlformats.org/officeDocument/2006/relationships/image" Target="../media/image412.png"/><Relationship Id="rId7" Type="http://schemas.openxmlformats.org/officeDocument/2006/relationships/image" Target="../media/image451.png"/><Relationship Id="rId2" Type="http://schemas.openxmlformats.org/officeDocument/2006/relationships/image" Target="../media/image401.png"/><Relationship Id="rId1" Type="http://schemas.openxmlformats.org/officeDocument/2006/relationships/slideLayout" Target="../slideLayouts/slideLayout7.xml"/><Relationship Id="rId6" Type="http://schemas.openxmlformats.org/officeDocument/2006/relationships/image" Target="../media/image441.png"/><Relationship Id="rId5" Type="http://schemas.openxmlformats.org/officeDocument/2006/relationships/image" Target="../media/image431.png"/><Relationship Id="rId4" Type="http://schemas.openxmlformats.org/officeDocument/2006/relationships/image" Target="../media/image421.png"/><Relationship Id="rId9" Type="http://schemas.openxmlformats.org/officeDocument/2006/relationships/image" Target="../media/image47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73B9-75AE-BFD2-D37D-3AF04B1A7333}"/>
              </a:ext>
            </a:extLst>
          </p:cNvPr>
          <p:cNvSpPr>
            <a:spLocks noGrp="1"/>
          </p:cNvSpPr>
          <p:nvPr>
            <p:ph type="ctrTitle"/>
          </p:nvPr>
        </p:nvSpPr>
        <p:spPr>
          <a:xfrm>
            <a:off x="876000" y="774000"/>
            <a:ext cx="10980000" cy="3330000"/>
          </a:xfrm>
        </p:spPr>
        <p:txBody>
          <a:bodyPr>
            <a:noAutofit/>
          </a:bodyPr>
          <a:lstStyle/>
          <a:p>
            <a:pPr algn="l"/>
            <a:r>
              <a:rPr lang="en-GB" sz="6600" b="1" dirty="0"/>
              <a:t>Beyond </a:t>
            </a:r>
            <a:r>
              <a:rPr lang="en-GB" sz="6600" b="1" dirty="0">
                <a:solidFill>
                  <a:srgbClr val="00B0F0"/>
                </a:solidFill>
              </a:rPr>
              <a:t>bilinear</a:t>
            </a:r>
            <a:r>
              <a:rPr lang="en-GB" sz="6600" b="1" dirty="0"/>
              <a:t> complexity:</a:t>
            </a:r>
            <a:br>
              <a:rPr lang="en-GB" sz="6600" b="1" dirty="0"/>
            </a:br>
            <a:r>
              <a:rPr lang="en-GB" sz="6600" b="1" dirty="0"/>
              <a:t>what works and what breaks with </a:t>
            </a:r>
            <a:r>
              <a:rPr lang="en-GB" sz="6600" b="1" dirty="0">
                <a:solidFill>
                  <a:srgbClr val="00B0F0"/>
                </a:solidFill>
              </a:rPr>
              <a:t>many</a:t>
            </a:r>
            <a:r>
              <a:rPr lang="en-GB" sz="6600" b="1" dirty="0"/>
              <a:t> </a:t>
            </a:r>
            <a:r>
              <a:rPr lang="en-GB" sz="6600" b="1" dirty="0">
                <a:solidFill>
                  <a:srgbClr val="00B0F0"/>
                </a:solidFill>
              </a:rPr>
              <a:t>modes</a:t>
            </a:r>
            <a:r>
              <a:rPr lang="en-GB" sz="6600" b="1" dirty="0"/>
              <a:t>? </a:t>
            </a:r>
          </a:p>
        </p:txBody>
      </p:sp>
      <p:sp>
        <p:nvSpPr>
          <p:cNvPr id="3" name="Subtitle 2">
            <a:extLst>
              <a:ext uri="{FF2B5EF4-FFF2-40B4-BE49-F238E27FC236}">
                <a16:creationId xmlns:a16="http://schemas.microsoft.com/office/drawing/2014/main" id="{1AE21C25-A430-409E-A371-ABDBA805975F}"/>
              </a:ext>
            </a:extLst>
          </p:cNvPr>
          <p:cNvSpPr>
            <a:spLocks noGrp="1"/>
          </p:cNvSpPr>
          <p:nvPr>
            <p:ph type="subTitle" idx="1"/>
          </p:nvPr>
        </p:nvSpPr>
        <p:spPr>
          <a:xfrm>
            <a:off x="6096000" y="4509012"/>
            <a:ext cx="5220000" cy="1574988"/>
          </a:xfrm>
        </p:spPr>
        <p:txBody>
          <a:bodyPr>
            <a:normAutofit/>
          </a:bodyPr>
          <a:lstStyle/>
          <a:p>
            <a:r>
              <a:rPr lang="en-GB" sz="4000" dirty="0"/>
              <a:t>Many authors</a:t>
            </a:r>
          </a:p>
          <a:p>
            <a:r>
              <a:rPr lang="en-GB" sz="4000" dirty="0"/>
              <a:t>CCC 2026</a:t>
            </a:r>
          </a:p>
        </p:txBody>
      </p:sp>
    </p:spTree>
    <p:extLst>
      <p:ext uri="{BB962C8B-B14F-4D97-AF65-F5344CB8AC3E}">
        <p14:creationId xmlns:p14="http://schemas.microsoft.com/office/powerpoint/2010/main" val="10346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University of Regensburg - Compostela Group of Universities">
            <a:extLst>
              <a:ext uri="{FF2B5EF4-FFF2-40B4-BE49-F238E27FC236}">
                <a16:creationId xmlns:a16="http://schemas.microsoft.com/office/drawing/2014/main" id="{96A389A9-EFAD-4793-1C8A-11B884F33208}"/>
              </a:ext>
            </a:extLst>
          </p:cNvPr>
          <p:cNvPicPr>
            <a:picLocks noChangeAspect="1"/>
          </p:cNvPicPr>
          <p:nvPr/>
        </p:nvPicPr>
        <p:blipFill>
          <a:blip r:embed="rId2">
            <a:lum bright="70000" contrast="-70000"/>
          </a:blip>
          <a:srcRect t="1554" b="18956"/>
          <a:stretch>
            <a:fillRect/>
          </a:stretch>
        </p:blipFill>
        <p:spPr>
          <a:xfrm>
            <a:off x="20" y="1282"/>
            <a:ext cx="12191980" cy="6856718"/>
          </a:xfrm>
          <a:prstGeom prst="rect">
            <a:avLst/>
          </a:prstGeom>
        </p:spPr>
      </p:pic>
      <p:sp>
        <p:nvSpPr>
          <p:cNvPr id="6" name="TextBox 5">
            <a:extLst>
              <a:ext uri="{FF2B5EF4-FFF2-40B4-BE49-F238E27FC236}">
                <a16:creationId xmlns:a16="http://schemas.microsoft.com/office/drawing/2014/main" id="{3B28B0EA-6BD2-8B2B-05C0-4EB31EB11BE8}"/>
              </a:ext>
            </a:extLst>
          </p:cNvPr>
          <p:cNvSpPr txBox="1"/>
          <p:nvPr/>
        </p:nvSpPr>
        <p:spPr>
          <a:xfrm>
            <a:off x="335936" y="548968"/>
            <a:ext cx="3960000" cy="954107"/>
          </a:xfrm>
          <a:prstGeom prst="rect">
            <a:avLst/>
          </a:prstGeom>
          <a:solidFill>
            <a:srgbClr val="DCF3FE">
              <a:alpha val="30196"/>
            </a:srgbClr>
          </a:solidFill>
        </p:spPr>
        <p:txBody>
          <a:bodyPr wrap="square" rtlCol="0">
            <a:spAutoFit/>
          </a:bodyPr>
          <a:lstStyle/>
          <a:p>
            <a:pPr algn="ctr"/>
            <a:r>
              <a:rPr lang="en-GB" sz="3200" dirty="0"/>
              <a:t>Cornelius Brand </a:t>
            </a:r>
          </a:p>
          <a:p>
            <a:pPr algn="ctr"/>
            <a:r>
              <a:rPr lang="en-GB" sz="2400" dirty="0"/>
              <a:t>University of Regensburg</a:t>
            </a:r>
          </a:p>
        </p:txBody>
      </p:sp>
      <p:sp>
        <p:nvSpPr>
          <p:cNvPr id="11" name="TextBox 10">
            <a:extLst>
              <a:ext uri="{FF2B5EF4-FFF2-40B4-BE49-F238E27FC236}">
                <a16:creationId xmlns:a16="http://schemas.microsoft.com/office/drawing/2014/main" id="{85B61824-B1B4-C1E0-B205-C63800A2ECCC}"/>
              </a:ext>
            </a:extLst>
          </p:cNvPr>
          <p:cNvSpPr txBox="1"/>
          <p:nvPr/>
        </p:nvSpPr>
        <p:spPr>
          <a:xfrm>
            <a:off x="4475982" y="818971"/>
            <a:ext cx="3960000" cy="1323439"/>
          </a:xfrm>
          <a:prstGeom prst="rect">
            <a:avLst/>
          </a:prstGeom>
          <a:solidFill>
            <a:srgbClr val="DCF3FE">
              <a:alpha val="30196"/>
            </a:srgbClr>
          </a:solidFill>
        </p:spPr>
        <p:txBody>
          <a:bodyPr wrap="square" rtlCol="0">
            <a:spAutoFit/>
          </a:bodyPr>
          <a:lstStyle/>
          <a:p>
            <a:pPr algn="ctr"/>
            <a:r>
              <a:rPr lang="en-GB" sz="3200" dirty="0"/>
              <a:t>Radu </a:t>
            </a:r>
            <a:r>
              <a:rPr lang="en-GB" sz="3200" dirty="0" err="1"/>
              <a:t>Curticapean</a:t>
            </a:r>
            <a:endParaRPr lang="en-GB" sz="3200" dirty="0"/>
          </a:p>
          <a:p>
            <a:pPr algn="ctr"/>
            <a:r>
              <a:rPr lang="en-GB" sz="2400" dirty="0"/>
              <a:t>University of Regensburg</a:t>
            </a:r>
          </a:p>
          <a:p>
            <a:pPr algn="ctr"/>
            <a:r>
              <a:rPr lang="en-GB" sz="2400" dirty="0"/>
              <a:t>IT University of Copenhagen</a:t>
            </a:r>
          </a:p>
        </p:txBody>
      </p:sp>
      <p:sp>
        <p:nvSpPr>
          <p:cNvPr id="13" name="TextBox 12">
            <a:extLst>
              <a:ext uri="{FF2B5EF4-FFF2-40B4-BE49-F238E27FC236}">
                <a16:creationId xmlns:a16="http://schemas.microsoft.com/office/drawing/2014/main" id="{AA2BEAA9-7CBD-5D18-C6EB-7A03057131F0}"/>
              </a:ext>
            </a:extLst>
          </p:cNvPr>
          <p:cNvSpPr txBox="1"/>
          <p:nvPr/>
        </p:nvSpPr>
        <p:spPr>
          <a:xfrm>
            <a:off x="7896020" y="2348988"/>
            <a:ext cx="3960000" cy="954107"/>
          </a:xfrm>
          <a:prstGeom prst="rect">
            <a:avLst/>
          </a:prstGeom>
          <a:solidFill>
            <a:srgbClr val="DCF3FE">
              <a:alpha val="30196"/>
            </a:srgbClr>
          </a:solidFill>
        </p:spPr>
        <p:txBody>
          <a:bodyPr wrap="square" rtlCol="0">
            <a:spAutoFit/>
          </a:bodyPr>
          <a:lstStyle/>
          <a:p>
            <a:pPr algn="ctr"/>
            <a:r>
              <a:rPr lang="en-GB" sz="3200" dirty="0"/>
              <a:t>Petteri Kaski</a:t>
            </a:r>
          </a:p>
          <a:p>
            <a:pPr algn="ctr"/>
            <a:r>
              <a:rPr lang="en-GB" sz="2400" dirty="0"/>
              <a:t>Aalto University</a:t>
            </a:r>
          </a:p>
        </p:txBody>
      </p:sp>
      <p:sp>
        <p:nvSpPr>
          <p:cNvPr id="15" name="TextBox 14">
            <a:extLst>
              <a:ext uri="{FF2B5EF4-FFF2-40B4-BE49-F238E27FC236}">
                <a16:creationId xmlns:a16="http://schemas.microsoft.com/office/drawing/2014/main" id="{DCF94CDE-8C41-355A-FFA3-9351BA551BDC}"/>
              </a:ext>
            </a:extLst>
          </p:cNvPr>
          <p:cNvSpPr txBox="1"/>
          <p:nvPr/>
        </p:nvSpPr>
        <p:spPr>
          <a:xfrm>
            <a:off x="1235946" y="2348988"/>
            <a:ext cx="3960000" cy="954107"/>
          </a:xfrm>
          <a:prstGeom prst="rect">
            <a:avLst/>
          </a:prstGeom>
          <a:solidFill>
            <a:srgbClr val="DCF3FE">
              <a:alpha val="30196"/>
            </a:srgbClr>
          </a:solidFill>
        </p:spPr>
        <p:txBody>
          <a:bodyPr wrap="square" rtlCol="0">
            <a:spAutoFit/>
          </a:bodyPr>
          <a:lstStyle/>
          <a:p>
            <a:pPr algn="ctr"/>
            <a:r>
              <a:rPr lang="en-GB" sz="3200" dirty="0"/>
              <a:t>Baitian Li</a:t>
            </a:r>
          </a:p>
          <a:p>
            <a:pPr algn="ctr"/>
            <a:r>
              <a:rPr lang="en-GB" sz="2400" dirty="0"/>
              <a:t>Columbia University</a:t>
            </a:r>
          </a:p>
        </p:txBody>
      </p:sp>
      <p:sp>
        <p:nvSpPr>
          <p:cNvPr id="17" name="TextBox 16">
            <a:extLst>
              <a:ext uri="{FF2B5EF4-FFF2-40B4-BE49-F238E27FC236}">
                <a16:creationId xmlns:a16="http://schemas.microsoft.com/office/drawing/2014/main" id="{1EAC0D4F-ACC6-73F4-123D-B0E6095BC20A}"/>
              </a:ext>
            </a:extLst>
          </p:cNvPr>
          <p:cNvSpPr txBox="1"/>
          <p:nvPr/>
        </p:nvSpPr>
        <p:spPr>
          <a:xfrm>
            <a:off x="4925987" y="3609002"/>
            <a:ext cx="3960000" cy="954107"/>
          </a:xfrm>
          <a:prstGeom prst="rect">
            <a:avLst/>
          </a:prstGeom>
          <a:solidFill>
            <a:srgbClr val="DCF3FE">
              <a:alpha val="30196"/>
            </a:srgbClr>
          </a:solidFill>
        </p:spPr>
        <p:txBody>
          <a:bodyPr wrap="square" rtlCol="0">
            <a:spAutoFit/>
          </a:bodyPr>
          <a:lstStyle/>
          <a:p>
            <a:pPr algn="ctr"/>
            <a:r>
              <a:rPr lang="en-GB" sz="3200" dirty="0"/>
              <a:t>Ian Orzel</a:t>
            </a:r>
          </a:p>
          <a:p>
            <a:pPr algn="ctr"/>
            <a:r>
              <a:rPr lang="en-GB" sz="2400" dirty="0"/>
              <a:t>University of Copenhagen</a:t>
            </a:r>
          </a:p>
        </p:txBody>
      </p:sp>
      <p:sp>
        <p:nvSpPr>
          <p:cNvPr id="19" name="TextBox 18">
            <a:extLst>
              <a:ext uri="{FF2B5EF4-FFF2-40B4-BE49-F238E27FC236}">
                <a16:creationId xmlns:a16="http://schemas.microsoft.com/office/drawing/2014/main" id="{C43B9872-AD01-64F1-9962-CE42E85C897E}"/>
              </a:ext>
            </a:extLst>
          </p:cNvPr>
          <p:cNvSpPr txBox="1"/>
          <p:nvPr/>
        </p:nvSpPr>
        <p:spPr>
          <a:xfrm>
            <a:off x="2136000" y="4689014"/>
            <a:ext cx="3960000" cy="954107"/>
          </a:xfrm>
          <a:prstGeom prst="rect">
            <a:avLst/>
          </a:prstGeom>
          <a:solidFill>
            <a:srgbClr val="DCF3FE">
              <a:alpha val="30196"/>
            </a:srgbClr>
          </a:solidFill>
        </p:spPr>
        <p:txBody>
          <a:bodyPr wrap="square" rtlCol="0">
            <a:spAutoFit/>
          </a:bodyPr>
          <a:lstStyle/>
          <a:p>
            <a:pPr algn="ctr"/>
            <a:r>
              <a:rPr lang="en-GB" sz="3200" dirty="0"/>
              <a:t>Tim Seppelt</a:t>
            </a:r>
          </a:p>
          <a:p>
            <a:pPr algn="ctr"/>
            <a:r>
              <a:rPr lang="en-GB" sz="2400" dirty="0"/>
              <a:t>IT University of Copenhagen</a:t>
            </a:r>
          </a:p>
        </p:txBody>
      </p:sp>
      <p:sp>
        <p:nvSpPr>
          <p:cNvPr id="21" name="TextBox 20">
            <a:extLst>
              <a:ext uri="{FF2B5EF4-FFF2-40B4-BE49-F238E27FC236}">
                <a16:creationId xmlns:a16="http://schemas.microsoft.com/office/drawing/2014/main" id="{558E7EA9-9204-76F1-1F71-59997BEDFD59}"/>
              </a:ext>
            </a:extLst>
          </p:cNvPr>
          <p:cNvSpPr txBox="1"/>
          <p:nvPr/>
        </p:nvSpPr>
        <p:spPr>
          <a:xfrm>
            <a:off x="7626017" y="4959017"/>
            <a:ext cx="3960000" cy="954107"/>
          </a:xfrm>
          <a:prstGeom prst="rect">
            <a:avLst/>
          </a:prstGeom>
          <a:solidFill>
            <a:srgbClr val="DCF3FE">
              <a:alpha val="30196"/>
            </a:srgbClr>
          </a:solidFill>
        </p:spPr>
        <p:txBody>
          <a:bodyPr wrap="square" rtlCol="0">
            <a:spAutoFit/>
          </a:bodyPr>
          <a:lstStyle/>
          <a:p>
            <a:pPr algn="ctr"/>
            <a:r>
              <a:rPr lang="en-GB" sz="3200" dirty="0"/>
              <a:t>Jiaheng Wang</a:t>
            </a:r>
          </a:p>
          <a:p>
            <a:pPr algn="ctr"/>
            <a:r>
              <a:rPr lang="en-GB" sz="2400" dirty="0"/>
              <a:t>University of Helsinki</a:t>
            </a:r>
          </a:p>
        </p:txBody>
      </p:sp>
    </p:spTree>
    <p:extLst>
      <p:ext uri="{BB962C8B-B14F-4D97-AF65-F5344CB8AC3E}">
        <p14:creationId xmlns:p14="http://schemas.microsoft.com/office/powerpoint/2010/main" val="151956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5259-CED9-D3AE-D809-7C5A6EFAC4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E20B61-3108-5F22-7D23-009C7AD47FEA}"/>
              </a:ext>
            </a:extLst>
          </p:cNvPr>
          <p:cNvSpPr/>
          <p:nvPr/>
        </p:nvSpPr>
        <p:spPr>
          <a:xfrm>
            <a:off x="4025976"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4</a:t>
            </a:r>
            <a:endParaRPr lang="en-GB" sz="7200" dirty="0">
              <a:solidFill>
                <a:schemeClr val="tx1"/>
              </a:solidFill>
            </a:endParaRPr>
          </a:p>
        </p:txBody>
      </p:sp>
      <p:sp>
        <p:nvSpPr>
          <p:cNvPr id="8" name="Rectangle 7">
            <a:extLst>
              <a:ext uri="{FF2B5EF4-FFF2-40B4-BE49-F238E27FC236}">
                <a16:creationId xmlns:a16="http://schemas.microsoft.com/office/drawing/2014/main" id="{C03B9B1E-CAD0-38CC-316F-E78DBD71777D}"/>
              </a:ext>
            </a:extLst>
          </p:cNvPr>
          <p:cNvSpPr/>
          <p:nvPr/>
        </p:nvSpPr>
        <p:spPr>
          <a:xfrm>
            <a:off x="5465992"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1</a:t>
            </a:r>
            <a:endParaRPr lang="en-GB" sz="7200" dirty="0">
              <a:solidFill>
                <a:schemeClr val="tx1"/>
              </a:solidFill>
            </a:endParaRPr>
          </a:p>
        </p:txBody>
      </p:sp>
      <p:sp>
        <p:nvSpPr>
          <p:cNvPr id="12" name="Rectangle 11">
            <a:extLst>
              <a:ext uri="{FF2B5EF4-FFF2-40B4-BE49-F238E27FC236}">
                <a16:creationId xmlns:a16="http://schemas.microsoft.com/office/drawing/2014/main" id="{4B8ABBF8-FA47-C026-49FA-88BCB6ADAF80}"/>
              </a:ext>
            </a:extLst>
          </p:cNvPr>
          <p:cNvSpPr/>
          <p:nvPr/>
        </p:nvSpPr>
        <p:spPr>
          <a:xfrm>
            <a:off x="6906008"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3</a:t>
            </a:r>
            <a:endParaRPr lang="en-GB" sz="7200" dirty="0">
              <a:solidFill>
                <a:schemeClr val="tx1"/>
              </a:solidFill>
            </a:endParaRPr>
          </a:p>
        </p:txBody>
      </p:sp>
      <p:sp>
        <p:nvSpPr>
          <p:cNvPr id="14" name="Rectangle 13">
            <a:extLst>
              <a:ext uri="{FF2B5EF4-FFF2-40B4-BE49-F238E27FC236}">
                <a16:creationId xmlns:a16="http://schemas.microsoft.com/office/drawing/2014/main" id="{84EC98C4-B474-F1EA-D25D-E3E03D7A4837}"/>
              </a:ext>
            </a:extLst>
          </p:cNvPr>
          <p:cNvSpPr/>
          <p:nvPr/>
        </p:nvSpPr>
        <p:spPr>
          <a:xfrm>
            <a:off x="4025976"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16" name="Rectangle 15">
            <a:extLst>
              <a:ext uri="{FF2B5EF4-FFF2-40B4-BE49-F238E27FC236}">
                <a16:creationId xmlns:a16="http://schemas.microsoft.com/office/drawing/2014/main" id="{C3FC81F6-221A-8FE5-F4E9-06C9CFF460F2}"/>
              </a:ext>
            </a:extLst>
          </p:cNvPr>
          <p:cNvSpPr/>
          <p:nvPr/>
        </p:nvSpPr>
        <p:spPr>
          <a:xfrm>
            <a:off x="5465992"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18" name="Rectangle 17">
            <a:extLst>
              <a:ext uri="{FF2B5EF4-FFF2-40B4-BE49-F238E27FC236}">
                <a16:creationId xmlns:a16="http://schemas.microsoft.com/office/drawing/2014/main" id="{87C74CDD-8092-2312-C363-43778F9000D5}"/>
              </a:ext>
            </a:extLst>
          </p:cNvPr>
          <p:cNvSpPr/>
          <p:nvPr/>
        </p:nvSpPr>
        <p:spPr>
          <a:xfrm>
            <a:off x="6906008"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20" name="Rectangle 19">
            <a:extLst>
              <a:ext uri="{FF2B5EF4-FFF2-40B4-BE49-F238E27FC236}">
                <a16:creationId xmlns:a16="http://schemas.microsoft.com/office/drawing/2014/main" id="{D654ADE4-E2DD-874D-567E-3C51EE4B64D8}"/>
              </a:ext>
            </a:extLst>
          </p:cNvPr>
          <p:cNvSpPr/>
          <p:nvPr/>
        </p:nvSpPr>
        <p:spPr>
          <a:xfrm>
            <a:off x="4025976"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8</a:t>
            </a:r>
            <a:endParaRPr lang="en-GB" sz="7200" dirty="0">
              <a:solidFill>
                <a:schemeClr val="tx1"/>
              </a:solidFill>
            </a:endParaRPr>
          </a:p>
        </p:txBody>
      </p:sp>
      <p:sp>
        <p:nvSpPr>
          <p:cNvPr id="22" name="Rectangle 21">
            <a:extLst>
              <a:ext uri="{FF2B5EF4-FFF2-40B4-BE49-F238E27FC236}">
                <a16:creationId xmlns:a16="http://schemas.microsoft.com/office/drawing/2014/main" id="{D30D9645-2157-918A-AE0F-8B791923CD96}"/>
              </a:ext>
            </a:extLst>
          </p:cNvPr>
          <p:cNvSpPr/>
          <p:nvPr/>
        </p:nvSpPr>
        <p:spPr>
          <a:xfrm>
            <a:off x="5465992"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2</a:t>
            </a:r>
            <a:endParaRPr lang="en-GB" sz="7200" dirty="0">
              <a:solidFill>
                <a:schemeClr val="tx1"/>
              </a:solidFill>
            </a:endParaRPr>
          </a:p>
        </p:txBody>
      </p:sp>
      <p:sp>
        <p:nvSpPr>
          <p:cNvPr id="24" name="Rectangle 23">
            <a:extLst>
              <a:ext uri="{FF2B5EF4-FFF2-40B4-BE49-F238E27FC236}">
                <a16:creationId xmlns:a16="http://schemas.microsoft.com/office/drawing/2014/main" id="{35FDE135-D838-E0AE-4083-C4C892F53328}"/>
              </a:ext>
            </a:extLst>
          </p:cNvPr>
          <p:cNvSpPr/>
          <p:nvPr/>
        </p:nvSpPr>
        <p:spPr>
          <a:xfrm>
            <a:off x="6906008"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6</a:t>
            </a:r>
            <a:endParaRPr lang="en-GB" sz="7200" dirty="0">
              <a:solidFill>
                <a:schemeClr val="tx1"/>
              </a:solidFill>
            </a:endParaRPr>
          </a:p>
        </p:txBody>
      </p:sp>
    </p:spTree>
    <p:extLst>
      <p:ext uri="{BB962C8B-B14F-4D97-AF65-F5344CB8AC3E}">
        <p14:creationId xmlns:p14="http://schemas.microsoft.com/office/powerpoint/2010/main" val="381994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D21B-8801-3422-9B42-756DF2A1D54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768D304-3B6F-0B70-A1C5-5B4CD5A6B99B}"/>
              </a:ext>
            </a:extLst>
          </p:cNvPr>
          <p:cNvSpPr/>
          <p:nvPr/>
        </p:nvSpPr>
        <p:spPr>
          <a:xfrm>
            <a:off x="1055943" y="2978994"/>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rank</a:t>
            </a:r>
            <a:endParaRPr lang="en-GB" sz="5400" dirty="0">
              <a:solidFill>
                <a:schemeClr val="tx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36EC060-CD17-9628-C048-4819D005CBF0}"/>
                  </a:ext>
                </a:extLst>
              </p:cNvPr>
              <p:cNvSpPr/>
              <p:nvPr/>
            </p:nvSpPr>
            <p:spPr>
              <a:xfrm>
                <a:off x="8616028" y="2978996"/>
                <a:ext cx="1890021" cy="900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5400" b="0" i="1" smtClean="0">
                          <a:solidFill>
                            <a:schemeClr val="tx1"/>
                          </a:solidFill>
                          <a:latin typeface="Cambria Math" panose="02040503050406030204" pitchFamily="18" charset="0"/>
                        </a:rPr>
                        <m:t>=1</m:t>
                      </m:r>
                    </m:oMath>
                  </m:oMathPara>
                </a14:m>
                <a:endParaRPr lang="en-GB" sz="5400" dirty="0">
                  <a:solidFill>
                    <a:schemeClr val="tx1"/>
                  </a:solidFill>
                </a:endParaRPr>
              </a:p>
            </p:txBody>
          </p:sp>
        </mc:Choice>
        <mc:Fallback xmlns="">
          <p:sp>
            <p:nvSpPr>
              <p:cNvPr id="13" name="Rectangle 12">
                <a:extLst>
                  <a:ext uri="{FF2B5EF4-FFF2-40B4-BE49-F238E27FC236}">
                    <a16:creationId xmlns:a16="http://schemas.microsoft.com/office/drawing/2014/main" id="{E36EC060-CD17-9628-C048-4819D005CBF0}"/>
                  </a:ext>
                </a:extLst>
              </p:cNvPr>
              <p:cNvSpPr>
                <a:spLocks noRot="1" noChangeAspect="1" noMove="1" noResize="1" noEditPoints="1" noAdjustHandles="1" noChangeArrowheads="1" noChangeShapeType="1" noTextEdit="1"/>
              </p:cNvSpPr>
              <p:nvPr/>
            </p:nvSpPr>
            <p:spPr>
              <a:xfrm>
                <a:off x="8616028" y="2978996"/>
                <a:ext cx="1890021" cy="900010"/>
              </a:xfrm>
              <a:prstGeom prst="rect">
                <a:avLst/>
              </a:prstGeom>
              <a:blipFill>
                <a:blip r:embed="rId2"/>
                <a:stretch>
                  <a:fillRect/>
                </a:stretch>
              </a:blipFill>
              <a:ln>
                <a:noFill/>
              </a:ln>
            </p:spPr>
            <p:txBody>
              <a:bodyPr/>
              <a:lstStyle/>
              <a:p>
                <a:r>
                  <a:rPr lang="en-GB">
                    <a:noFill/>
                  </a:rPr>
                  <a:t> </a:t>
                </a:r>
              </a:p>
            </p:txBody>
          </p:sp>
        </mc:Fallback>
      </mc:AlternateContent>
      <p:sp>
        <p:nvSpPr>
          <p:cNvPr id="4" name="Rectangle 3">
            <a:extLst>
              <a:ext uri="{FF2B5EF4-FFF2-40B4-BE49-F238E27FC236}">
                <a16:creationId xmlns:a16="http://schemas.microsoft.com/office/drawing/2014/main" id="{46EE19B6-931D-9F70-7571-95116E61D7B7}"/>
              </a:ext>
            </a:extLst>
          </p:cNvPr>
          <p:cNvSpPr/>
          <p:nvPr/>
        </p:nvSpPr>
        <p:spPr>
          <a:xfrm>
            <a:off x="4025976"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4</a:t>
            </a:r>
            <a:endParaRPr lang="en-GB" sz="7200" dirty="0">
              <a:solidFill>
                <a:schemeClr val="tx1"/>
              </a:solidFill>
            </a:endParaRPr>
          </a:p>
        </p:txBody>
      </p:sp>
      <p:sp>
        <p:nvSpPr>
          <p:cNvPr id="6" name="Rectangle 5">
            <a:extLst>
              <a:ext uri="{FF2B5EF4-FFF2-40B4-BE49-F238E27FC236}">
                <a16:creationId xmlns:a16="http://schemas.microsoft.com/office/drawing/2014/main" id="{CA2FEFE6-CD6E-7976-0E4B-B5E340933709}"/>
              </a:ext>
            </a:extLst>
          </p:cNvPr>
          <p:cNvSpPr/>
          <p:nvPr/>
        </p:nvSpPr>
        <p:spPr>
          <a:xfrm>
            <a:off x="5465992"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1</a:t>
            </a:r>
            <a:endParaRPr lang="en-GB" sz="7200" dirty="0">
              <a:solidFill>
                <a:schemeClr val="tx1"/>
              </a:solidFill>
            </a:endParaRPr>
          </a:p>
        </p:txBody>
      </p:sp>
      <p:sp>
        <p:nvSpPr>
          <p:cNvPr id="10" name="Rectangle 9">
            <a:extLst>
              <a:ext uri="{FF2B5EF4-FFF2-40B4-BE49-F238E27FC236}">
                <a16:creationId xmlns:a16="http://schemas.microsoft.com/office/drawing/2014/main" id="{BD084437-0CCE-F9C6-01FD-7203F85AB110}"/>
              </a:ext>
            </a:extLst>
          </p:cNvPr>
          <p:cNvSpPr/>
          <p:nvPr/>
        </p:nvSpPr>
        <p:spPr>
          <a:xfrm>
            <a:off x="6906008"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3</a:t>
            </a:r>
            <a:endParaRPr lang="en-GB" sz="7200" dirty="0">
              <a:solidFill>
                <a:schemeClr val="tx1"/>
              </a:solidFill>
            </a:endParaRPr>
          </a:p>
        </p:txBody>
      </p:sp>
      <p:sp>
        <p:nvSpPr>
          <p:cNvPr id="15" name="Rectangle 14">
            <a:extLst>
              <a:ext uri="{FF2B5EF4-FFF2-40B4-BE49-F238E27FC236}">
                <a16:creationId xmlns:a16="http://schemas.microsoft.com/office/drawing/2014/main" id="{873A56DC-CB97-9FF0-9FFA-82862C54EE8F}"/>
              </a:ext>
            </a:extLst>
          </p:cNvPr>
          <p:cNvSpPr/>
          <p:nvPr/>
        </p:nvSpPr>
        <p:spPr>
          <a:xfrm>
            <a:off x="4025976"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19" name="Rectangle 18">
            <a:extLst>
              <a:ext uri="{FF2B5EF4-FFF2-40B4-BE49-F238E27FC236}">
                <a16:creationId xmlns:a16="http://schemas.microsoft.com/office/drawing/2014/main" id="{A1ED9267-1D39-F9A1-7E2B-695CCACD3811}"/>
              </a:ext>
            </a:extLst>
          </p:cNvPr>
          <p:cNvSpPr/>
          <p:nvPr/>
        </p:nvSpPr>
        <p:spPr>
          <a:xfrm>
            <a:off x="5465992"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23" name="Rectangle 22">
            <a:extLst>
              <a:ext uri="{FF2B5EF4-FFF2-40B4-BE49-F238E27FC236}">
                <a16:creationId xmlns:a16="http://schemas.microsoft.com/office/drawing/2014/main" id="{E8FD1936-B4ED-F5F7-F407-9B3FDBA1F0F6}"/>
              </a:ext>
            </a:extLst>
          </p:cNvPr>
          <p:cNvSpPr/>
          <p:nvPr/>
        </p:nvSpPr>
        <p:spPr>
          <a:xfrm>
            <a:off x="6906008"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26" name="Rectangle 25">
            <a:extLst>
              <a:ext uri="{FF2B5EF4-FFF2-40B4-BE49-F238E27FC236}">
                <a16:creationId xmlns:a16="http://schemas.microsoft.com/office/drawing/2014/main" id="{4E25EC04-FEF8-832E-031B-62F2050630B5}"/>
              </a:ext>
            </a:extLst>
          </p:cNvPr>
          <p:cNvSpPr/>
          <p:nvPr/>
        </p:nvSpPr>
        <p:spPr>
          <a:xfrm>
            <a:off x="4025976"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8</a:t>
            </a:r>
            <a:endParaRPr lang="en-GB" sz="7200" dirty="0">
              <a:solidFill>
                <a:schemeClr val="tx1"/>
              </a:solidFill>
            </a:endParaRPr>
          </a:p>
        </p:txBody>
      </p:sp>
      <p:sp>
        <p:nvSpPr>
          <p:cNvPr id="28" name="Rectangle 27">
            <a:extLst>
              <a:ext uri="{FF2B5EF4-FFF2-40B4-BE49-F238E27FC236}">
                <a16:creationId xmlns:a16="http://schemas.microsoft.com/office/drawing/2014/main" id="{43612549-0988-6723-7ADA-81B57FBDF4C2}"/>
              </a:ext>
            </a:extLst>
          </p:cNvPr>
          <p:cNvSpPr/>
          <p:nvPr/>
        </p:nvSpPr>
        <p:spPr>
          <a:xfrm>
            <a:off x="5465992"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2</a:t>
            </a:r>
            <a:endParaRPr lang="en-GB" sz="7200" dirty="0">
              <a:solidFill>
                <a:schemeClr val="tx1"/>
              </a:solidFill>
            </a:endParaRPr>
          </a:p>
        </p:txBody>
      </p:sp>
      <p:sp>
        <p:nvSpPr>
          <p:cNvPr id="30" name="Rectangle 29">
            <a:extLst>
              <a:ext uri="{FF2B5EF4-FFF2-40B4-BE49-F238E27FC236}">
                <a16:creationId xmlns:a16="http://schemas.microsoft.com/office/drawing/2014/main" id="{F08120BE-8C5A-235D-B1FB-7B883060B152}"/>
              </a:ext>
            </a:extLst>
          </p:cNvPr>
          <p:cNvSpPr/>
          <p:nvPr/>
        </p:nvSpPr>
        <p:spPr>
          <a:xfrm>
            <a:off x="6906008"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6</a:t>
            </a:r>
            <a:endParaRPr lang="en-GB" sz="7200" dirty="0">
              <a:solidFill>
                <a:schemeClr val="tx1"/>
              </a:solidFill>
            </a:endParaRPr>
          </a:p>
        </p:txBody>
      </p:sp>
    </p:spTree>
    <p:extLst>
      <p:ext uri="{BB962C8B-B14F-4D97-AF65-F5344CB8AC3E}">
        <p14:creationId xmlns:p14="http://schemas.microsoft.com/office/powerpoint/2010/main" val="70079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E0D59-B234-FEC5-79BE-2A3F765947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697B8DB-62CD-2CF0-8294-652C5861EC35}"/>
              </a:ext>
            </a:extLst>
          </p:cNvPr>
          <p:cNvSpPr/>
          <p:nvPr/>
        </p:nvSpPr>
        <p:spPr>
          <a:xfrm>
            <a:off x="1055943" y="2978994"/>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rank</a:t>
            </a:r>
            <a:endParaRPr lang="en-GB" sz="5400" dirty="0">
              <a:solidFill>
                <a:schemeClr val="tx1"/>
              </a:solidFill>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F4EAAF0-B547-0E88-8C31-D451A9187FF7}"/>
                  </a:ext>
                </a:extLst>
              </p:cNvPr>
              <p:cNvSpPr/>
              <p:nvPr/>
            </p:nvSpPr>
            <p:spPr>
              <a:xfrm>
                <a:off x="8616028" y="2978996"/>
                <a:ext cx="1890021" cy="900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5400" b="0" i="1" smtClean="0">
                          <a:solidFill>
                            <a:schemeClr val="tx1"/>
                          </a:solidFill>
                          <a:latin typeface="Cambria Math" panose="02040503050406030204" pitchFamily="18" charset="0"/>
                        </a:rPr>
                        <m:t>=1</m:t>
                      </m:r>
                    </m:oMath>
                  </m:oMathPara>
                </a14:m>
                <a:endParaRPr lang="en-GB" sz="5400" dirty="0">
                  <a:solidFill>
                    <a:schemeClr val="tx1"/>
                  </a:solidFill>
                </a:endParaRPr>
              </a:p>
            </p:txBody>
          </p:sp>
        </mc:Choice>
        <mc:Fallback xmlns="">
          <p:sp>
            <p:nvSpPr>
              <p:cNvPr id="6" name="Rectangle 5">
                <a:extLst>
                  <a:ext uri="{FF2B5EF4-FFF2-40B4-BE49-F238E27FC236}">
                    <a16:creationId xmlns:a16="http://schemas.microsoft.com/office/drawing/2014/main" id="{CF4EAAF0-B547-0E88-8C31-D451A9187FF7}"/>
                  </a:ext>
                </a:extLst>
              </p:cNvPr>
              <p:cNvSpPr>
                <a:spLocks noRot="1" noChangeAspect="1" noMove="1" noResize="1" noEditPoints="1" noAdjustHandles="1" noChangeArrowheads="1" noChangeShapeType="1" noTextEdit="1"/>
              </p:cNvSpPr>
              <p:nvPr/>
            </p:nvSpPr>
            <p:spPr>
              <a:xfrm>
                <a:off x="8616028" y="2978996"/>
                <a:ext cx="1890021" cy="900010"/>
              </a:xfrm>
              <a:prstGeom prst="rect">
                <a:avLst/>
              </a:prstGeom>
              <a:blipFill>
                <a:blip r:embed="rId2"/>
                <a:stretch>
                  <a:fillRect/>
                </a:stretch>
              </a:blipFill>
              <a:ln>
                <a:noFill/>
              </a:ln>
            </p:spPr>
            <p:txBody>
              <a:bodyPr/>
              <a:lstStyle/>
              <a:p>
                <a:r>
                  <a:rPr lang="en-GB">
                    <a:noFill/>
                  </a:rPr>
                  <a:t> </a:t>
                </a:r>
              </a:p>
            </p:txBody>
          </p:sp>
        </mc:Fallback>
      </mc:AlternateContent>
      <p:sp>
        <p:nvSpPr>
          <p:cNvPr id="5" name="Rectangle 4">
            <a:extLst>
              <a:ext uri="{FF2B5EF4-FFF2-40B4-BE49-F238E27FC236}">
                <a16:creationId xmlns:a16="http://schemas.microsoft.com/office/drawing/2014/main" id="{8104F4A5-2CC2-02A6-892A-0A4C8B3994F0}"/>
              </a:ext>
            </a:extLst>
          </p:cNvPr>
          <p:cNvSpPr/>
          <p:nvPr/>
        </p:nvSpPr>
        <p:spPr>
          <a:xfrm>
            <a:off x="3935976" y="98963"/>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6"/>
                </a:solidFill>
              </a:rPr>
              <a:t>4</a:t>
            </a:r>
            <a:endParaRPr lang="en-GB" sz="4800" dirty="0">
              <a:solidFill>
                <a:schemeClr val="accent6"/>
              </a:solidFill>
            </a:endParaRPr>
          </a:p>
        </p:txBody>
      </p:sp>
      <p:sp>
        <p:nvSpPr>
          <p:cNvPr id="9" name="Rectangle 8">
            <a:extLst>
              <a:ext uri="{FF2B5EF4-FFF2-40B4-BE49-F238E27FC236}">
                <a16:creationId xmlns:a16="http://schemas.microsoft.com/office/drawing/2014/main" id="{7DE5438D-AAA9-2A05-B2BA-552B9A9D239E}"/>
              </a:ext>
            </a:extLst>
          </p:cNvPr>
          <p:cNvSpPr/>
          <p:nvPr/>
        </p:nvSpPr>
        <p:spPr>
          <a:xfrm>
            <a:off x="5375992" y="98963"/>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6"/>
                </a:solidFill>
              </a:rPr>
              <a:t>1</a:t>
            </a:r>
            <a:endParaRPr lang="en-GB" sz="4800" dirty="0">
              <a:solidFill>
                <a:schemeClr val="accent6"/>
              </a:solidFill>
            </a:endParaRPr>
          </a:p>
        </p:txBody>
      </p:sp>
      <p:sp>
        <p:nvSpPr>
          <p:cNvPr id="11" name="Rectangle 10">
            <a:extLst>
              <a:ext uri="{FF2B5EF4-FFF2-40B4-BE49-F238E27FC236}">
                <a16:creationId xmlns:a16="http://schemas.microsoft.com/office/drawing/2014/main" id="{83484F87-766F-92F1-6BFD-6C4F9BCD0B0A}"/>
              </a:ext>
            </a:extLst>
          </p:cNvPr>
          <p:cNvSpPr/>
          <p:nvPr/>
        </p:nvSpPr>
        <p:spPr>
          <a:xfrm>
            <a:off x="6816008" y="98963"/>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6"/>
                </a:solidFill>
              </a:rPr>
              <a:t>3</a:t>
            </a:r>
            <a:endParaRPr lang="en-GB" sz="4800" dirty="0">
              <a:solidFill>
                <a:schemeClr val="accent6"/>
              </a:solidFill>
            </a:endParaRPr>
          </a:p>
        </p:txBody>
      </p:sp>
      <p:sp>
        <p:nvSpPr>
          <p:cNvPr id="15" name="Rectangle 14">
            <a:extLst>
              <a:ext uri="{FF2B5EF4-FFF2-40B4-BE49-F238E27FC236}">
                <a16:creationId xmlns:a16="http://schemas.microsoft.com/office/drawing/2014/main" id="{2FA381D8-E996-525D-23AC-FB1AECBC4A4F}"/>
              </a:ext>
            </a:extLst>
          </p:cNvPr>
          <p:cNvSpPr/>
          <p:nvPr/>
        </p:nvSpPr>
        <p:spPr>
          <a:xfrm>
            <a:off x="2855964" y="1268976"/>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1"/>
                </a:solidFill>
              </a:rPr>
              <a:t>1</a:t>
            </a:r>
            <a:endParaRPr lang="en-GB" sz="4800" dirty="0">
              <a:solidFill>
                <a:schemeClr val="accent1"/>
              </a:solidFill>
            </a:endParaRPr>
          </a:p>
        </p:txBody>
      </p:sp>
      <p:sp>
        <p:nvSpPr>
          <p:cNvPr id="19" name="Rectangle 18">
            <a:extLst>
              <a:ext uri="{FF2B5EF4-FFF2-40B4-BE49-F238E27FC236}">
                <a16:creationId xmlns:a16="http://schemas.microsoft.com/office/drawing/2014/main" id="{BDC860AB-1EC7-FA3D-9799-0DE6060E90BA}"/>
              </a:ext>
            </a:extLst>
          </p:cNvPr>
          <p:cNvSpPr/>
          <p:nvPr/>
        </p:nvSpPr>
        <p:spPr>
          <a:xfrm>
            <a:off x="2855964" y="2708992"/>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1"/>
                </a:solidFill>
              </a:rPr>
              <a:t>0</a:t>
            </a:r>
            <a:endParaRPr lang="en-GB" sz="4800" dirty="0">
              <a:solidFill>
                <a:schemeClr val="accent1"/>
              </a:solidFill>
            </a:endParaRPr>
          </a:p>
        </p:txBody>
      </p:sp>
      <p:sp>
        <p:nvSpPr>
          <p:cNvPr id="23" name="Rectangle 22">
            <a:extLst>
              <a:ext uri="{FF2B5EF4-FFF2-40B4-BE49-F238E27FC236}">
                <a16:creationId xmlns:a16="http://schemas.microsoft.com/office/drawing/2014/main" id="{E5D55540-38C8-F55F-BE06-907C063518DC}"/>
              </a:ext>
            </a:extLst>
          </p:cNvPr>
          <p:cNvSpPr/>
          <p:nvPr/>
        </p:nvSpPr>
        <p:spPr>
          <a:xfrm>
            <a:off x="2855964" y="4149008"/>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1"/>
                </a:solidFill>
              </a:rPr>
              <a:t>2</a:t>
            </a:r>
            <a:endParaRPr lang="en-GB" sz="4800" dirty="0">
              <a:solidFill>
                <a:schemeClr val="accent1"/>
              </a:solidFill>
            </a:endParaRPr>
          </a:p>
        </p:txBody>
      </p:sp>
      <p:sp>
        <p:nvSpPr>
          <p:cNvPr id="7" name="Rectangle 6">
            <a:extLst>
              <a:ext uri="{FF2B5EF4-FFF2-40B4-BE49-F238E27FC236}">
                <a16:creationId xmlns:a16="http://schemas.microsoft.com/office/drawing/2014/main" id="{99ED1E99-20A7-45A5-0938-1A3DCC1C730C}"/>
              </a:ext>
            </a:extLst>
          </p:cNvPr>
          <p:cNvSpPr/>
          <p:nvPr/>
        </p:nvSpPr>
        <p:spPr>
          <a:xfrm>
            <a:off x="4025976"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4</a:t>
            </a:r>
            <a:endParaRPr lang="en-GB" sz="7200" dirty="0">
              <a:solidFill>
                <a:schemeClr val="tx1"/>
              </a:solidFill>
            </a:endParaRPr>
          </a:p>
        </p:txBody>
      </p:sp>
      <p:sp>
        <p:nvSpPr>
          <p:cNvPr id="13" name="Rectangle 12">
            <a:extLst>
              <a:ext uri="{FF2B5EF4-FFF2-40B4-BE49-F238E27FC236}">
                <a16:creationId xmlns:a16="http://schemas.microsoft.com/office/drawing/2014/main" id="{8C993949-8288-7A09-6EAC-591B6F490ED3}"/>
              </a:ext>
            </a:extLst>
          </p:cNvPr>
          <p:cNvSpPr/>
          <p:nvPr/>
        </p:nvSpPr>
        <p:spPr>
          <a:xfrm>
            <a:off x="5465992"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1</a:t>
            </a:r>
            <a:endParaRPr lang="en-GB" sz="7200" dirty="0">
              <a:solidFill>
                <a:schemeClr val="tx1"/>
              </a:solidFill>
            </a:endParaRPr>
          </a:p>
        </p:txBody>
      </p:sp>
      <p:sp>
        <p:nvSpPr>
          <p:cNvPr id="21" name="Rectangle 20">
            <a:extLst>
              <a:ext uri="{FF2B5EF4-FFF2-40B4-BE49-F238E27FC236}">
                <a16:creationId xmlns:a16="http://schemas.microsoft.com/office/drawing/2014/main" id="{159E7E10-3B67-A316-BC96-37AA204FB81A}"/>
              </a:ext>
            </a:extLst>
          </p:cNvPr>
          <p:cNvSpPr/>
          <p:nvPr/>
        </p:nvSpPr>
        <p:spPr>
          <a:xfrm>
            <a:off x="6906008" y="1358976"/>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3</a:t>
            </a:r>
            <a:endParaRPr lang="en-GB" sz="7200" dirty="0">
              <a:solidFill>
                <a:schemeClr val="tx1"/>
              </a:solidFill>
            </a:endParaRPr>
          </a:p>
        </p:txBody>
      </p:sp>
      <p:sp>
        <p:nvSpPr>
          <p:cNvPr id="26" name="Rectangle 25">
            <a:extLst>
              <a:ext uri="{FF2B5EF4-FFF2-40B4-BE49-F238E27FC236}">
                <a16:creationId xmlns:a16="http://schemas.microsoft.com/office/drawing/2014/main" id="{3EC800C6-02F0-EE9B-2901-B7E7E8DA4870}"/>
              </a:ext>
            </a:extLst>
          </p:cNvPr>
          <p:cNvSpPr/>
          <p:nvPr/>
        </p:nvSpPr>
        <p:spPr>
          <a:xfrm>
            <a:off x="4025976"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28" name="Rectangle 27">
            <a:extLst>
              <a:ext uri="{FF2B5EF4-FFF2-40B4-BE49-F238E27FC236}">
                <a16:creationId xmlns:a16="http://schemas.microsoft.com/office/drawing/2014/main" id="{12FDCD7A-EFB1-308F-3DC2-F832D1F5DFB9}"/>
              </a:ext>
            </a:extLst>
          </p:cNvPr>
          <p:cNvSpPr/>
          <p:nvPr/>
        </p:nvSpPr>
        <p:spPr>
          <a:xfrm>
            <a:off x="5465992"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30" name="Rectangle 29">
            <a:extLst>
              <a:ext uri="{FF2B5EF4-FFF2-40B4-BE49-F238E27FC236}">
                <a16:creationId xmlns:a16="http://schemas.microsoft.com/office/drawing/2014/main" id="{CDD16C4D-F5A8-D9D2-C863-AA19696DBF40}"/>
              </a:ext>
            </a:extLst>
          </p:cNvPr>
          <p:cNvSpPr/>
          <p:nvPr/>
        </p:nvSpPr>
        <p:spPr>
          <a:xfrm>
            <a:off x="6906008" y="2798992"/>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0</a:t>
            </a:r>
            <a:endParaRPr lang="en-GB" sz="7200" dirty="0">
              <a:solidFill>
                <a:schemeClr val="tx1"/>
              </a:solidFill>
            </a:endParaRPr>
          </a:p>
        </p:txBody>
      </p:sp>
      <p:sp>
        <p:nvSpPr>
          <p:cNvPr id="32" name="Rectangle 31">
            <a:extLst>
              <a:ext uri="{FF2B5EF4-FFF2-40B4-BE49-F238E27FC236}">
                <a16:creationId xmlns:a16="http://schemas.microsoft.com/office/drawing/2014/main" id="{996FCCCF-5B7C-50E8-BB1B-81C7073E09DB}"/>
              </a:ext>
            </a:extLst>
          </p:cNvPr>
          <p:cNvSpPr/>
          <p:nvPr/>
        </p:nvSpPr>
        <p:spPr>
          <a:xfrm>
            <a:off x="4025976"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8</a:t>
            </a:r>
            <a:endParaRPr lang="en-GB" sz="7200" dirty="0">
              <a:solidFill>
                <a:schemeClr val="tx1"/>
              </a:solidFill>
            </a:endParaRPr>
          </a:p>
        </p:txBody>
      </p:sp>
      <p:sp>
        <p:nvSpPr>
          <p:cNvPr id="34" name="Rectangle 33">
            <a:extLst>
              <a:ext uri="{FF2B5EF4-FFF2-40B4-BE49-F238E27FC236}">
                <a16:creationId xmlns:a16="http://schemas.microsoft.com/office/drawing/2014/main" id="{DB2FD345-A0ED-C39F-842D-F391809AC851}"/>
              </a:ext>
            </a:extLst>
          </p:cNvPr>
          <p:cNvSpPr/>
          <p:nvPr/>
        </p:nvSpPr>
        <p:spPr>
          <a:xfrm>
            <a:off x="5465992"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2</a:t>
            </a:r>
            <a:endParaRPr lang="en-GB" sz="7200" dirty="0">
              <a:solidFill>
                <a:schemeClr val="tx1"/>
              </a:solidFill>
            </a:endParaRPr>
          </a:p>
        </p:txBody>
      </p:sp>
      <p:sp>
        <p:nvSpPr>
          <p:cNvPr id="36" name="Rectangle 35">
            <a:extLst>
              <a:ext uri="{FF2B5EF4-FFF2-40B4-BE49-F238E27FC236}">
                <a16:creationId xmlns:a16="http://schemas.microsoft.com/office/drawing/2014/main" id="{C444847B-1926-42C2-C478-CC8E2ECC575D}"/>
              </a:ext>
            </a:extLst>
          </p:cNvPr>
          <p:cNvSpPr/>
          <p:nvPr/>
        </p:nvSpPr>
        <p:spPr>
          <a:xfrm>
            <a:off x="6906008" y="4239008"/>
            <a:ext cx="1259992" cy="1259992"/>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rPr>
              <a:t>6</a:t>
            </a:r>
            <a:endParaRPr lang="en-GB" sz="7200" dirty="0">
              <a:solidFill>
                <a:schemeClr val="tx1"/>
              </a:solidFill>
            </a:endParaRPr>
          </a:p>
        </p:txBody>
      </p:sp>
    </p:spTree>
    <p:extLst>
      <p:ext uri="{BB962C8B-B14F-4D97-AF65-F5344CB8AC3E}">
        <p14:creationId xmlns:p14="http://schemas.microsoft.com/office/powerpoint/2010/main" val="4006182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7070A-EF3C-0664-25CF-EDBD799D05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717891-41BA-3319-55AC-B66CD8F36FA4}"/>
              </a:ext>
            </a:extLst>
          </p:cNvPr>
          <p:cNvSpPr/>
          <p:nvPr/>
        </p:nvSpPr>
        <p:spPr>
          <a:xfrm>
            <a:off x="1055943" y="3743970"/>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rank</a:t>
            </a:r>
            <a:endParaRPr lang="en-GB" sz="5400" dirty="0">
              <a:solidFill>
                <a:schemeClr val="tx1"/>
              </a:solidFill>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6516904-E3DF-528C-4363-02114D679DD1}"/>
                  </a:ext>
                </a:extLst>
              </p:cNvPr>
              <p:cNvSpPr/>
              <p:nvPr/>
            </p:nvSpPr>
            <p:spPr>
              <a:xfrm>
                <a:off x="2495960" y="3743970"/>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d>
                        <m:dPr>
                          <m:ctrlPr>
                            <a:rPr lang="en-GB" sz="5400" b="0" i="1" smtClean="0">
                              <a:solidFill>
                                <a:schemeClr val="tx1"/>
                              </a:solidFill>
                              <a:latin typeface="Cambria Math" panose="02040503050406030204" pitchFamily="18" charset="0"/>
                            </a:rPr>
                          </m:ctrlPr>
                        </m:dPr>
                        <m:e>
                          <m:r>
                            <a:rPr lang="en-GB" sz="5400" b="0" i="1" smtClean="0">
                              <a:solidFill>
                                <a:schemeClr val="tx1"/>
                              </a:solidFill>
                              <a:latin typeface="Cambria Math" panose="02040503050406030204" pitchFamily="18" charset="0"/>
                            </a:rPr>
                            <m:t>𝑀</m:t>
                          </m:r>
                        </m:e>
                      </m:d>
                    </m:oMath>
                  </m:oMathPara>
                </a14:m>
                <a:endParaRPr lang="en-GB" sz="5400" dirty="0">
                  <a:solidFill>
                    <a:schemeClr val="tx1"/>
                  </a:solidFill>
                </a:endParaRPr>
              </a:p>
            </p:txBody>
          </p:sp>
        </mc:Choice>
        <mc:Fallback xmlns="">
          <p:sp>
            <p:nvSpPr>
              <p:cNvPr id="7" name="Rectangle 6">
                <a:extLst>
                  <a:ext uri="{FF2B5EF4-FFF2-40B4-BE49-F238E27FC236}">
                    <a16:creationId xmlns:a16="http://schemas.microsoft.com/office/drawing/2014/main" id="{66516904-E3DF-528C-4363-02114D679DD1}"/>
                  </a:ext>
                </a:extLst>
              </p:cNvPr>
              <p:cNvSpPr>
                <a:spLocks noRot="1" noChangeAspect="1" noMove="1" noResize="1" noEditPoints="1" noAdjustHandles="1" noChangeArrowheads="1" noChangeShapeType="1" noTextEdit="1"/>
              </p:cNvSpPr>
              <p:nvPr/>
            </p:nvSpPr>
            <p:spPr>
              <a:xfrm>
                <a:off x="2495960" y="3743970"/>
                <a:ext cx="1800021" cy="900011"/>
              </a:xfrm>
              <a:prstGeom prst="rect">
                <a:avLst/>
              </a:prstGeom>
              <a:blipFill>
                <a:blip r:embed="rId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534EAD7-D01D-CEE6-041A-60989802E94B}"/>
                  </a:ext>
                </a:extLst>
              </p:cNvPr>
              <p:cNvSpPr/>
              <p:nvPr/>
            </p:nvSpPr>
            <p:spPr>
              <a:xfrm>
                <a:off x="3935976" y="2033952"/>
                <a:ext cx="7200079" cy="43200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5400" b="0" i="1" smtClean="0">
                          <a:solidFill>
                            <a:schemeClr val="tx1"/>
                          </a:solidFill>
                          <a:latin typeface="Cambria Math" panose="02040503050406030204" pitchFamily="18" charset="0"/>
                        </a:rPr>
                        <m:t>≔</m:t>
                      </m:r>
                      <m:func>
                        <m:funcPr>
                          <m:ctrlPr>
                            <a:rPr lang="en-US" sz="5400">
                              <a:solidFill>
                                <a:schemeClr val="tx1"/>
                              </a:solidFill>
                              <a:latin typeface="Cambria Math" panose="02040503050406030204" pitchFamily="18" charset="0"/>
                            </a:rPr>
                          </m:ctrlPr>
                        </m:funcPr>
                        <m:fName>
                          <m:r>
                            <m:rPr>
                              <m:sty m:val="p"/>
                            </m:rPr>
                            <a:rPr lang="en-US" sz="5400">
                              <a:solidFill>
                                <a:schemeClr val="tx1"/>
                              </a:solidFill>
                              <a:latin typeface="Cambria Math" panose="02040503050406030204" pitchFamily="18" charset="0"/>
                            </a:rPr>
                            <m:t>min</m:t>
                          </m:r>
                        </m:fName>
                        <m:e>
                          <m:d>
                            <m:dPr>
                              <m:begChr m:val="{"/>
                              <m:endChr m:val="}"/>
                              <m:ctrlPr>
                                <a:rPr lang="en-US" sz="5400" i="1">
                                  <a:solidFill>
                                    <a:schemeClr val="tx1"/>
                                  </a:solidFill>
                                  <a:latin typeface="Cambria Math" panose="02040503050406030204" pitchFamily="18" charset="0"/>
                                </a:rPr>
                              </m:ctrlPr>
                            </m:dPr>
                            <m:e>
                              <m:r>
                                <a:rPr lang="en-US" sz="5400" i="1">
                                  <a:solidFill>
                                    <a:schemeClr val="tx1"/>
                                  </a:solidFill>
                                  <a:latin typeface="Cambria Math" panose="02040503050406030204" pitchFamily="18" charset="0"/>
                                </a:rPr>
                                <m:t>𝑟</m:t>
                              </m:r>
                              <m:r>
                                <a:rPr lang="en-US" sz="5400" i="1">
                                  <a:solidFill>
                                    <a:schemeClr val="tx1"/>
                                  </a:solidFill>
                                  <a:latin typeface="Cambria Math" panose="02040503050406030204" pitchFamily="18" charset="0"/>
                                </a:rPr>
                                <m:t> :      =</m:t>
                              </m:r>
                              <m:nary>
                                <m:naryPr>
                                  <m:chr m:val="∑"/>
                                  <m:ctrlPr>
                                    <a:rPr lang="en-US" sz="5400" i="1">
                                      <a:solidFill>
                                        <a:schemeClr val="tx1"/>
                                      </a:solidFill>
                                      <a:latin typeface="Cambria Math" panose="02040503050406030204" pitchFamily="18" charset="0"/>
                                    </a:rPr>
                                  </m:ctrlPr>
                                </m:naryPr>
                                <m:sub>
                                  <m:r>
                                    <m:rPr>
                                      <m:brk m:alnAt="23"/>
                                    </m:rPr>
                                    <a:rPr lang="en-US" sz="5400" i="1">
                                      <a:solidFill>
                                        <a:schemeClr val="tx1"/>
                                      </a:solidFill>
                                      <a:latin typeface="Cambria Math" panose="02040503050406030204" pitchFamily="18" charset="0"/>
                                    </a:rPr>
                                    <m:t>𝑖</m:t>
                                  </m:r>
                                  <m:r>
                                    <a:rPr lang="en-US" sz="5400" i="1">
                                      <a:solidFill>
                                        <a:schemeClr val="tx1"/>
                                      </a:solidFill>
                                      <a:latin typeface="Cambria Math" panose="02040503050406030204" pitchFamily="18" charset="0"/>
                                    </a:rPr>
                                    <m:t>=1</m:t>
                                  </m:r>
                                </m:sub>
                                <m:sup>
                                  <m:r>
                                    <a:rPr lang="en-US" sz="5400" i="1">
                                      <a:solidFill>
                                        <a:schemeClr val="tx1"/>
                                      </a:solidFill>
                                      <a:latin typeface="Cambria Math" panose="02040503050406030204" pitchFamily="18" charset="0"/>
                                    </a:rPr>
                                    <m:t>𝑟</m:t>
                                  </m:r>
                                </m:sup>
                                <m:e>
                                  <m:r>
                                    <a:rPr lang="en-GB" sz="5400" b="0" i="1" smtClean="0">
                                      <a:solidFill>
                                        <a:schemeClr val="tx1"/>
                                      </a:solidFill>
                                      <a:latin typeface="Cambria Math" panose="02040503050406030204" pitchFamily="18" charset="0"/>
                                    </a:rPr>
                                    <m:t>      </m:t>
                                  </m:r>
                                </m:e>
                              </m:nary>
                            </m:e>
                          </m:d>
                        </m:e>
                      </m:func>
                    </m:oMath>
                  </m:oMathPara>
                </a14:m>
                <a:endParaRPr lang="en-GB" sz="5400" dirty="0">
                  <a:solidFill>
                    <a:schemeClr val="tx1"/>
                  </a:solidFill>
                </a:endParaRPr>
              </a:p>
            </p:txBody>
          </p:sp>
        </mc:Choice>
        <mc:Fallback xmlns="">
          <p:sp>
            <p:nvSpPr>
              <p:cNvPr id="13" name="Rectangle 12">
                <a:extLst>
                  <a:ext uri="{FF2B5EF4-FFF2-40B4-BE49-F238E27FC236}">
                    <a16:creationId xmlns:a16="http://schemas.microsoft.com/office/drawing/2014/main" id="{A534EAD7-D01D-CEE6-041A-60989802E94B}"/>
                  </a:ext>
                </a:extLst>
              </p:cNvPr>
              <p:cNvSpPr>
                <a:spLocks noRot="1" noChangeAspect="1" noMove="1" noResize="1" noEditPoints="1" noAdjustHandles="1" noChangeArrowheads="1" noChangeShapeType="1" noTextEdit="1"/>
              </p:cNvSpPr>
              <p:nvPr/>
            </p:nvSpPr>
            <p:spPr>
              <a:xfrm>
                <a:off x="3935976" y="2033952"/>
                <a:ext cx="7200079" cy="4320048"/>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AA04C2C-4E31-6BC5-ED33-3DC9073C48C1}"/>
                  </a:ext>
                </a:extLst>
              </p:cNvPr>
              <p:cNvSpPr/>
              <p:nvPr/>
            </p:nvSpPr>
            <p:spPr>
              <a:xfrm>
                <a:off x="7176012" y="3743970"/>
                <a:ext cx="900010"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5400" b="0" i="1" smtClean="0">
                          <a:solidFill>
                            <a:schemeClr val="tx1"/>
                          </a:solidFill>
                          <a:latin typeface="Cambria Math" panose="02040503050406030204" pitchFamily="18" charset="0"/>
                        </a:rPr>
                        <m:t>𝑀</m:t>
                      </m:r>
                    </m:oMath>
                  </m:oMathPara>
                </a14:m>
                <a:endParaRPr lang="en-GB" sz="5400" dirty="0">
                  <a:solidFill>
                    <a:schemeClr val="tx1"/>
                  </a:solidFill>
                </a:endParaRPr>
              </a:p>
            </p:txBody>
          </p:sp>
        </mc:Choice>
        <mc:Fallback xmlns="">
          <p:sp>
            <p:nvSpPr>
              <p:cNvPr id="21" name="Rectangle 20">
                <a:extLst>
                  <a:ext uri="{FF2B5EF4-FFF2-40B4-BE49-F238E27FC236}">
                    <a16:creationId xmlns:a16="http://schemas.microsoft.com/office/drawing/2014/main" id="{FAA04C2C-4E31-6BC5-ED33-3DC9073C48C1}"/>
                  </a:ext>
                </a:extLst>
              </p:cNvPr>
              <p:cNvSpPr>
                <a:spLocks noRot="1" noChangeAspect="1" noMove="1" noResize="1" noEditPoints="1" noAdjustHandles="1" noChangeArrowheads="1" noChangeShapeType="1" noTextEdit="1"/>
              </p:cNvSpPr>
              <p:nvPr/>
            </p:nvSpPr>
            <p:spPr>
              <a:xfrm>
                <a:off x="7176012" y="3743970"/>
                <a:ext cx="900010" cy="900011"/>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F202E241-0CDC-7B76-800F-C03F6C4791C0}"/>
                  </a:ext>
                </a:extLst>
              </p:cNvPr>
              <p:cNvSpPr/>
              <p:nvPr/>
            </p:nvSpPr>
            <p:spPr>
              <a:xfrm>
                <a:off x="9696040" y="3743970"/>
                <a:ext cx="900010"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GB" sz="5400" b="0" i="1" smtClean="0">
                              <a:solidFill>
                                <a:schemeClr val="accent6"/>
                              </a:solidFill>
                              <a:latin typeface="Cambria Math" panose="02040503050406030204" pitchFamily="18" charset="0"/>
                            </a:rPr>
                          </m:ctrlPr>
                        </m:sSubPr>
                        <m:e>
                          <m:r>
                            <a:rPr lang="en-GB" sz="5400" b="0" i="1" smtClean="0">
                              <a:solidFill>
                                <a:schemeClr val="accent6"/>
                              </a:solidFill>
                              <a:latin typeface="Cambria Math" panose="02040503050406030204" pitchFamily="18" charset="0"/>
                            </a:rPr>
                            <m:t>𝑀</m:t>
                          </m:r>
                        </m:e>
                        <m:sub>
                          <m:r>
                            <a:rPr lang="en-GB" sz="5400" b="0" i="1" smtClean="0">
                              <a:solidFill>
                                <a:schemeClr val="accent6"/>
                              </a:solidFill>
                              <a:latin typeface="Cambria Math" panose="02040503050406030204" pitchFamily="18" charset="0"/>
                            </a:rPr>
                            <m:t>𝑖</m:t>
                          </m:r>
                        </m:sub>
                      </m:sSub>
                    </m:oMath>
                  </m:oMathPara>
                </a14:m>
                <a:endParaRPr lang="en-GB" sz="5400" dirty="0">
                  <a:solidFill>
                    <a:schemeClr val="tx1"/>
                  </a:solidFill>
                </a:endParaRPr>
              </a:p>
            </p:txBody>
          </p:sp>
        </mc:Choice>
        <mc:Fallback xmlns="">
          <p:sp>
            <p:nvSpPr>
              <p:cNvPr id="26" name="Rectangle 25">
                <a:extLst>
                  <a:ext uri="{FF2B5EF4-FFF2-40B4-BE49-F238E27FC236}">
                    <a16:creationId xmlns:a16="http://schemas.microsoft.com/office/drawing/2014/main" id="{F202E241-0CDC-7B76-800F-C03F6C4791C0}"/>
                  </a:ext>
                </a:extLst>
              </p:cNvPr>
              <p:cNvSpPr>
                <a:spLocks noRot="1" noChangeAspect="1" noMove="1" noResize="1" noEditPoints="1" noAdjustHandles="1" noChangeArrowheads="1" noChangeShapeType="1" noTextEdit="1"/>
              </p:cNvSpPr>
              <p:nvPr/>
            </p:nvSpPr>
            <p:spPr>
              <a:xfrm>
                <a:off x="9696040" y="3743970"/>
                <a:ext cx="900010" cy="900011"/>
              </a:xfrm>
              <a:prstGeom prst="rect">
                <a:avLst/>
              </a:prstGeom>
              <a:blipFill>
                <a:blip r:embed="rId5"/>
                <a:stretch>
                  <a:fillRect/>
                </a:stretch>
              </a:blipFill>
              <a:ln>
                <a:noFill/>
              </a:ln>
            </p:spPr>
            <p:txBody>
              <a:bodyPr/>
              <a:lstStyle/>
              <a:p>
                <a:r>
                  <a:rPr lang="en-GB">
                    <a:noFill/>
                  </a:rPr>
                  <a:t> </a:t>
                </a:r>
              </a:p>
            </p:txBody>
          </p:sp>
        </mc:Fallback>
      </mc:AlternateContent>
      <p:sp>
        <p:nvSpPr>
          <p:cNvPr id="27" name="TextBox 26">
            <a:extLst>
              <a:ext uri="{FF2B5EF4-FFF2-40B4-BE49-F238E27FC236}">
                <a16:creationId xmlns:a16="http://schemas.microsoft.com/office/drawing/2014/main" id="{81F4DA1E-2F3E-7EE7-E7A7-BB3142C0101C}"/>
              </a:ext>
            </a:extLst>
          </p:cNvPr>
          <p:cNvSpPr txBox="1"/>
          <p:nvPr/>
        </p:nvSpPr>
        <p:spPr>
          <a:xfrm>
            <a:off x="6276002" y="1313944"/>
            <a:ext cx="2520028" cy="1323439"/>
          </a:xfrm>
          <a:prstGeom prst="rect">
            <a:avLst/>
          </a:prstGeom>
          <a:noFill/>
        </p:spPr>
        <p:txBody>
          <a:bodyPr wrap="square" rtlCol="0">
            <a:spAutoFit/>
          </a:bodyPr>
          <a:lstStyle/>
          <a:p>
            <a:pPr algn="ctr"/>
            <a:r>
              <a:rPr lang="en-GB" sz="4000" dirty="0">
                <a:solidFill>
                  <a:schemeClr val="accent6"/>
                </a:solidFill>
              </a:rPr>
              <a:t>rank-1 matrices</a:t>
            </a:r>
          </a:p>
        </p:txBody>
      </p:sp>
      <p:cxnSp>
        <p:nvCxnSpPr>
          <p:cNvPr id="28" name="Connector: Curved 27">
            <a:extLst>
              <a:ext uri="{FF2B5EF4-FFF2-40B4-BE49-F238E27FC236}">
                <a16:creationId xmlns:a16="http://schemas.microsoft.com/office/drawing/2014/main" id="{3C158D0D-66A7-78CE-5CA4-C7609254D806}"/>
              </a:ext>
            </a:extLst>
          </p:cNvPr>
          <p:cNvCxnSpPr>
            <a:cxnSpLocks/>
          </p:cNvCxnSpPr>
          <p:nvPr/>
        </p:nvCxnSpPr>
        <p:spPr>
          <a:xfrm rot="16200000" flipH="1">
            <a:off x="8841032" y="2258956"/>
            <a:ext cx="1350013" cy="1080010"/>
          </a:xfrm>
          <a:prstGeom prst="curvedConnector3">
            <a:avLst>
              <a:gd name="adj1" fmla="val -1145"/>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E0A9126E-1A4C-A5D5-410C-758221DD3AC7}"/>
              </a:ext>
            </a:extLst>
          </p:cNvPr>
          <p:cNvSpPr/>
          <p:nvPr/>
        </p:nvSpPr>
        <p:spPr>
          <a:xfrm>
            <a:off x="2802007" y="189000"/>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4</a:t>
            </a:r>
            <a:endParaRPr lang="en-GB" sz="2400" dirty="0">
              <a:solidFill>
                <a:schemeClr val="accent6"/>
              </a:solidFill>
            </a:endParaRPr>
          </a:p>
        </p:txBody>
      </p:sp>
      <p:sp>
        <p:nvSpPr>
          <p:cNvPr id="6" name="Rectangle 5">
            <a:extLst>
              <a:ext uri="{FF2B5EF4-FFF2-40B4-BE49-F238E27FC236}">
                <a16:creationId xmlns:a16="http://schemas.microsoft.com/office/drawing/2014/main" id="{233A036A-19A9-5B2A-7121-E5E99F630BCA}"/>
              </a:ext>
            </a:extLst>
          </p:cNvPr>
          <p:cNvSpPr/>
          <p:nvPr/>
        </p:nvSpPr>
        <p:spPr>
          <a:xfrm>
            <a:off x="3570017" y="189000"/>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1</a:t>
            </a:r>
            <a:endParaRPr lang="en-GB" sz="2400" dirty="0">
              <a:solidFill>
                <a:schemeClr val="accent6"/>
              </a:solidFill>
            </a:endParaRPr>
          </a:p>
        </p:txBody>
      </p:sp>
      <p:sp>
        <p:nvSpPr>
          <p:cNvPr id="9" name="Rectangle 8">
            <a:extLst>
              <a:ext uri="{FF2B5EF4-FFF2-40B4-BE49-F238E27FC236}">
                <a16:creationId xmlns:a16="http://schemas.microsoft.com/office/drawing/2014/main" id="{C0D05FA7-547B-2B38-0B2B-6A8C77CF1C1E}"/>
              </a:ext>
            </a:extLst>
          </p:cNvPr>
          <p:cNvSpPr/>
          <p:nvPr/>
        </p:nvSpPr>
        <p:spPr>
          <a:xfrm>
            <a:off x="4338026" y="189000"/>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3</a:t>
            </a:r>
            <a:endParaRPr lang="en-GB" sz="2400" dirty="0">
              <a:solidFill>
                <a:schemeClr val="accent6"/>
              </a:solidFill>
            </a:endParaRPr>
          </a:p>
        </p:txBody>
      </p:sp>
      <p:sp>
        <p:nvSpPr>
          <p:cNvPr id="11" name="Rectangle 10">
            <a:extLst>
              <a:ext uri="{FF2B5EF4-FFF2-40B4-BE49-F238E27FC236}">
                <a16:creationId xmlns:a16="http://schemas.microsoft.com/office/drawing/2014/main" id="{93473514-7C09-125A-4A67-1E93E5D10373}"/>
              </a:ext>
            </a:extLst>
          </p:cNvPr>
          <p:cNvSpPr/>
          <p:nvPr/>
        </p:nvSpPr>
        <p:spPr>
          <a:xfrm>
            <a:off x="2226000" y="813008"/>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1</a:t>
            </a:r>
            <a:endParaRPr lang="en-GB" sz="2400" dirty="0">
              <a:solidFill>
                <a:schemeClr val="accent1"/>
              </a:solidFill>
            </a:endParaRPr>
          </a:p>
        </p:txBody>
      </p:sp>
      <p:sp>
        <p:nvSpPr>
          <p:cNvPr id="14" name="Rectangle 13">
            <a:extLst>
              <a:ext uri="{FF2B5EF4-FFF2-40B4-BE49-F238E27FC236}">
                <a16:creationId xmlns:a16="http://schemas.microsoft.com/office/drawing/2014/main" id="{33C2C2EB-C0B5-9112-9F9B-8ABE037F9A0C}"/>
              </a:ext>
            </a:extLst>
          </p:cNvPr>
          <p:cNvSpPr/>
          <p:nvPr/>
        </p:nvSpPr>
        <p:spPr>
          <a:xfrm>
            <a:off x="2226000" y="1581018"/>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0</a:t>
            </a:r>
            <a:endParaRPr lang="en-GB" sz="2400" dirty="0">
              <a:solidFill>
                <a:schemeClr val="accent1"/>
              </a:solidFill>
            </a:endParaRPr>
          </a:p>
        </p:txBody>
      </p:sp>
      <p:sp>
        <p:nvSpPr>
          <p:cNvPr id="16" name="Rectangle 15">
            <a:extLst>
              <a:ext uri="{FF2B5EF4-FFF2-40B4-BE49-F238E27FC236}">
                <a16:creationId xmlns:a16="http://schemas.microsoft.com/office/drawing/2014/main" id="{F1AC8990-7366-BD50-72AF-B0D0F46A21DB}"/>
              </a:ext>
            </a:extLst>
          </p:cNvPr>
          <p:cNvSpPr/>
          <p:nvPr/>
        </p:nvSpPr>
        <p:spPr>
          <a:xfrm>
            <a:off x="2226000" y="2349027"/>
            <a:ext cx="768010" cy="768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2</a:t>
            </a:r>
            <a:endParaRPr lang="en-GB" sz="2400" dirty="0">
              <a:solidFill>
                <a:schemeClr val="accent1"/>
              </a:solidFill>
            </a:endParaRPr>
          </a:p>
        </p:txBody>
      </p:sp>
      <p:sp>
        <p:nvSpPr>
          <p:cNvPr id="18" name="Rectangle 17">
            <a:extLst>
              <a:ext uri="{FF2B5EF4-FFF2-40B4-BE49-F238E27FC236}">
                <a16:creationId xmlns:a16="http://schemas.microsoft.com/office/drawing/2014/main" id="{A34B2923-1485-D0E5-A7D4-5618662E5621}"/>
              </a:ext>
            </a:extLst>
          </p:cNvPr>
          <p:cNvSpPr/>
          <p:nvPr/>
        </p:nvSpPr>
        <p:spPr>
          <a:xfrm>
            <a:off x="2850007" y="86100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4</a:t>
            </a:r>
            <a:endParaRPr lang="en-GB" sz="4000" dirty="0">
              <a:solidFill>
                <a:schemeClr val="tx1"/>
              </a:solidFill>
            </a:endParaRPr>
          </a:p>
        </p:txBody>
      </p:sp>
      <p:sp>
        <p:nvSpPr>
          <p:cNvPr id="20" name="Rectangle 19">
            <a:extLst>
              <a:ext uri="{FF2B5EF4-FFF2-40B4-BE49-F238E27FC236}">
                <a16:creationId xmlns:a16="http://schemas.microsoft.com/office/drawing/2014/main" id="{D1ABC95E-9C2A-E75C-2B18-F9F37074F62B}"/>
              </a:ext>
            </a:extLst>
          </p:cNvPr>
          <p:cNvSpPr/>
          <p:nvPr/>
        </p:nvSpPr>
        <p:spPr>
          <a:xfrm>
            <a:off x="3618017" y="86100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1</a:t>
            </a:r>
            <a:endParaRPr lang="en-GB" sz="4000" dirty="0">
              <a:solidFill>
                <a:schemeClr val="tx1"/>
              </a:solidFill>
            </a:endParaRPr>
          </a:p>
        </p:txBody>
      </p:sp>
      <p:sp>
        <p:nvSpPr>
          <p:cNvPr id="23" name="Rectangle 22">
            <a:extLst>
              <a:ext uri="{FF2B5EF4-FFF2-40B4-BE49-F238E27FC236}">
                <a16:creationId xmlns:a16="http://schemas.microsoft.com/office/drawing/2014/main" id="{6063A828-CD79-5155-5320-2260D7831642}"/>
              </a:ext>
            </a:extLst>
          </p:cNvPr>
          <p:cNvSpPr/>
          <p:nvPr/>
        </p:nvSpPr>
        <p:spPr>
          <a:xfrm>
            <a:off x="4386026" y="86100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3</a:t>
            </a:r>
            <a:endParaRPr lang="en-GB" sz="4000" dirty="0">
              <a:solidFill>
                <a:schemeClr val="tx1"/>
              </a:solidFill>
            </a:endParaRPr>
          </a:p>
        </p:txBody>
      </p:sp>
      <p:sp>
        <p:nvSpPr>
          <p:cNvPr id="25" name="Rectangle 24">
            <a:extLst>
              <a:ext uri="{FF2B5EF4-FFF2-40B4-BE49-F238E27FC236}">
                <a16:creationId xmlns:a16="http://schemas.microsoft.com/office/drawing/2014/main" id="{B32800EC-65A0-526D-D3D1-57036C0ABC96}"/>
              </a:ext>
            </a:extLst>
          </p:cNvPr>
          <p:cNvSpPr/>
          <p:nvPr/>
        </p:nvSpPr>
        <p:spPr>
          <a:xfrm>
            <a:off x="2850007" y="162901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endParaRPr lang="en-GB" sz="4000" dirty="0">
              <a:solidFill>
                <a:schemeClr val="tx1"/>
              </a:solidFill>
            </a:endParaRPr>
          </a:p>
        </p:txBody>
      </p:sp>
      <p:sp>
        <p:nvSpPr>
          <p:cNvPr id="30" name="Rectangle 29">
            <a:extLst>
              <a:ext uri="{FF2B5EF4-FFF2-40B4-BE49-F238E27FC236}">
                <a16:creationId xmlns:a16="http://schemas.microsoft.com/office/drawing/2014/main" id="{6A963739-366C-9A45-0F4D-5DBAE5B4D461}"/>
              </a:ext>
            </a:extLst>
          </p:cNvPr>
          <p:cNvSpPr/>
          <p:nvPr/>
        </p:nvSpPr>
        <p:spPr>
          <a:xfrm>
            <a:off x="3618017" y="162901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endParaRPr lang="en-GB" sz="4000" dirty="0">
              <a:solidFill>
                <a:schemeClr val="tx1"/>
              </a:solidFill>
            </a:endParaRPr>
          </a:p>
        </p:txBody>
      </p:sp>
      <p:sp>
        <p:nvSpPr>
          <p:cNvPr id="32" name="Rectangle 31">
            <a:extLst>
              <a:ext uri="{FF2B5EF4-FFF2-40B4-BE49-F238E27FC236}">
                <a16:creationId xmlns:a16="http://schemas.microsoft.com/office/drawing/2014/main" id="{CD7E666F-3B6D-E9E6-8DAD-9B3497D93728}"/>
              </a:ext>
            </a:extLst>
          </p:cNvPr>
          <p:cNvSpPr/>
          <p:nvPr/>
        </p:nvSpPr>
        <p:spPr>
          <a:xfrm>
            <a:off x="4386026" y="1629018"/>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endParaRPr lang="en-GB" sz="4000" dirty="0">
              <a:solidFill>
                <a:schemeClr val="tx1"/>
              </a:solidFill>
            </a:endParaRPr>
          </a:p>
        </p:txBody>
      </p:sp>
      <p:sp>
        <p:nvSpPr>
          <p:cNvPr id="34" name="Rectangle 33">
            <a:extLst>
              <a:ext uri="{FF2B5EF4-FFF2-40B4-BE49-F238E27FC236}">
                <a16:creationId xmlns:a16="http://schemas.microsoft.com/office/drawing/2014/main" id="{E608A702-CD58-32FD-4906-C71CF8610929}"/>
              </a:ext>
            </a:extLst>
          </p:cNvPr>
          <p:cNvSpPr/>
          <p:nvPr/>
        </p:nvSpPr>
        <p:spPr>
          <a:xfrm>
            <a:off x="2850007" y="2397027"/>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8</a:t>
            </a:r>
            <a:endParaRPr lang="en-GB" sz="4000" dirty="0">
              <a:solidFill>
                <a:schemeClr val="tx1"/>
              </a:solidFill>
            </a:endParaRPr>
          </a:p>
        </p:txBody>
      </p:sp>
      <p:sp>
        <p:nvSpPr>
          <p:cNvPr id="36" name="Rectangle 35">
            <a:extLst>
              <a:ext uri="{FF2B5EF4-FFF2-40B4-BE49-F238E27FC236}">
                <a16:creationId xmlns:a16="http://schemas.microsoft.com/office/drawing/2014/main" id="{A739957B-3D67-E619-A7B9-62D2FCF33DA6}"/>
              </a:ext>
            </a:extLst>
          </p:cNvPr>
          <p:cNvSpPr/>
          <p:nvPr/>
        </p:nvSpPr>
        <p:spPr>
          <a:xfrm>
            <a:off x="3618017" y="2397027"/>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endParaRPr lang="en-GB" sz="4000" dirty="0">
              <a:solidFill>
                <a:schemeClr val="tx1"/>
              </a:solidFill>
            </a:endParaRPr>
          </a:p>
        </p:txBody>
      </p:sp>
      <p:sp>
        <p:nvSpPr>
          <p:cNvPr id="38" name="Rectangle 37">
            <a:extLst>
              <a:ext uri="{FF2B5EF4-FFF2-40B4-BE49-F238E27FC236}">
                <a16:creationId xmlns:a16="http://schemas.microsoft.com/office/drawing/2014/main" id="{43D9B11D-54B7-61A3-A99F-10F482D0B298}"/>
              </a:ext>
            </a:extLst>
          </p:cNvPr>
          <p:cNvSpPr/>
          <p:nvPr/>
        </p:nvSpPr>
        <p:spPr>
          <a:xfrm>
            <a:off x="4386026" y="2397027"/>
            <a:ext cx="671997" cy="671997"/>
          </a:xfrm>
          <a:prstGeom prst="rect">
            <a:avLst/>
          </a:prstGeom>
          <a:solidFill>
            <a:schemeClr val="accent5">
              <a:lumMod val="20000"/>
              <a:lumOff val="80000"/>
              <a:alpha val="50000"/>
            </a:schemeClr>
          </a:solidFill>
          <a:ln>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6</a:t>
            </a:r>
            <a:endParaRPr lang="en-GB" sz="4000" dirty="0">
              <a:solidFill>
                <a:schemeClr val="tx1"/>
              </a:solidFill>
            </a:endParaRPr>
          </a:p>
        </p:txBody>
      </p:sp>
    </p:spTree>
    <p:extLst>
      <p:ext uri="{BB962C8B-B14F-4D97-AF65-F5344CB8AC3E}">
        <p14:creationId xmlns:p14="http://schemas.microsoft.com/office/powerpoint/2010/main" val="26553860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DCCC8512-E4E8-595E-9AAC-2E254585105B}"/>
              </a:ext>
            </a:extLst>
          </p:cNvPr>
          <p:cNvGrpSpPr/>
          <p:nvPr/>
        </p:nvGrpSpPr>
        <p:grpSpPr>
          <a:xfrm>
            <a:off x="2361000" y="2259000"/>
            <a:ext cx="6480031" cy="4950031"/>
            <a:chOff x="7536016" y="1268976"/>
            <a:chExt cx="2790031" cy="2790031"/>
          </a:xfrm>
          <a:scene3d>
            <a:camera prst="perspectiveFront" fov="0">
              <a:rot lat="18600000" lon="2400000" rev="19620000"/>
            </a:camera>
            <a:lightRig rig="threePt" dir="t"/>
          </a:scene3d>
        </p:grpSpPr>
        <p:sp>
          <p:nvSpPr>
            <p:cNvPr id="79" name="Rectangle 78">
              <a:extLst>
                <a:ext uri="{FF2B5EF4-FFF2-40B4-BE49-F238E27FC236}">
                  <a16:creationId xmlns:a16="http://schemas.microsoft.com/office/drawing/2014/main" id="{917430D3-FCDA-988D-B767-A8664E9B2909}"/>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0" name="Rectangle 79">
              <a:extLst>
                <a:ext uri="{FF2B5EF4-FFF2-40B4-BE49-F238E27FC236}">
                  <a16:creationId xmlns:a16="http://schemas.microsoft.com/office/drawing/2014/main" id="{7C36B1BC-00C7-8270-E485-194D600DE422}"/>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81" name="Rectangle 80">
              <a:extLst>
                <a:ext uri="{FF2B5EF4-FFF2-40B4-BE49-F238E27FC236}">
                  <a16:creationId xmlns:a16="http://schemas.microsoft.com/office/drawing/2014/main" id="{EB6B2B6E-A69F-E7C0-B5CB-ECF6397C92C5}"/>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2" name="Rectangle 81">
              <a:extLst>
                <a:ext uri="{FF2B5EF4-FFF2-40B4-BE49-F238E27FC236}">
                  <a16:creationId xmlns:a16="http://schemas.microsoft.com/office/drawing/2014/main" id="{3179CC50-55DB-A661-337B-D230628583BD}"/>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3" name="Rectangle 82">
              <a:extLst>
                <a:ext uri="{FF2B5EF4-FFF2-40B4-BE49-F238E27FC236}">
                  <a16:creationId xmlns:a16="http://schemas.microsoft.com/office/drawing/2014/main" id="{2A441970-945E-90D1-1A4F-B280B1AD302A}"/>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4" name="Rectangle 83">
              <a:extLst>
                <a:ext uri="{FF2B5EF4-FFF2-40B4-BE49-F238E27FC236}">
                  <a16:creationId xmlns:a16="http://schemas.microsoft.com/office/drawing/2014/main" id="{EFAF4D17-D03A-22AE-5977-D282D5572749}"/>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5" name="Rectangle 84">
              <a:extLst>
                <a:ext uri="{FF2B5EF4-FFF2-40B4-BE49-F238E27FC236}">
                  <a16:creationId xmlns:a16="http://schemas.microsoft.com/office/drawing/2014/main" id="{07A7C9F2-1ACA-A419-4407-002643A9BD3E}"/>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86" name="Rectangle 85">
              <a:extLst>
                <a:ext uri="{FF2B5EF4-FFF2-40B4-BE49-F238E27FC236}">
                  <a16:creationId xmlns:a16="http://schemas.microsoft.com/office/drawing/2014/main" id="{C8295F58-EA1C-3555-DF66-6A0647F21F17}"/>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a:t>
              </a:r>
            </a:p>
          </p:txBody>
        </p:sp>
        <p:sp>
          <p:nvSpPr>
            <p:cNvPr id="87" name="Rectangle 86">
              <a:extLst>
                <a:ext uri="{FF2B5EF4-FFF2-40B4-BE49-F238E27FC236}">
                  <a16:creationId xmlns:a16="http://schemas.microsoft.com/office/drawing/2014/main" id="{BF08312F-E0F9-6757-0273-49CC5BABD40A}"/>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-3</a:t>
              </a:r>
            </a:p>
          </p:txBody>
        </p:sp>
        <p:sp>
          <p:nvSpPr>
            <p:cNvPr id="88" name="Rectangle 87">
              <a:extLst>
                <a:ext uri="{FF2B5EF4-FFF2-40B4-BE49-F238E27FC236}">
                  <a16:creationId xmlns:a16="http://schemas.microsoft.com/office/drawing/2014/main" id="{4550C3DD-EC06-FF37-D84E-59F678C52F75}"/>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9" name="Rectangle 88">
              <a:extLst>
                <a:ext uri="{FF2B5EF4-FFF2-40B4-BE49-F238E27FC236}">
                  <a16:creationId xmlns:a16="http://schemas.microsoft.com/office/drawing/2014/main" id="{4750990F-D9AB-CAF2-B17F-AF0F58EDCF74}"/>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90" name="Rectangle 89">
              <a:extLst>
                <a:ext uri="{FF2B5EF4-FFF2-40B4-BE49-F238E27FC236}">
                  <a16:creationId xmlns:a16="http://schemas.microsoft.com/office/drawing/2014/main" id="{2C66FB6B-67E6-C71B-F91B-BB0432D54BC9}"/>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91" name="Rectangle 90">
              <a:extLst>
                <a:ext uri="{FF2B5EF4-FFF2-40B4-BE49-F238E27FC236}">
                  <a16:creationId xmlns:a16="http://schemas.microsoft.com/office/drawing/2014/main" id="{DB72947C-22CA-415E-AE15-85E47C207F68}"/>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92" name="Rectangle 91">
              <a:extLst>
                <a:ext uri="{FF2B5EF4-FFF2-40B4-BE49-F238E27FC236}">
                  <a16:creationId xmlns:a16="http://schemas.microsoft.com/office/drawing/2014/main" id="{CD099F9F-EAC3-2CE1-B7A7-375D78228C7B}"/>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-8</a:t>
              </a:r>
              <a:endParaRPr lang="en-GB" sz="6000" dirty="0">
                <a:solidFill>
                  <a:schemeClr val="tx1"/>
                </a:solidFill>
              </a:endParaRPr>
            </a:p>
          </p:txBody>
        </p:sp>
        <p:sp>
          <p:nvSpPr>
            <p:cNvPr id="93" name="Rectangle 92">
              <a:extLst>
                <a:ext uri="{FF2B5EF4-FFF2-40B4-BE49-F238E27FC236}">
                  <a16:creationId xmlns:a16="http://schemas.microsoft.com/office/drawing/2014/main" id="{CB44EA9B-4AB4-A0B7-C8B1-A677D1A9A1CB}"/>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94" name="Rectangle 93">
              <a:extLst>
                <a:ext uri="{FF2B5EF4-FFF2-40B4-BE49-F238E27FC236}">
                  <a16:creationId xmlns:a16="http://schemas.microsoft.com/office/drawing/2014/main" id="{4730203B-E73F-8A58-E1A8-694B8DF8AFF8}"/>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grpSp>
      <p:grpSp>
        <p:nvGrpSpPr>
          <p:cNvPr id="44" name="Group 43">
            <a:extLst>
              <a:ext uri="{FF2B5EF4-FFF2-40B4-BE49-F238E27FC236}">
                <a16:creationId xmlns:a16="http://schemas.microsoft.com/office/drawing/2014/main" id="{03BD2B49-D070-760F-9C35-009E2F4B2410}"/>
              </a:ext>
            </a:extLst>
          </p:cNvPr>
          <p:cNvGrpSpPr/>
          <p:nvPr/>
        </p:nvGrpSpPr>
        <p:grpSpPr>
          <a:xfrm>
            <a:off x="2361031" y="593969"/>
            <a:ext cx="6480031" cy="4950031"/>
            <a:chOff x="7536016" y="1268976"/>
            <a:chExt cx="2790031" cy="2790031"/>
          </a:xfrm>
          <a:scene3d>
            <a:camera prst="perspectiveFront" fov="0">
              <a:rot lat="18600000" lon="2400000" rev="19620000"/>
            </a:camera>
            <a:lightRig rig="threePt" dir="t"/>
          </a:scene3d>
        </p:grpSpPr>
        <p:sp>
          <p:nvSpPr>
            <p:cNvPr id="45" name="Rectangle 44">
              <a:extLst>
                <a:ext uri="{FF2B5EF4-FFF2-40B4-BE49-F238E27FC236}">
                  <a16:creationId xmlns:a16="http://schemas.microsoft.com/office/drawing/2014/main" id="{6B4B3001-996C-C061-8BCD-9E3D58116F98}"/>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6" name="Rectangle 45">
              <a:extLst>
                <a:ext uri="{FF2B5EF4-FFF2-40B4-BE49-F238E27FC236}">
                  <a16:creationId xmlns:a16="http://schemas.microsoft.com/office/drawing/2014/main" id="{1E877837-1EDC-0AC9-D549-F12EAD97110D}"/>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47" name="Rectangle 46">
              <a:extLst>
                <a:ext uri="{FF2B5EF4-FFF2-40B4-BE49-F238E27FC236}">
                  <a16:creationId xmlns:a16="http://schemas.microsoft.com/office/drawing/2014/main" id="{29AA8530-6FB8-B362-B248-ACCDB5BD0948}"/>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8" name="Rectangle 47">
              <a:extLst>
                <a:ext uri="{FF2B5EF4-FFF2-40B4-BE49-F238E27FC236}">
                  <a16:creationId xmlns:a16="http://schemas.microsoft.com/office/drawing/2014/main" id="{F393AD70-3847-9199-C293-31AAF171F98B}"/>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9" name="Rectangle 48">
              <a:extLst>
                <a:ext uri="{FF2B5EF4-FFF2-40B4-BE49-F238E27FC236}">
                  <a16:creationId xmlns:a16="http://schemas.microsoft.com/office/drawing/2014/main" id="{56D707CD-AEC5-8654-6FCC-979A7378999E}"/>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0" name="Rectangle 49">
              <a:extLst>
                <a:ext uri="{FF2B5EF4-FFF2-40B4-BE49-F238E27FC236}">
                  <a16:creationId xmlns:a16="http://schemas.microsoft.com/office/drawing/2014/main" id="{BC7DD9F7-3571-0C1B-3159-91D43879CDCF}"/>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1" name="Rectangle 50">
              <a:extLst>
                <a:ext uri="{FF2B5EF4-FFF2-40B4-BE49-F238E27FC236}">
                  <a16:creationId xmlns:a16="http://schemas.microsoft.com/office/drawing/2014/main" id="{CF275CE3-559C-A3EA-1AE0-1B1AEDFC58E7}"/>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8</a:t>
              </a:r>
            </a:p>
          </p:txBody>
        </p:sp>
        <p:sp>
          <p:nvSpPr>
            <p:cNvPr id="52" name="Rectangle 51">
              <a:extLst>
                <a:ext uri="{FF2B5EF4-FFF2-40B4-BE49-F238E27FC236}">
                  <a16:creationId xmlns:a16="http://schemas.microsoft.com/office/drawing/2014/main" id="{990113A2-507D-5D60-9A46-E59A1EFB562F}"/>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53" name="Rectangle 52">
              <a:extLst>
                <a:ext uri="{FF2B5EF4-FFF2-40B4-BE49-F238E27FC236}">
                  <a16:creationId xmlns:a16="http://schemas.microsoft.com/office/drawing/2014/main" id="{9FCBA096-3068-F4F7-3B0F-547A551E82F1}"/>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sp>
          <p:nvSpPr>
            <p:cNvPr id="54" name="Rectangle 53">
              <a:extLst>
                <a:ext uri="{FF2B5EF4-FFF2-40B4-BE49-F238E27FC236}">
                  <a16:creationId xmlns:a16="http://schemas.microsoft.com/office/drawing/2014/main" id="{DB2ACDCB-C19B-C883-ED2A-BE787315F66A}"/>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5" name="Rectangle 54">
              <a:extLst>
                <a:ext uri="{FF2B5EF4-FFF2-40B4-BE49-F238E27FC236}">
                  <a16:creationId xmlns:a16="http://schemas.microsoft.com/office/drawing/2014/main" id="{6A46FB9E-6A03-A21D-FD59-04FAD33EA14E}"/>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56" name="Rectangle 55">
              <a:extLst>
                <a:ext uri="{FF2B5EF4-FFF2-40B4-BE49-F238E27FC236}">
                  <a16:creationId xmlns:a16="http://schemas.microsoft.com/office/drawing/2014/main" id="{41E75154-A4D6-93DE-8D5F-5DD50027743B}"/>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57" name="Rectangle 56">
              <a:extLst>
                <a:ext uri="{FF2B5EF4-FFF2-40B4-BE49-F238E27FC236}">
                  <a16:creationId xmlns:a16="http://schemas.microsoft.com/office/drawing/2014/main" id="{2577A9F3-89EC-60D7-0DD6-0E7D44151C22}"/>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8" name="Rectangle 57">
              <a:extLst>
                <a:ext uri="{FF2B5EF4-FFF2-40B4-BE49-F238E27FC236}">
                  <a16:creationId xmlns:a16="http://schemas.microsoft.com/office/drawing/2014/main" id="{416F3909-7AE2-054C-2507-9849B5E27F5C}"/>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16</a:t>
              </a:r>
              <a:endParaRPr lang="en-GB" sz="6000" dirty="0">
                <a:solidFill>
                  <a:schemeClr val="tx1"/>
                </a:solidFill>
              </a:endParaRPr>
            </a:p>
          </p:txBody>
        </p:sp>
        <p:sp>
          <p:nvSpPr>
            <p:cNvPr id="59" name="Rectangle 58">
              <a:extLst>
                <a:ext uri="{FF2B5EF4-FFF2-40B4-BE49-F238E27FC236}">
                  <a16:creationId xmlns:a16="http://schemas.microsoft.com/office/drawing/2014/main" id="{50ECD81B-AB94-A911-36BF-36367C7B3474}"/>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60" name="Rectangle 59">
              <a:extLst>
                <a:ext uri="{FF2B5EF4-FFF2-40B4-BE49-F238E27FC236}">
                  <a16:creationId xmlns:a16="http://schemas.microsoft.com/office/drawing/2014/main" id="{0DA7E3AA-03E4-4EE3-83FB-76A9CAEB82C5}"/>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12</a:t>
              </a:r>
            </a:p>
          </p:txBody>
        </p:sp>
      </p:grpSp>
      <p:grpSp>
        <p:nvGrpSpPr>
          <p:cNvPr id="2" name="Group 1">
            <a:extLst>
              <a:ext uri="{FF2B5EF4-FFF2-40B4-BE49-F238E27FC236}">
                <a16:creationId xmlns:a16="http://schemas.microsoft.com/office/drawing/2014/main" id="{BDD66066-73B8-AB96-2C17-8E921B957D7A}"/>
              </a:ext>
            </a:extLst>
          </p:cNvPr>
          <p:cNvGrpSpPr/>
          <p:nvPr/>
        </p:nvGrpSpPr>
        <p:grpSpPr>
          <a:xfrm>
            <a:off x="2361031" y="-1071031"/>
            <a:ext cx="6480031" cy="4950031"/>
            <a:chOff x="7536016" y="1268976"/>
            <a:chExt cx="2790031" cy="2790031"/>
          </a:xfrm>
          <a:scene3d>
            <a:camera prst="perspectiveFront" fov="0">
              <a:rot lat="18600000" lon="2400000" rev="19620000"/>
            </a:camera>
            <a:lightRig rig="threePt" dir="t"/>
          </a:scene3d>
        </p:grpSpPr>
        <p:sp>
          <p:nvSpPr>
            <p:cNvPr id="11" name="Rectangle 10">
              <a:extLst>
                <a:ext uri="{FF2B5EF4-FFF2-40B4-BE49-F238E27FC236}">
                  <a16:creationId xmlns:a16="http://schemas.microsoft.com/office/drawing/2014/main" id="{23B27AB5-D2B5-F247-B233-405BDE5C3EFF}"/>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2" name="Rectangle 11">
              <a:extLst>
                <a:ext uri="{FF2B5EF4-FFF2-40B4-BE49-F238E27FC236}">
                  <a16:creationId xmlns:a16="http://schemas.microsoft.com/office/drawing/2014/main" id="{E940B4FE-3696-2AC5-49DA-63855F13DDB4}"/>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13" name="Rectangle 12">
              <a:extLst>
                <a:ext uri="{FF2B5EF4-FFF2-40B4-BE49-F238E27FC236}">
                  <a16:creationId xmlns:a16="http://schemas.microsoft.com/office/drawing/2014/main" id="{48C3993B-67D9-20CE-229D-7CC84E45D13F}"/>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4" name="Rectangle 13">
              <a:extLst>
                <a:ext uri="{FF2B5EF4-FFF2-40B4-BE49-F238E27FC236}">
                  <a16:creationId xmlns:a16="http://schemas.microsoft.com/office/drawing/2014/main" id="{D50A78FD-22C4-9B8B-A569-CB01A01A97DE}"/>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5" name="Rectangle 14">
              <a:extLst>
                <a:ext uri="{FF2B5EF4-FFF2-40B4-BE49-F238E27FC236}">
                  <a16:creationId xmlns:a16="http://schemas.microsoft.com/office/drawing/2014/main" id="{3D1B9E73-B9AC-85C6-1E46-6FAF01CE3429}"/>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6" name="Rectangle 15">
              <a:extLst>
                <a:ext uri="{FF2B5EF4-FFF2-40B4-BE49-F238E27FC236}">
                  <a16:creationId xmlns:a16="http://schemas.microsoft.com/office/drawing/2014/main" id="{AD90AB1C-8963-2550-BBD4-767C75D9CAC5}"/>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7" name="Rectangle 16">
              <a:extLst>
                <a:ext uri="{FF2B5EF4-FFF2-40B4-BE49-F238E27FC236}">
                  <a16:creationId xmlns:a16="http://schemas.microsoft.com/office/drawing/2014/main" id="{E4115DAF-68BB-4E10-99CC-8F3538200F2A}"/>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18" name="Rectangle 17">
              <a:extLst>
                <a:ext uri="{FF2B5EF4-FFF2-40B4-BE49-F238E27FC236}">
                  <a16:creationId xmlns:a16="http://schemas.microsoft.com/office/drawing/2014/main" id="{CD52303D-F842-467B-63FF-D2A2CD7189FE}"/>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a:t>
              </a:r>
            </a:p>
          </p:txBody>
        </p:sp>
        <p:sp>
          <p:nvSpPr>
            <p:cNvPr id="19" name="Rectangle 18">
              <a:extLst>
                <a:ext uri="{FF2B5EF4-FFF2-40B4-BE49-F238E27FC236}">
                  <a16:creationId xmlns:a16="http://schemas.microsoft.com/office/drawing/2014/main" id="{F275FF76-D48C-74DC-A203-425DAC2CC6A9}"/>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3</a:t>
              </a:r>
            </a:p>
          </p:txBody>
        </p:sp>
        <p:sp>
          <p:nvSpPr>
            <p:cNvPr id="20" name="Rectangle 19">
              <a:extLst>
                <a:ext uri="{FF2B5EF4-FFF2-40B4-BE49-F238E27FC236}">
                  <a16:creationId xmlns:a16="http://schemas.microsoft.com/office/drawing/2014/main" id="{9B9F7C45-DB67-F028-9932-11653287CC87}"/>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21" name="Rectangle 20">
              <a:extLst>
                <a:ext uri="{FF2B5EF4-FFF2-40B4-BE49-F238E27FC236}">
                  <a16:creationId xmlns:a16="http://schemas.microsoft.com/office/drawing/2014/main" id="{96A38CDA-6568-4DF7-C922-A1A42C9AF626}"/>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22" name="Rectangle 21">
              <a:extLst>
                <a:ext uri="{FF2B5EF4-FFF2-40B4-BE49-F238E27FC236}">
                  <a16:creationId xmlns:a16="http://schemas.microsoft.com/office/drawing/2014/main" id="{75B75873-9872-0E64-6EF6-47C7F8AF2057}"/>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23" name="Rectangle 22">
              <a:extLst>
                <a:ext uri="{FF2B5EF4-FFF2-40B4-BE49-F238E27FC236}">
                  <a16:creationId xmlns:a16="http://schemas.microsoft.com/office/drawing/2014/main" id="{E4BF2604-879C-7B58-2B13-24F0A410B277}"/>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24" name="Rectangle 23">
              <a:extLst>
                <a:ext uri="{FF2B5EF4-FFF2-40B4-BE49-F238E27FC236}">
                  <a16:creationId xmlns:a16="http://schemas.microsoft.com/office/drawing/2014/main" id="{F3430D0A-5E77-B4A3-75B8-F6E6B4878F74}"/>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8</a:t>
              </a:r>
              <a:endParaRPr lang="en-GB" sz="6000" dirty="0">
                <a:solidFill>
                  <a:schemeClr val="tx1"/>
                </a:solidFill>
              </a:endParaRPr>
            </a:p>
          </p:txBody>
        </p:sp>
        <p:sp>
          <p:nvSpPr>
            <p:cNvPr id="25" name="Rectangle 24">
              <a:extLst>
                <a:ext uri="{FF2B5EF4-FFF2-40B4-BE49-F238E27FC236}">
                  <a16:creationId xmlns:a16="http://schemas.microsoft.com/office/drawing/2014/main" id="{AB5EC523-74A9-1354-4B47-9D2A75142D29}"/>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26" name="Rectangle 25">
              <a:extLst>
                <a:ext uri="{FF2B5EF4-FFF2-40B4-BE49-F238E27FC236}">
                  <a16:creationId xmlns:a16="http://schemas.microsoft.com/office/drawing/2014/main" id="{CD06E294-ADA5-D8D0-B809-50829542540A}"/>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grpSp>
    </p:spTree>
    <p:extLst>
      <p:ext uri="{BB962C8B-B14F-4D97-AF65-F5344CB8AC3E}">
        <p14:creationId xmlns:p14="http://schemas.microsoft.com/office/powerpoint/2010/main" val="3553001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BA563-60DB-BC54-239E-ADDA1397F6BB}"/>
            </a:ext>
          </a:extLst>
        </p:cNvPr>
        <p:cNvGrpSpPr/>
        <p:nvPr/>
      </p:nvGrpSpPr>
      <p:grpSpPr>
        <a:xfrm>
          <a:off x="0" y="0"/>
          <a:ext cx="0" cy="0"/>
          <a:chOff x="0" y="0"/>
          <a:chExt cx="0" cy="0"/>
        </a:xfrm>
      </p:grpSpPr>
      <p:grpSp>
        <p:nvGrpSpPr>
          <p:cNvPr id="78" name="Group 77">
            <a:extLst>
              <a:ext uri="{FF2B5EF4-FFF2-40B4-BE49-F238E27FC236}">
                <a16:creationId xmlns:a16="http://schemas.microsoft.com/office/drawing/2014/main" id="{9840EEC9-79B7-DB65-55BF-68F83F965F9C}"/>
              </a:ext>
            </a:extLst>
          </p:cNvPr>
          <p:cNvGrpSpPr/>
          <p:nvPr/>
        </p:nvGrpSpPr>
        <p:grpSpPr>
          <a:xfrm>
            <a:off x="2361000" y="2259000"/>
            <a:ext cx="6480031" cy="4950031"/>
            <a:chOff x="7536016" y="1268976"/>
            <a:chExt cx="2790031" cy="2790031"/>
          </a:xfrm>
          <a:scene3d>
            <a:camera prst="perspectiveFront" fov="0">
              <a:rot lat="18600000" lon="2400000" rev="19620000"/>
            </a:camera>
            <a:lightRig rig="threePt" dir="t"/>
          </a:scene3d>
        </p:grpSpPr>
        <p:sp>
          <p:nvSpPr>
            <p:cNvPr id="79" name="Rectangle 78">
              <a:extLst>
                <a:ext uri="{FF2B5EF4-FFF2-40B4-BE49-F238E27FC236}">
                  <a16:creationId xmlns:a16="http://schemas.microsoft.com/office/drawing/2014/main" id="{BBB1EBBE-6B58-406D-9033-A55AD1CC550B}"/>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0" name="Rectangle 79">
              <a:extLst>
                <a:ext uri="{FF2B5EF4-FFF2-40B4-BE49-F238E27FC236}">
                  <a16:creationId xmlns:a16="http://schemas.microsoft.com/office/drawing/2014/main" id="{4C60D32E-1DB1-C6C5-2D1A-8C0D142F5D20}"/>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81" name="Rectangle 80">
              <a:extLst>
                <a:ext uri="{FF2B5EF4-FFF2-40B4-BE49-F238E27FC236}">
                  <a16:creationId xmlns:a16="http://schemas.microsoft.com/office/drawing/2014/main" id="{821A558D-5496-919F-FB0A-1D2F3106F38F}"/>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2" name="Rectangle 81">
              <a:extLst>
                <a:ext uri="{FF2B5EF4-FFF2-40B4-BE49-F238E27FC236}">
                  <a16:creationId xmlns:a16="http://schemas.microsoft.com/office/drawing/2014/main" id="{0B0A4BD6-6942-16E9-EAA4-13B85FC378F7}"/>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3" name="Rectangle 82">
              <a:extLst>
                <a:ext uri="{FF2B5EF4-FFF2-40B4-BE49-F238E27FC236}">
                  <a16:creationId xmlns:a16="http://schemas.microsoft.com/office/drawing/2014/main" id="{6702A4B6-B2EE-6C7F-9AB3-B249BD20C360}"/>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4" name="Rectangle 83">
              <a:extLst>
                <a:ext uri="{FF2B5EF4-FFF2-40B4-BE49-F238E27FC236}">
                  <a16:creationId xmlns:a16="http://schemas.microsoft.com/office/drawing/2014/main" id="{36303A87-CBD8-0F07-E848-2F73B29D1859}"/>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5" name="Rectangle 84">
              <a:extLst>
                <a:ext uri="{FF2B5EF4-FFF2-40B4-BE49-F238E27FC236}">
                  <a16:creationId xmlns:a16="http://schemas.microsoft.com/office/drawing/2014/main" id="{00BC99E5-C95B-A791-ED61-31BBA9BE5693}"/>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86" name="Rectangle 85">
              <a:extLst>
                <a:ext uri="{FF2B5EF4-FFF2-40B4-BE49-F238E27FC236}">
                  <a16:creationId xmlns:a16="http://schemas.microsoft.com/office/drawing/2014/main" id="{1AEDB19F-B9B6-69AB-CCFC-CC4BD1AD0F79}"/>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a:t>
              </a:r>
            </a:p>
          </p:txBody>
        </p:sp>
        <p:sp>
          <p:nvSpPr>
            <p:cNvPr id="87" name="Rectangle 86">
              <a:extLst>
                <a:ext uri="{FF2B5EF4-FFF2-40B4-BE49-F238E27FC236}">
                  <a16:creationId xmlns:a16="http://schemas.microsoft.com/office/drawing/2014/main" id="{15D93661-9C92-2BBF-2C03-7FE90187DAFD}"/>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-3</a:t>
              </a:r>
            </a:p>
          </p:txBody>
        </p:sp>
        <p:sp>
          <p:nvSpPr>
            <p:cNvPr id="88" name="Rectangle 87">
              <a:extLst>
                <a:ext uri="{FF2B5EF4-FFF2-40B4-BE49-F238E27FC236}">
                  <a16:creationId xmlns:a16="http://schemas.microsoft.com/office/drawing/2014/main" id="{ED0EAB07-BB7A-21EA-49EB-CCE436CF2F84}"/>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89" name="Rectangle 88">
              <a:extLst>
                <a:ext uri="{FF2B5EF4-FFF2-40B4-BE49-F238E27FC236}">
                  <a16:creationId xmlns:a16="http://schemas.microsoft.com/office/drawing/2014/main" id="{24A16067-1328-3CAF-2483-FBE254FD28B6}"/>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90" name="Rectangle 89">
              <a:extLst>
                <a:ext uri="{FF2B5EF4-FFF2-40B4-BE49-F238E27FC236}">
                  <a16:creationId xmlns:a16="http://schemas.microsoft.com/office/drawing/2014/main" id="{98674A22-6194-51E1-CD25-B5C4BD10DAA7}"/>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91" name="Rectangle 90">
              <a:extLst>
                <a:ext uri="{FF2B5EF4-FFF2-40B4-BE49-F238E27FC236}">
                  <a16:creationId xmlns:a16="http://schemas.microsoft.com/office/drawing/2014/main" id="{17E42D8C-4D54-29BC-77C0-454BF7C9ECFE}"/>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92" name="Rectangle 91">
              <a:extLst>
                <a:ext uri="{FF2B5EF4-FFF2-40B4-BE49-F238E27FC236}">
                  <a16:creationId xmlns:a16="http://schemas.microsoft.com/office/drawing/2014/main" id="{E11AB5E5-0717-C408-B7EC-D37B21AB98CF}"/>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-8</a:t>
              </a:r>
              <a:endParaRPr lang="en-GB" sz="6000" dirty="0">
                <a:solidFill>
                  <a:schemeClr val="tx1"/>
                </a:solidFill>
              </a:endParaRPr>
            </a:p>
          </p:txBody>
        </p:sp>
        <p:sp>
          <p:nvSpPr>
            <p:cNvPr id="93" name="Rectangle 92">
              <a:extLst>
                <a:ext uri="{FF2B5EF4-FFF2-40B4-BE49-F238E27FC236}">
                  <a16:creationId xmlns:a16="http://schemas.microsoft.com/office/drawing/2014/main" id="{919BD0FE-F8D9-E25F-9F98-DF6375F4479F}"/>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94" name="Rectangle 93">
              <a:extLst>
                <a:ext uri="{FF2B5EF4-FFF2-40B4-BE49-F238E27FC236}">
                  <a16:creationId xmlns:a16="http://schemas.microsoft.com/office/drawing/2014/main" id="{8FA0D390-B795-AF92-7582-30EB944EAB18}"/>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grpSp>
      <p:grpSp>
        <p:nvGrpSpPr>
          <p:cNvPr id="44" name="Group 43">
            <a:extLst>
              <a:ext uri="{FF2B5EF4-FFF2-40B4-BE49-F238E27FC236}">
                <a16:creationId xmlns:a16="http://schemas.microsoft.com/office/drawing/2014/main" id="{393C18CD-8043-AA32-AB24-2AEE395657ED}"/>
              </a:ext>
            </a:extLst>
          </p:cNvPr>
          <p:cNvGrpSpPr/>
          <p:nvPr/>
        </p:nvGrpSpPr>
        <p:grpSpPr>
          <a:xfrm>
            <a:off x="2361031" y="593969"/>
            <a:ext cx="6480031" cy="4950031"/>
            <a:chOff x="7536016" y="1268976"/>
            <a:chExt cx="2790031" cy="2790031"/>
          </a:xfrm>
          <a:scene3d>
            <a:camera prst="perspectiveFront" fov="0">
              <a:rot lat="18600000" lon="2400000" rev="19620000"/>
            </a:camera>
            <a:lightRig rig="threePt" dir="t"/>
          </a:scene3d>
        </p:grpSpPr>
        <p:sp>
          <p:nvSpPr>
            <p:cNvPr id="45" name="Rectangle 44">
              <a:extLst>
                <a:ext uri="{FF2B5EF4-FFF2-40B4-BE49-F238E27FC236}">
                  <a16:creationId xmlns:a16="http://schemas.microsoft.com/office/drawing/2014/main" id="{7BAD7DD0-5E45-F641-093D-FB2A1B6CDAD3}"/>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6" name="Rectangle 45">
              <a:extLst>
                <a:ext uri="{FF2B5EF4-FFF2-40B4-BE49-F238E27FC236}">
                  <a16:creationId xmlns:a16="http://schemas.microsoft.com/office/drawing/2014/main" id="{DBEDEB47-DBAB-1861-C171-8198D662BBC7}"/>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47" name="Rectangle 46">
              <a:extLst>
                <a:ext uri="{FF2B5EF4-FFF2-40B4-BE49-F238E27FC236}">
                  <a16:creationId xmlns:a16="http://schemas.microsoft.com/office/drawing/2014/main" id="{53F50E1B-970C-2269-264E-0CA41459C41F}"/>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8" name="Rectangle 47">
              <a:extLst>
                <a:ext uri="{FF2B5EF4-FFF2-40B4-BE49-F238E27FC236}">
                  <a16:creationId xmlns:a16="http://schemas.microsoft.com/office/drawing/2014/main" id="{8A465AAB-9A00-7BD4-36BC-55B7EFC4C5F8}"/>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49" name="Rectangle 48">
              <a:extLst>
                <a:ext uri="{FF2B5EF4-FFF2-40B4-BE49-F238E27FC236}">
                  <a16:creationId xmlns:a16="http://schemas.microsoft.com/office/drawing/2014/main" id="{534FDF14-84AE-7479-51D6-291C75B58DAA}"/>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0" name="Rectangle 49">
              <a:extLst>
                <a:ext uri="{FF2B5EF4-FFF2-40B4-BE49-F238E27FC236}">
                  <a16:creationId xmlns:a16="http://schemas.microsoft.com/office/drawing/2014/main" id="{52CD355A-087F-4025-6FB8-A2AFD0CFFB07}"/>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1" name="Rectangle 50">
              <a:extLst>
                <a:ext uri="{FF2B5EF4-FFF2-40B4-BE49-F238E27FC236}">
                  <a16:creationId xmlns:a16="http://schemas.microsoft.com/office/drawing/2014/main" id="{3915B307-8B7B-59AC-5213-3AB49D8EF08B}"/>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8</a:t>
              </a:r>
            </a:p>
          </p:txBody>
        </p:sp>
        <p:sp>
          <p:nvSpPr>
            <p:cNvPr id="52" name="Rectangle 51">
              <a:extLst>
                <a:ext uri="{FF2B5EF4-FFF2-40B4-BE49-F238E27FC236}">
                  <a16:creationId xmlns:a16="http://schemas.microsoft.com/office/drawing/2014/main" id="{83739F3E-805F-F989-EBD3-DF59328FC065}"/>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53" name="Rectangle 52">
              <a:extLst>
                <a:ext uri="{FF2B5EF4-FFF2-40B4-BE49-F238E27FC236}">
                  <a16:creationId xmlns:a16="http://schemas.microsoft.com/office/drawing/2014/main" id="{94BEAB5E-CA07-FB58-4CF8-2F4148F23491}"/>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sp>
          <p:nvSpPr>
            <p:cNvPr id="54" name="Rectangle 53">
              <a:extLst>
                <a:ext uri="{FF2B5EF4-FFF2-40B4-BE49-F238E27FC236}">
                  <a16:creationId xmlns:a16="http://schemas.microsoft.com/office/drawing/2014/main" id="{16007E00-255D-BF82-652C-5C2F54E9E967}"/>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5" name="Rectangle 54">
              <a:extLst>
                <a:ext uri="{FF2B5EF4-FFF2-40B4-BE49-F238E27FC236}">
                  <a16:creationId xmlns:a16="http://schemas.microsoft.com/office/drawing/2014/main" id="{807A35B3-FC72-53E8-1568-AE8D34639AFE}"/>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56" name="Rectangle 55">
              <a:extLst>
                <a:ext uri="{FF2B5EF4-FFF2-40B4-BE49-F238E27FC236}">
                  <a16:creationId xmlns:a16="http://schemas.microsoft.com/office/drawing/2014/main" id="{746CD856-86D3-1261-9719-F57B31E8518C}"/>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57" name="Rectangle 56">
              <a:extLst>
                <a:ext uri="{FF2B5EF4-FFF2-40B4-BE49-F238E27FC236}">
                  <a16:creationId xmlns:a16="http://schemas.microsoft.com/office/drawing/2014/main" id="{AE8D0B78-31B3-B8C5-AFDB-6622C7461B91}"/>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58" name="Rectangle 57">
              <a:extLst>
                <a:ext uri="{FF2B5EF4-FFF2-40B4-BE49-F238E27FC236}">
                  <a16:creationId xmlns:a16="http://schemas.microsoft.com/office/drawing/2014/main" id="{24E24FE0-28DF-29DD-C01F-745AED4D2EA9}"/>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16</a:t>
              </a:r>
              <a:endParaRPr lang="en-GB" sz="6000" dirty="0">
                <a:solidFill>
                  <a:schemeClr val="tx1"/>
                </a:solidFill>
              </a:endParaRPr>
            </a:p>
          </p:txBody>
        </p:sp>
        <p:sp>
          <p:nvSpPr>
            <p:cNvPr id="59" name="Rectangle 58">
              <a:extLst>
                <a:ext uri="{FF2B5EF4-FFF2-40B4-BE49-F238E27FC236}">
                  <a16:creationId xmlns:a16="http://schemas.microsoft.com/office/drawing/2014/main" id="{04D95FC3-379D-195E-64B6-6ED2FAF75116}"/>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60" name="Rectangle 59">
              <a:extLst>
                <a:ext uri="{FF2B5EF4-FFF2-40B4-BE49-F238E27FC236}">
                  <a16:creationId xmlns:a16="http://schemas.microsoft.com/office/drawing/2014/main" id="{236F011D-CFD2-D7F3-AFDA-CD7F5C3FAD0B}"/>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12</a:t>
              </a:r>
            </a:p>
          </p:txBody>
        </p:sp>
      </p:grpSp>
      <p:grpSp>
        <p:nvGrpSpPr>
          <p:cNvPr id="2" name="Group 1">
            <a:extLst>
              <a:ext uri="{FF2B5EF4-FFF2-40B4-BE49-F238E27FC236}">
                <a16:creationId xmlns:a16="http://schemas.microsoft.com/office/drawing/2014/main" id="{8BD8BD7A-27C7-7DF7-A1F1-F9EFAB440906}"/>
              </a:ext>
            </a:extLst>
          </p:cNvPr>
          <p:cNvGrpSpPr/>
          <p:nvPr/>
        </p:nvGrpSpPr>
        <p:grpSpPr>
          <a:xfrm>
            <a:off x="2361031" y="-1071031"/>
            <a:ext cx="6480031" cy="4950031"/>
            <a:chOff x="7536016" y="1268976"/>
            <a:chExt cx="2790031" cy="2790031"/>
          </a:xfrm>
          <a:scene3d>
            <a:camera prst="perspectiveFront" fov="0">
              <a:rot lat="18600000" lon="2400000" rev="19620000"/>
            </a:camera>
            <a:lightRig rig="threePt" dir="t"/>
          </a:scene3d>
        </p:grpSpPr>
        <p:sp>
          <p:nvSpPr>
            <p:cNvPr id="11" name="Rectangle 10">
              <a:extLst>
                <a:ext uri="{FF2B5EF4-FFF2-40B4-BE49-F238E27FC236}">
                  <a16:creationId xmlns:a16="http://schemas.microsoft.com/office/drawing/2014/main" id="{F732551A-F4C3-4C0E-8396-E51A8709817F}"/>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tx1"/>
                </a:solidFill>
              </a:endParaRPr>
            </a:p>
          </p:txBody>
        </p:sp>
        <p:sp>
          <p:nvSpPr>
            <p:cNvPr id="12" name="Rectangle 11">
              <a:extLst>
                <a:ext uri="{FF2B5EF4-FFF2-40B4-BE49-F238E27FC236}">
                  <a16:creationId xmlns:a16="http://schemas.microsoft.com/office/drawing/2014/main" id="{6E2386CC-038A-AA98-6F1F-61B5890DECD2}"/>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13" name="Rectangle 12">
              <a:extLst>
                <a:ext uri="{FF2B5EF4-FFF2-40B4-BE49-F238E27FC236}">
                  <a16:creationId xmlns:a16="http://schemas.microsoft.com/office/drawing/2014/main" id="{9969A77F-3661-8697-1F70-6D7A93C3EF4D}"/>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6"/>
                  </a:solidFill>
                </a:rPr>
                <a:t>4</a:t>
              </a:r>
            </a:p>
          </p:txBody>
        </p:sp>
        <p:sp>
          <p:nvSpPr>
            <p:cNvPr id="14" name="Rectangle 13">
              <a:extLst>
                <a:ext uri="{FF2B5EF4-FFF2-40B4-BE49-F238E27FC236}">
                  <a16:creationId xmlns:a16="http://schemas.microsoft.com/office/drawing/2014/main" id="{C4F76985-121C-D8A7-C3B7-B5AE53430123}"/>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6"/>
                  </a:solidFill>
                </a:rPr>
                <a:t>1</a:t>
              </a:r>
            </a:p>
          </p:txBody>
        </p:sp>
        <p:sp>
          <p:nvSpPr>
            <p:cNvPr id="15" name="Rectangle 14">
              <a:extLst>
                <a:ext uri="{FF2B5EF4-FFF2-40B4-BE49-F238E27FC236}">
                  <a16:creationId xmlns:a16="http://schemas.microsoft.com/office/drawing/2014/main" id="{BC24C994-2DB0-D9D4-3BF9-3D69BFDEDA4E}"/>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6"/>
                  </a:solidFill>
                </a:rPr>
                <a:t>3</a:t>
              </a:r>
            </a:p>
          </p:txBody>
        </p:sp>
        <p:sp>
          <p:nvSpPr>
            <p:cNvPr id="16" name="Rectangle 15">
              <a:extLst>
                <a:ext uri="{FF2B5EF4-FFF2-40B4-BE49-F238E27FC236}">
                  <a16:creationId xmlns:a16="http://schemas.microsoft.com/office/drawing/2014/main" id="{FCDB5645-4B82-C20E-4856-498BB424770E}"/>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1"/>
                  </a:solidFill>
                </a:rPr>
                <a:t>1</a:t>
              </a:r>
            </a:p>
          </p:txBody>
        </p:sp>
        <p:sp>
          <p:nvSpPr>
            <p:cNvPr id="17" name="Rectangle 16">
              <a:extLst>
                <a:ext uri="{FF2B5EF4-FFF2-40B4-BE49-F238E27FC236}">
                  <a16:creationId xmlns:a16="http://schemas.microsoft.com/office/drawing/2014/main" id="{123A0EDE-FD3B-CC31-18B9-D3823C617D18}"/>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4</a:t>
              </a:r>
            </a:p>
          </p:txBody>
        </p:sp>
        <p:sp>
          <p:nvSpPr>
            <p:cNvPr id="18" name="Rectangle 17">
              <a:extLst>
                <a:ext uri="{FF2B5EF4-FFF2-40B4-BE49-F238E27FC236}">
                  <a16:creationId xmlns:a16="http://schemas.microsoft.com/office/drawing/2014/main" id="{30F1985F-DFFC-E271-0A97-2041E30FE7D7}"/>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1</a:t>
              </a:r>
            </a:p>
          </p:txBody>
        </p:sp>
        <p:sp>
          <p:nvSpPr>
            <p:cNvPr id="19" name="Rectangle 18">
              <a:extLst>
                <a:ext uri="{FF2B5EF4-FFF2-40B4-BE49-F238E27FC236}">
                  <a16:creationId xmlns:a16="http://schemas.microsoft.com/office/drawing/2014/main" id="{D3E8BB89-3736-1B3C-5A2E-8A5990F375D1}"/>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3</a:t>
              </a:r>
            </a:p>
          </p:txBody>
        </p:sp>
        <p:sp>
          <p:nvSpPr>
            <p:cNvPr id="20" name="Rectangle 19">
              <a:extLst>
                <a:ext uri="{FF2B5EF4-FFF2-40B4-BE49-F238E27FC236}">
                  <a16:creationId xmlns:a16="http://schemas.microsoft.com/office/drawing/2014/main" id="{98441E03-7434-4CF1-D134-0F7DE8A6FDD9}"/>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1"/>
                  </a:solidFill>
                </a:rPr>
                <a:t>0</a:t>
              </a:r>
            </a:p>
          </p:txBody>
        </p:sp>
        <p:sp>
          <p:nvSpPr>
            <p:cNvPr id="21" name="Rectangle 20">
              <a:extLst>
                <a:ext uri="{FF2B5EF4-FFF2-40B4-BE49-F238E27FC236}">
                  <a16:creationId xmlns:a16="http://schemas.microsoft.com/office/drawing/2014/main" id="{AA74D881-540F-BDD6-A694-A8F6C97A246D}"/>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22" name="Rectangle 21">
              <a:extLst>
                <a:ext uri="{FF2B5EF4-FFF2-40B4-BE49-F238E27FC236}">
                  <a16:creationId xmlns:a16="http://schemas.microsoft.com/office/drawing/2014/main" id="{2AA4DDDD-4B71-E14A-24E6-678BC4B92257}"/>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0</a:t>
              </a:r>
            </a:p>
          </p:txBody>
        </p:sp>
        <p:sp>
          <p:nvSpPr>
            <p:cNvPr id="23" name="Rectangle 22">
              <a:extLst>
                <a:ext uri="{FF2B5EF4-FFF2-40B4-BE49-F238E27FC236}">
                  <a16:creationId xmlns:a16="http://schemas.microsoft.com/office/drawing/2014/main" id="{952DEC98-54FC-2ABC-3C42-0CAA2379BF9C}"/>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solidFill>
                    <a:schemeClr val="accent1"/>
                  </a:solidFill>
                </a:rPr>
                <a:t>2</a:t>
              </a:r>
            </a:p>
          </p:txBody>
        </p:sp>
        <p:sp>
          <p:nvSpPr>
            <p:cNvPr id="24" name="Rectangle 23">
              <a:extLst>
                <a:ext uri="{FF2B5EF4-FFF2-40B4-BE49-F238E27FC236}">
                  <a16:creationId xmlns:a16="http://schemas.microsoft.com/office/drawing/2014/main" id="{06B50EA7-3F04-B4CB-0716-7B8F940E7FFF}"/>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8</a:t>
              </a:r>
              <a:endParaRPr lang="en-GB" sz="6000" dirty="0">
                <a:solidFill>
                  <a:schemeClr val="tx1"/>
                </a:solidFill>
              </a:endParaRPr>
            </a:p>
          </p:txBody>
        </p:sp>
        <p:sp>
          <p:nvSpPr>
            <p:cNvPr id="25" name="Rectangle 24">
              <a:extLst>
                <a:ext uri="{FF2B5EF4-FFF2-40B4-BE49-F238E27FC236}">
                  <a16:creationId xmlns:a16="http://schemas.microsoft.com/office/drawing/2014/main" id="{98EFF205-CBDC-67CA-C6ED-E78DB30B23B5}"/>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2</a:t>
              </a:r>
            </a:p>
          </p:txBody>
        </p:sp>
        <p:sp>
          <p:nvSpPr>
            <p:cNvPr id="26" name="Rectangle 25">
              <a:extLst>
                <a:ext uri="{FF2B5EF4-FFF2-40B4-BE49-F238E27FC236}">
                  <a16:creationId xmlns:a16="http://schemas.microsoft.com/office/drawing/2014/main" id="{BC40EB1A-9134-3ACA-2406-011D0F2E3E88}"/>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rPr>
                <a:t>6</a:t>
              </a:r>
            </a:p>
          </p:txBody>
        </p:sp>
      </p:grpSp>
      <p:sp>
        <p:nvSpPr>
          <p:cNvPr id="4" name="Rectangle 3">
            <a:extLst>
              <a:ext uri="{FF2B5EF4-FFF2-40B4-BE49-F238E27FC236}">
                <a16:creationId xmlns:a16="http://schemas.microsoft.com/office/drawing/2014/main" id="{A489F185-1311-5587-F01B-9F90E90A52E7}"/>
              </a:ext>
            </a:extLst>
          </p:cNvPr>
          <p:cNvSpPr/>
          <p:nvPr/>
        </p:nvSpPr>
        <p:spPr>
          <a:xfrm>
            <a:off x="8526000" y="1044000"/>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2"/>
                </a:solidFill>
              </a:rPr>
              <a:t>1</a:t>
            </a:r>
            <a:endParaRPr lang="en-GB" sz="4800" dirty="0">
              <a:solidFill>
                <a:schemeClr val="accent2"/>
              </a:solidFill>
            </a:endParaRPr>
          </a:p>
        </p:txBody>
      </p:sp>
      <p:sp>
        <p:nvSpPr>
          <p:cNvPr id="6" name="Rectangle 5">
            <a:extLst>
              <a:ext uri="{FF2B5EF4-FFF2-40B4-BE49-F238E27FC236}">
                <a16:creationId xmlns:a16="http://schemas.microsoft.com/office/drawing/2014/main" id="{37570D37-913C-7E96-4216-D3765BBFAE9D}"/>
              </a:ext>
            </a:extLst>
          </p:cNvPr>
          <p:cNvSpPr/>
          <p:nvPr/>
        </p:nvSpPr>
        <p:spPr>
          <a:xfrm>
            <a:off x="8526000" y="2708992"/>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2"/>
                </a:solidFill>
              </a:rPr>
              <a:t>2</a:t>
            </a:r>
            <a:endParaRPr lang="en-GB" sz="4800" dirty="0">
              <a:solidFill>
                <a:schemeClr val="accent2"/>
              </a:solidFill>
            </a:endParaRPr>
          </a:p>
        </p:txBody>
      </p:sp>
      <p:sp>
        <p:nvSpPr>
          <p:cNvPr id="8" name="Rectangle 7">
            <a:extLst>
              <a:ext uri="{FF2B5EF4-FFF2-40B4-BE49-F238E27FC236}">
                <a16:creationId xmlns:a16="http://schemas.microsoft.com/office/drawing/2014/main" id="{C459B0AF-1B24-16E1-8587-6AC082D80C62}"/>
              </a:ext>
            </a:extLst>
          </p:cNvPr>
          <p:cNvSpPr/>
          <p:nvPr/>
        </p:nvSpPr>
        <p:spPr>
          <a:xfrm>
            <a:off x="8526000" y="4329000"/>
            <a:ext cx="1440016" cy="1440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accent2"/>
                </a:solidFill>
              </a:rPr>
              <a:t>-1</a:t>
            </a:r>
            <a:endParaRPr lang="en-GB" sz="4800" dirty="0">
              <a:solidFill>
                <a:schemeClr val="accent2"/>
              </a:solidFill>
            </a:endParaRPr>
          </a:p>
        </p:txBody>
      </p:sp>
      <p:sp>
        <p:nvSpPr>
          <p:cNvPr id="10" name="Rectangle 9">
            <a:extLst>
              <a:ext uri="{FF2B5EF4-FFF2-40B4-BE49-F238E27FC236}">
                <a16:creationId xmlns:a16="http://schemas.microsoft.com/office/drawing/2014/main" id="{07825868-EF5D-A50F-642A-E144DF86C575}"/>
              </a:ext>
            </a:extLst>
          </p:cNvPr>
          <p:cNvSpPr/>
          <p:nvPr/>
        </p:nvSpPr>
        <p:spPr>
          <a:xfrm>
            <a:off x="695940" y="2978994"/>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rank</a:t>
            </a:r>
            <a:endParaRPr lang="en-GB" sz="5400" dirty="0">
              <a:solidFill>
                <a:schemeClr val="tx1"/>
              </a:solidFill>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8FA0513A-F568-38A4-7EC0-819D4C98D849}"/>
                  </a:ext>
                </a:extLst>
              </p:cNvPr>
              <p:cNvSpPr/>
              <p:nvPr/>
            </p:nvSpPr>
            <p:spPr>
              <a:xfrm>
                <a:off x="9380979" y="2978996"/>
                <a:ext cx="1890021" cy="9000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5400" b="0" i="1" smtClean="0">
                          <a:solidFill>
                            <a:schemeClr val="tx1"/>
                          </a:solidFill>
                          <a:latin typeface="Cambria Math" panose="02040503050406030204" pitchFamily="18" charset="0"/>
                        </a:rPr>
                        <m:t>=1</m:t>
                      </m:r>
                    </m:oMath>
                  </m:oMathPara>
                </a14:m>
                <a:endParaRPr lang="en-GB" sz="5400" dirty="0">
                  <a:solidFill>
                    <a:schemeClr val="tx1"/>
                  </a:solidFill>
                </a:endParaRPr>
              </a:p>
            </p:txBody>
          </p:sp>
        </mc:Choice>
        <mc:Fallback xmlns="">
          <p:sp>
            <p:nvSpPr>
              <p:cNvPr id="28" name="Rectangle 27">
                <a:extLst>
                  <a:ext uri="{FF2B5EF4-FFF2-40B4-BE49-F238E27FC236}">
                    <a16:creationId xmlns:a16="http://schemas.microsoft.com/office/drawing/2014/main" id="{8FA0513A-F568-38A4-7EC0-819D4C98D849}"/>
                  </a:ext>
                </a:extLst>
              </p:cNvPr>
              <p:cNvSpPr>
                <a:spLocks noRot="1" noChangeAspect="1" noMove="1" noResize="1" noEditPoints="1" noAdjustHandles="1" noChangeArrowheads="1" noChangeShapeType="1" noTextEdit="1"/>
              </p:cNvSpPr>
              <p:nvPr/>
            </p:nvSpPr>
            <p:spPr>
              <a:xfrm>
                <a:off x="9380979" y="2978996"/>
                <a:ext cx="1890021" cy="900010"/>
              </a:xfrm>
              <a:prstGeom prst="rect">
                <a:avLst/>
              </a:prstGeom>
              <a:blipFill>
                <a:blip r:embed="rId2"/>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60876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46F8-68FF-9706-FCE6-06ABD0596F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CD6E42-1102-E5ED-6475-7295CB525879}"/>
              </a:ext>
            </a:extLst>
          </p:cNvPr>
          <p:cNvSpPr/>
          <p:nvPr/>
        </p:nvSpPr>
        <p:spPr>
          <a:xfrm>
            <a:off x="1055943" y="3744026"/>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rank</a:t>
            </a:r>
            <a:endParaRPr lang="en-GB" sz="5400" dirty="0">
              <a:solidFill>
                <a:schemeClr val="tx1"/>
              </a:solidFill>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70758CD-C2F5-BBD8-A78F-426B21AC7088}"/>
                  </a:ext>
                </a:extLst>
              </p:cNvPr>
              <p:cNvSpPr/>
              <p:nvPr/>
            </p:nvSpPr>
            <p:spPr>
              <a:xfrm>
                <a:off x="2495960" y="3744026"/>
                <a:ext cx="1800021"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d>
                        <m:dPr>
                          <m:ctrlPr>
                            <a:rPr lang="en-GB" sz="5400" b="0" i="1" smtClean="0">
                              <a:solidFill>
                                <a:schemeClr val="tx1"/>
                              </a:solidFill>
                              <a:latin typeface="Cambria Math" panose="02040503050406030204" pitchFamily="18" charset="0"/>
                            </a:rPr>
                          </m:ctrlPr>
                        </m:dPr>
                        <m:e>
                          <m:r>
                            <a:rPr lang="en-GB" sz="5400" b="0" i="1" smtClean="0">
                              <a:solidFill>
                                <a:schemeClr val="tx1"/>
                              </a:solidFill>
                              <a:latin typeface="Cambria Math" panose="02040503050406030204" pitchFamily="18" charset="0"/>
                            </a:rPr>
                            <m:t>𝑇</m:t>
                          </m:r>
                        </m:e>
                      </m:d>
                    </m:oMath>
                  </m:oMathPara>
                </a14:m>
                <a:endParaRPr lang="en-GB" sz="5400" dirty="0">
                  <a:solidFill>
                    <a:schemeClr val="tx1"/>
                  </a:solidFill>
                </a:endParaRPr>
              </a:p>
            </p:txBody>
          </p:sp>
        </mc:Choice>
        <mc:Fallback xmlns="">
          <p:sp>
            <p:nvSpPr>
              <p:cNvPr id="7" name="Rectangle 6">
                <a:extLst>
                  <a:ext uri="{FF2B5EF4-FFF2-40B4-BE49-F238E27FC236}">
                    <a16:creationId xmlns:a16="http://schemas.microsoft.com/office/drawing/2014/main" id="{670758CD-C2F5-BBD8-A78F-426B21AC7088}"/>
                  </a:ext>
                </a:extLst>
              </p:cNvPr>
              <p:cNvSpPr>
                <a:spLocks noRot="1" noChangeAspect="1" noMove="1" noResize="1" noEditPoints="1" noAdjustHandles="1" noChangeArrowheads="1" noChangeShapeType="1" noTextEdit="1"/>
              </p:cNvSpPr>
              <p:nvPr/>
            </p:nvSpPr>
            <p:spPr>
              <a:xfrm>
                <a:off x="2495960" y="3744026"/>
                <a:ext cx="1800021" cy="900011"/>
              </a:xfrm>
              <a:prstGeom prst="rect">
                <a:avLst/>
              </a:prstGeom>
              <a:blipFill>
                <a:blip r:embed="rId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BA4CE77-5C6F-2539-7D44-8966D9421ABC}"/>
                  </a:ext>
                </a:extLst>
              </p:cNvPr>
              <p:cNvSpPr/>
              <p:nvPr/>
            </p:nvSpPr>
            <p:spPr>
              <a:xfrm>
                <a:off x="3935976" y="2034008"/>
                <a:ext cx="7200079" cy="43200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5400" b="0" i="1" smtClean="0">
                          <a:solidFill>
                            <a:schemeClr val="tx1"/>
                          </a:solidFill>
                          <a:latin typeface="Cambria Math" panose="02040503050406030204" pitchFamily="18" charset="0"/>
                        </a:rPr>
                        <m:t>≔</m:t>
                      </m:r>
                      <m:func>
                        <m:funcPr>
                          <m:ctrlPr>
                            <a:rPr lang="en-US" sz="5400">
                              <a:solidFill>
                                <a:schemeClr val="tx1"/>
                              </a:solidFill>
                              <a:latin typeface="Cambria Math" panose="02040503050406030204" pitchFamily="18" charset="0"/>
                            </a:rPr>
                          </m:ctrlPr>
                        </m:funcPr>
                        <m:fName>
                          <m:r>
                            <m:rPr>
                              <m:sty m:val="p"/>
                            </m:rPr>
                            <a:rPr lang="en-US" sz="5400">
                              <a:solidFill>
                                <a:schemeClr val="tx1"/>
                              </a:solidFill>
                              <a:latin typeface="Cambria Math" panose="02040503050406030204" pitchFamily="18" charset="0"/>
                            </a:rPr>
                            <m:t>min</m:t>
                          </m:r>
                        </m:fName>
                        <m:e>
                          <m:d>
                            <m:dPr>
                              <m:begChr m:val="{"/>
                              <m:endChr m:val="}"/>
                              <m:ctrlPr>
                                <a:rPr lang="en-US" sz="5400" i="1">
                                  <a:solidFill>
                                    <a:schemeClr val="tx1"/>
                                  </a:solidFill>
                                  <a:latin typeface="Cambria Math" panose="02040503050406030204" pitchFamily="18" charset="0"/>
                                </a:rPr>
                              </m:ctrlPr>
                            </m:dPr>
                            <m:e>
                              <m:r>
                                <a:rPr lang="en-US" sz="5400" i="1">
                                  <a:solidFill>
                                    <a:schemeClr val="tx1"/>
                                  </a:solidFill>
                                  <a:latin typeface="Cambria Math" panose="02040503050406030204" pitchFamily="18" charset="0"/>
                                </a:rPr>
                                <m:t>𝑟</m:t>
                              </m:r>
                              <m:r>
                                <a:rPr lang="en-US" sz="5400" i="1">
                                  <a:solidFill>
                                    <a:schemeClr val="tx1"/>
                                  </a:solidFill>
                                  <a:latin typeface="Cambria Math" panose="02040503050406030204" pitchFamily="18" charset="0"/>
                                </a:rPr>
                                <m:t> :      =</m:t>
                              </m:r>
                              <m:nary>
                                <m:naryPr>
                                  <m:chr m:val="∑"/>
                                  <m:ctrlPr>
                                    <a:rPr lang="en-US" sz="5400" i="1">
                                      <a:solidFill>
                                        <a:schemeClr val="tx1"/>
                                      </a:solidFill>
                                      <a:latin typeface="Cambria Math" panose="02040503050406030204" pitchFamily="18" charset="0"/>
                                    </a:rPr>
                                  </m:ctrlPr>
                                </m:naryPr>
                                <m:sub>
                                  <m:r>
                                    <m:rPr>
                                      <m:brk m:alnAt="23"/>
                                    </m:rPr>
                                    <a:rPr lang="en-US" sz="5400" i="1">
                                      <a:solidFill>
                                        <a:schemeClr val="tx1"/>
                                      </a:solidFill>
                                      <a:latin typeface="Cambria Math" panose="02040503050406030204" pitchFamily="18" charset="0"/>
                                    </a:rPr>
                                    <m:t>𝑖</m:t>
                                  </m:r>
                                  <m:r>
                                    <a:rPr lang="en-US" sz="5400" i="1">
                                      <a:solidFill>
                                        <a:schemeClr val="tx1"/>
                                      </a:solidFill>
                                      <a:latin typeface="Cambria Math" panose="02040503050406030204" pitchFamily="18" charset="0"/>
                                    </a:rPr>
                                    <m:t>=1</m:t>
                                  </m:r>
                                </m:sub>
                                <m:sup>
                                  <m:r>
                                    <a:rPr lang="en-US" sz="5400" i="1">
                                      <a:solidFill>
                                        <a:schemeClr val="tx1"/>
                                      </a:solidFill>
                                      <a:latin typeface="Cambria Math" panose="02040503050406030204" pitchFamily="18" charset="0"/>
                                    </a:rPr>
                                    <m:t>𝑟</m:t>
                                  </m:r>
                                </m:sup>
                                <m:e>
                                  <m:r>
                                    <a:rPr lang="en-GB" sz="5400" b="0" i="1" smtClean="0">
                                      <a:solidFill>
                                        <a:schemeClr val="tx1"/>
                                      </a:solidFill>
                                      <a:latin typeface="Cambria Math" panose="02040503050406030204" pitchFamily="18" charset="0"/>
                                    </a:rPr>
                                    <m:t>      </m:t>
                                  </m:r>
                                </m:e>
                              </m:nary>
                            </m:e>
                          </m:d>
                        </m:e>
                      </m:func>
                    </m:oMath>
                  </m:oMathPara>
                </a14:m>
                <a:endParaRPr lang="en-GB" sz="5400" dirty="0">
                  <a:solidFill>
                    <a:schemeClr val="tx1"/>
                  </a:solidFill>
                </a:endParaRPr>
              </a:p>
            </p:txBody>
          </p:sp>
        </mc:Choice>
        <mc:Fallback xmlns="">
          <p:sp>
            <p:nvSpPr>
              <p:cNvPr id="13" name="Rectangle 12">
                <a:extLst>
                  <a:ext uri="{FF2B5EF4-FFF2-40B4-BE49-F238E27FC236}">
                    <a16:creationId xmlns:a16="http://schemas.microsoft.com/office/drawing/2014/main" id="{EBA4CE77-5C6F-2539-7D44-8966D9421ABC}"/>
                  </a:ext>
                </a:extLst>
              </p:cNvPr>
              <p:cNvSpPr>
                <a:spLocks noRot="1" noChangeAspect="1" noMove="1" noResize="1" noEditPoints="1" noAdjustHandles="1" noChangeArrowheads="1" noChangeShapeType="1" noTextEdit="1"/>
              </p:cNvSpPr>
              <p:nvPr/>
            </p:nvSpPr>
            <p:spPr>
              <a:xfrm>
                <a:off x="3935976" y="2034008"/>
                <a:ext cx="7200079" cy="4320048"/>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B18E6D1-CC60-616D-B563-BB96576F5289}"/>
                  </a:ext>
                </a:extLst>
              </p:cNvPr>
              <p:cNvSpPr/>
              <p:nvPr/>
            </p:nvSpPr>
            <p:spPr>
              <a:xfrm>
                <a:off x="7176012" y="3744026"/>
                <a:ext cx="900010"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5400" b="0" i="1" smtClean="0">
                          <a:solidFill>
                            <a:schemeClr val="tx1"/>
                          </a:solidFill>
                          <a:latin typeface="Cambria Math" panose="02040503050406030204" pitchFamily="18" charset="0"/>
                        </a:rPr>
                        <m:t>𝑇</m:t>
                      </m:r>
                    </m:oMath>
                  </m:oMathPara>
                </a14:m>
                <a:endParaRPr lang="en-GB" sz="5400" dirty="0">
                  <a:solidFill>
                    <a:schemeClr val="tx1"/>
                  </a:solidFill>
                </a:endParaRPr>
              </a:p>
            </p:txBody>
          </p:sp>
        </mc:Choice>
        <mc:Fallback xmlns="">
          <p:sp>
            <p:nvSpPr>
              <p:cNvPr id="21" name="Rectangle 20">
                <a:extLst>
                  <a:ext uri="{FF2B5EF4-FFF2-40B4-BE49-F238E27FC236}">
                    <a16:creationId xmlns:a16="http://schemas.microsoft.com/office/drawing/2014/main" id="{1B18E6D1-CC60-616D-B563-BB96576F5289}"/>
                  </a:ext>
                </a:extLst>
              </p:cNvPr>
              <p:cNvSpPr>
                <a:spLocks noRot="1" noChangeAspect="1" noMove="1" noResize="1" noEditPoints="1" noAdjustHandles="1" noChangeArrowheads="1" noChangeShapeType="1" noTextEdit="1"/>
              </p:cNvSpPr>
              <p:nvPr/>
            </p:nvSpPr>
            <p:spPr>
              <a:xfrm>
                <a:off x="7176012" y="3744026"/>
                <a:ext cx="900010" cy="900011"/>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90A6FA24-CABC-B3E3-8440-E1B37BE8AEA2}"/>
                  </a:ext>
                </a:extLst>
              </p:cNvPr>
              <p:cNvSpPr/>
              <p:nvPr/>
            </p:nvSpPr>
            <p:spPr>
              <a:xfrm>
                <a:off x="9696040" y="3744026"/>
                <a:ext cx="900010" cy="90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GB" sz="5400" b="0" i="1" smtClean="0">
                              <a:solidFill>
                                <a:schemeClr val="accent6"/>
                              </a:solidFill>
                              <a:latin typeface="Cambria Math" panose="02040503050406030204" pitchFamily="18" charset="0"/>
                            </a:rPr>
                          </m:ctrlPr>
                        </m:sSubPr>
                        <m:e>
                          <m:r>
                            <a:rPr lang="en-GB" sz="5400" b="0" i="1" smtClean="0">
                              <a:solidFill>
                                <a:schemeClr val="accent6"/>
                              </a:solidFill>
                              <a:latin typeface="Cambria Math" panose="02040503050406030204" pitchFamily="18" charset="0"/>
                            </a:rPr>
                            <m:t>𝑇</m:t>
                          </m:r>
                        </m:e>
                        <m:sub>
                          <m:r>
                            <a:rPr lang="en-GB" sz="5400" b="0" i="1" smtClean="0">
                              <a:solidFill>
                                <a:schemeClr val="accent6"/>
                              </a:solidFill>
                              <a:latin typeface="Cambria Math" panose="02040503050406030204" pitchFamily="18" charset="0"/>
                            </a:rPr>
                            <m:t>𝑖</m:t>
                          </m:r>
                        </m:sub>
                      </m:sSub>
                    </m:oMath>
                  </m:oMathPara>
                </a14:m>
                <a:endParaRPr lang="en-GB" sz="5400" dirty="0">
                  <a:solidFill>
                    <a:schemeClr val="tx1"/>
                  </a:solidFill>
                </a:endParaRPr>
              </a:p>
            </p:txBody>
          </p:sp>
        </mc:Choice>
        <mc:Fallback xmlns="">
          <p:sp>
            <p:nvSpPr>
              <p:cNvPr id="26" name="Rectangle 25">
                <a:extLst>
                  <a:ext uri="{FF2B5EF4-FFF2-40B4-BE49-F238E27FC236}">
                    <a16:creationId xmlns:a16="http://schemas.microsoft.com/office/drawing/2014/main" id="{90A6FA24-CABC-B3E3-8440-E1B37BE8AEA2}"/>
                  </a:ext>
                </a:extLst>
              </p:cNvPr>
              <p:cNvSpPr>
                <a:spLocks noRot="1" noChangeAspect="1" noMove="1" noResize="1" noEditPoints="1" noAdjustHandles="1" noChangeArrowheads="1" noChangeShapeType="1" noTextEdit="1"/>
              </p:cNvSpPr>
              <p:nvPr/>
            </p:nvSpPr>
            <p:spPr>
              <a:xfrm>
                <a:off x="9696040" y="3744026"/>
                <a:ext cx="900010" cy="900011"/>
              </a:xfrm>
              <a:prstGeom prst="rect">
                <a:avLst/>
              </a:prstGeom>
              <a:blipFill>
                <a:blip r:embed="rId5"/>
                <a:stretch>
                  <a:fillRect/>
                </a:stretch>
              </a:blipFill>
              <a:ln>
                <a:noFill/>
              </a:ln>
            </p:spPr>
            <p:txBody>
              <a:bodyPr/>
              <a:lstStyle/>
              <a:p>
                <a:r>
                  <a:rPr lang="en-GB">
                    <a:noFill/>
                  </a:rPr>
                  <a:t> </a:t>
                </a:r>
              </a:p>
            </p:txBody>
          </p:sp>
        </mc:Fallback>
      </mc:AlternateContent>
      <p:sp>
        <p:nvSpPr>
          <p:cNvPr id="27" name="TextBox 26">
            <a:extLst>
              <a:ext uri="{FF2B5EF4-FFF2-40B4-BE49-F238E27FC236}">
                <a16:creationId xmlns:a16="http://schemas.microsoft.com/office/drawing/2014/main" id="{DA40CCD0-3B4C-D9C7-914F-963F50D204BA}"/>
              </a:ext>
            </a:extLst>
          </p:cNvPr>
          <p:cNvSpPr txBox="1"/>
          <p:nvPr/>
        </p:nvSpPr>
        <p:spPr>
          <a:xfrm>
            <a:off x="6276002" y="1314000"/>
            <a:ext cx="2520028" cy="1323439"/>
          </a:xfrm>
          <a:prstGeom prst="rect">
            <a:avLst/>
          </a:prstGeom>
          <a:noFill/>
        </p:spPr>
        <p:txBody>
          <a:bodyPr wrap="square" rtlCol="0">
            <a:spAutoFit/>
          </a:bodyPr>
          <a:lstStyle/>
          <a:p>
            <a:pPr algn="ctr"/>
            <a:r>
              <a:rPr lang="en-GB" sz="4000" dirty="0">
                <a:solidFill>
                  <a:schemeClr val="accent6"/>
                </a:solidFill>
              </a:rPr>
              <a:t>rank-1 tensors</a:t>
            </a:r>
          </a:p>
        </p:txBody>
      </p:sp>
      <p:cxnSp>
        <p:nvCxnSpPr>
          <p:cNvPr id="28" name="Connector: Curved 27">
            <a:extLst>
              <a:ext uri="{FF2B5EF4-FFF2-40B4-BE49-F238E27FC236}">
                <a16:creationId xmlns:a16="http://schemas.microsoft.com/office/drawing/2014/main" id="{D469E236-3E60-D19E-2210-A544C13EBF8E}"/>
              </a:ext>
            </a:extLst>
          </p:cNvPr>
          <p:cNvCxnSpPr>
            <a:cxnSpLocks/>
          </p:cNvCxnSpPr>
          <p:nvPr/>
        </p:nvCxnSpPr>
        <p:spPr>
          <a:xfrm rot="16200000" flipH="1">
            <a:off x="8841032" y="2259012"/>
            <a:ext cx="1350013" cy="1080010"/>
          </a:xfrm>
          <a:prstGeom prst="curvedConnector3">
            <a:avLst>
              <a:gd name="adj1" fmla="val -1145"/>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C1BF9664-B4CC-805E-05C8-EB9305D9AB87}"/>
              </a:ext>
            </a:extLst>
          </p:cNvPr>
          <p:cNvGrpSpPr/>
          <p:nvPr/>
        </p:nvGrpSpPr>
        <p:grpSpPr>
          <a:xfrm>
            <a:off x="1371000" y="1239456"/>
            <a:ext cx="3182494" cy="2431075"/>
            <a:chOff x="7536016" y="1268976"/>
            <a:chExt cx="2790031" cy="2790031"/>
          </a:xfrm>
          <a:scene3d>
            <a:camera prst="perspectiveFront" fov="0">
              <a:rot lat="18600000" lon="2400000" rev="19620000"/>
            </a:camera>
            <a:lightRig rig="threePt" dir="t"/>
          </a:scene3d>
        </p:grpSpPr>
        <p:sp>
          <p:nvSpPr>
            <p:cNvPr id="48" name="Rectangle 47">
              <a:extLst>
                <a:ext uri="{FF2B5EF4-FFF2-40B4-BE49-F238E27FC236}">
                  <a16:creationId xmlns:a16="http://schemas.microsoft.com/office/drawing/2014/main" id="{FCF3C891-701E-C226-16EB-293E80B0BE30}"/>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49" name="Rectangle 48">
              <a:extLst>
                <a:ext uri="{FF2B5EF4-FFF2-40B4-BE49-F238E27FC236}">
                  <a16:creationId xmlns:a16="http://schemas.microsoft.com/office/drawing/2014/main" id="{B39B6EEB-A3B4-25C8-6C0B-54DC32FAFF98}"/>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50" name="Rectangle 49">
              <a:extLst>
                <a:ext uri="{FF2B5EF4-FFF2-40B4-BE49-F238E27FC236}">
                  <a16:creationId xmlns:a16="http://schemas.microsoft.com/office/drawing/2014/main" id="{C807C8B4-761E-8FEA-6F98-0BEAB3958127}"/>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51" name="Rectangle 50">
              <a:extLst>
                <a:ext uri="{FF2B5EF4-FFF2-40B4-BE49-F238E27FC236}">
                  <a16:creationId xmlns:a16="http://schemas.microsoft.com/office/drawing/2014/main" id="{2B3F1F73-120C-9975-E90B-AB545CACDEA4}"/>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52" name="Rectangle 51">
              <a:extLst>
                <a:ext uri="{FF2B5EF4-FFF2-40B4-BE49-F238E27FC236}">
                  <a16:creationId xmlns:a16="http://schemas.microsoft.com/office/drawing/2014/main" id="{2F44895E-C646-2862-6290-84661CEF6B94}"/>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53" name="Rectangle 52">
              <a:extLst>
                <a:ext uri="{FF2B5EF4-FFF2-40B4-BE49-F238E27FC236}">
                  <a16:creationId xmlns:a16="http://schemas.microsoft.com/office/drawing/2014/main" id="{19520AC8-960C-ABAA-5C97-9C3B4C4EBE21}"/>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54" name="Rectangle 53">
              <a:extLst>
                <a:ext uri="{FF2B5EF4-FFF2-40B4-BE49-F238E27FC236}">
                  <a16:creationId xmlns:a16="http://schemas.microsoft.com/office/drawing/2014/main" id="{3F7EAE47-F287-0332-868C-D73FCAB0C777}"/>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-4</a:t>
              </a:r>
            </a:p>
          </p:txBody>
        </p:sp>
        <p:sp>
          <p:nvSpPr>
            <p:cNvPr id="55" name="Rectangle 54">
              <a:extLst>
                <a:ext uri="{FF2B5EF4-FFF2-40B4-BE49-F238E27FC236}">
                  <a16:creationId xmlns:a16="http://schemas.microsoft.com/office/drawing/2014/main" id="{402A6C8F-4BA5-6F3E-33F0-FACEC18C45E7}"/>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-1</a:t>
              </a:r>
            </a:p>
          </p:txBody>
        </p:sp>
        <p:sp>
          <p:nvSpPr>
            <p:cNvPr id="56" name="Rectangle 55">
              <a:extLst>
                <a:ext uri="{FF2B5EF4-FFF2-40B4-BE49-F238E27FC236}">
                  <a16:creationId xmlns:a16="http://schemas.microsoft.com/office/drawing/2014/main" id="{647466FF-B09F-F56B-E9B2-361A6E742367}"/>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-3</a:t>
              </a:r>
            </a:p>
          </p:txBody>
        </p:sp>
        <p:sp>
          <p:nvSpPr>
            <p:cNvPr id="57" name="Rectangle 56">
              <a:extLst>
                <a:ext uri="{FF2B5EF4-FFF2-40B4-BE49-F238E27FC236}">
                  <a16:creationId xmlns:a16="http://schemas.microsoft.com/office/drawing/2014/main" id="{AA22BDBE-92DF-E8B6-7ADE-926CCEE5D62E}"/>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58" name="Rectangle 57">
              <a:extLst>
                <a:ext uri="{FF2B5EF4-FFF2-40B4-BE49-F238E27FC236}">
                  <a16:creationId xmlns:a16="http://schemas.microsoft.com/office/drawing/2014/main" id="{29A5267B-E44D-70EE-3DDD-7CDC95B3E826}"/>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59" name="Rectangle 58">
              <a:extLst>
                <a:ext uri="{FF2B5EF4-FFF2-40B4-BE49-F238E27FC236}">
                  <a16:creationId xmlns:a16="http://schemas.microsoft.com/office/drawing/2014/main" id="{EEB0BB4E-64C1-4D1D-850E-572C6E072FC1}"/>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60" name="Rectangle 59">
              <a:extLst>
                <a:ext uri="{FF2B5EF4-FFF2-40B4-BE49-F238E27FC236}">
                  <a16:creationId xmlns:a16="http://schemas.microsoft.com/office/drawing/2014/main" id="{1F253AEE-85DF-B2D6-19C8-C169296E48E8}"/>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61" name="Rectangle 60">
              <a:extLst>
                <a:ext uri="{FF2B5EF4-FFF2-40B4-BE49-F238E27FC236}">
                  <a16:creationId xmlns:a16="http://schemas.microsoft.com/office/drawing/2014/main" id="{7B967803-4C0C-3F73-2172-3CDFEA4745C9}"/>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GB" sz="3200" dirty="0">
                <a:solidFill>
                  <a:schemeClr val="tx1"/>
                </a:solidFill>
              </a:endParaRPr>
            </a:p>
          </p:txBody>
        </p:sp>
        <p:sp>
          <p:nvSpPr>
            <p:cNvPr id="62" name="Rectangle 61">
              <a:extLst>
                <a:ext uri="{FF2B5EF4-FFF2-40B4-BE49-F238E27FC236}">
                  <a16:creationId xmlns:a16="http://schemas.microsoft.com/office/drawing/2014/main" id="{D81BFF68-444E-AE75-6C90-0F9ADE0DC066}"/>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-2</a:t>
              </a:r>
            </a:p>
          </p:txBody>
        </p:sp>
        <p:sp>
          <p:nvSpPr>
            <p:cNvPr id="63" name="Rectangle 62">
              <a:extLst>
                <a:ext uri="{FF2B5EF4-FFF2-40B4-BE49-F238E27FC236}">
                  <a16:creationId xmlns:a16="http://schemas.microsoft.com/office/drawing/2014/main" id="{D13552E3-74C6-252C-F0DE-18C38C0C3E73}"/>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-6</a:t>
              </a:r>
            </a:p>
          </p:txBody>
        </p:sp>
      </p:grpSp>
      <p:grpSp>
        <p:nvGrpSpPr>
          <p:cNvPr id="5" name="Group 4">
            <a:extLst>
              <a:ext uri="{FF2B5EF4-FFF2-40B4-BE49-F238E27FC236}">
                <a16:creationId xmlns:a16="http://schemas.microsoft.com/office/drawing/2014/main" id="{2A3435B8-39BA-D2CF-11E4-0CE9CE5A27BA}"/>
              </a:ext>
            </a:extLst>
          </p:cNvPr>
          <p:cNvGrpSpPr/>
          <p:nvPr/>
        </p:nvGrpSpPr>
        <p:grpSpPr>
          <a:xfrm>
            <a:off x="1371015" y="421720"/>
            <a:ext cx="3182494" cy="2431075"/>
            <a:chOff x="7536016" y="1268976"/>
            <a:chExt cx="2790031" cy="2790031"/>
          </a:xfrm>
          <a:scene3d>
            <a:camera prst="perspectiveFront" fov="0">
              <a:rot lat="18600000" lon="2400000" rev="19620000"/>
            </a:camera>
            <a:lightRig rig="threePt" dir="t"/>
          </a:scene3d>
        </p:grpSpPr>
        <p:sp>
          <p:nvSpPr>
            <p:cNvPr id="32" name="Rectangle 31">
              <a:extLst>
                <a:ext uri="{FF2B5EF4-FFF2-40B4-BE49-F238E27FC236}">
                  <a16:creationId xmlns:a16="http://schemas.microsoft.com/office/drawing/2014/main" id="{0954AE47-BF90-DD94-0B1D-52F9E8EE512A}"/>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33" name="Rectangle 32">
              <a:extLst>
                <a:ext uri="{FF2B5EF4-FFF2-40B4-BE49-F238E27FC236}">
                  <a16:creationId xmlns:a16="http://schemas.microsoft.com/office/drawing/2014/main" id="{5A1CDF8B-D45C-A9DD-F4B1-AC7BA0A84116}"/>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34" name="Rectangle 33">
              <a:extLst>
                <a:ext uri="{FF2B5EF4-FFF2-40B4-BE49-F238E27FC236}">
                  <a16:creationId xmlns:a16="http://schemas.microsoft.com/office/drawing/2014/main" id="{E286B335-19DF-C6CA-0B55-1E6D42964271}"/>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35" name="Rectangle 34">
              <a:extLst>
                <a:ext uri="{FF2B5EF4-FFF2-40B4-BE49-F238E27FC236}">
                  <a16:creationId xmlns:a16="http://schemas.microsoft.com/office/drawing/2014/main" id="{8DA49D13-12C6-E106-1011-DF14AA6DAB8A}"/>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36" name="Rectangle 35">
              <a:extLst>
                <a:ext uri="{FF2B5EF4-FFF2-40B4-BE49-F238E27FC236}">
                  <a16:creationId xmlns:a16="http://schemas.microsoft.com/office/drawing/2014/main" id="{38FA11F5-2C14-7AAC-6622-B1A1ED7D9399}"/>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37" name="Rectangle 36">
              <a:extLst>
                <a:ext uri="{FF2B5EF4-FFF2-40B4-BE49-F238E27FC236}">
                  <a16:creationId xmlns:a16="http://schemas.microsoft.com/office/drawing/2014/main" id="{C0FE13A9-EFF5-17B0-1985-A12BC930B0E6}"/>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38" name="Rectangle 37">
              <a:extLst>
                <a:ext uri="{FF2B5EF4-FFF2-40B4-BE49-F238E27FC236}">
                  <a16:creationId xmlns:a16="http://schemas.microsoft.com/office/drawing/2014/main" id="{E94F50F5-9602-EC12-6EE8-3E0D42C1F56F}"/>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8</a:t>
              </a:r>
            </a:p>
          </p:txBody>
        </p:sp>
        <p:sp>
          <p:nvSpPr>
            <p:cNvPr id="39" name="Rectangle 38">
              <a:extLst>
                <a:ext uri="{FF2B5EF4-FFF2-40B4-BE49-F238E27FC236}">
                  <a16:creationId xmlns:a16="http://schemas.microsoft.com/office/drawing/2014/main" id="{2F74F784-B3D8-761F-7263-C59FDB0DDA87}"/>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2</a:t>
              </a:r>
            </a:p>
          </p:txBody>
        </p:sp>
        <p:sp>
          <p:nvSpPr>
            <p:cNvPr id="40" name="Rectangle 39">
              <a:extLst>
                <a:ext uri="{FF2B5EF4-FFF2-40B4-BE49-F238E27FC236}">
                  <a16:creationId xmlns:a16="http://schemas.microsoft.com/office/drawing/2014/main" id="{01AB18E4-0BE0-B3F8-D252-2CD2558C92DA}"/>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6</a:t>
              </a:r>
            </a:p>
          </p:txBody>
        </p:sp>
        <p:sp>
          <p:nvSpPr>
            <p:cNvPr id="41" name="Rectangle 40">
              <a:extLst>
                <a:ext uri="{FF2B5EF4-FFF2-40B4-BE49-F238E27FC236}">
                  <a16:creationId xmlns:a16="http://schemas.microsoft.com/office/drawing/2014/main" id="{8F9EAA5D-277A-D81E-E46C-434F1AB8665D}"/>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42" name="Rectangle 41">
              <a:extLst>
                <a:ext uri="{FF2B5EF4-FFF2-40B4-BE49-F238E27FC236}">
                  <a16:creationId xmlns:a16="http://schemas.microsoft.com/office/drawing/2014/main" id="{D4A67803-67FB-8D36-6542-C81E18648915}"/>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43" name="Rectangle 42">
              <a:extLst>
                <a:ext uri="{FF2B5EF4-FFF2-40B4-BE49-F238E27FC236}">
                  <a16:creationId xmlns:a16="http://schemas.microsoft.com/office/drawing/2014/main" id="{753B0588-2CFB-2AF0-893C-771EBCC8A699}"/>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44" name="Rectangle 43">
              <a:extLst>
                <a:ext uri="{FF2B5EF4-FFF2-40B4-BE49-F238E27FC236}">
                  <a16:creationId xmlns:a16="http://schemas.microsoft.com/office/drawing/2014/main" id="{8A679328-E242-0976-13D0-B944652DC6CF}"/>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45" name="Rectangle 44">
              <a:extLst>
                <a:ext uri="{FF2B5EF4-FFF2-40B4-BE49-F238E27FC236}">
                  <a16:creationId xmlns:a16="http://schemas.microsoft.com/office/drawing/2014/main" id="{E7505220-EFF0-36FC-7511-4AE984C36422}"/>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16</a:t>
              </a:r>
              <a:endParaRPr lang="en-GB" sz="3200" dirty="0">
                <a:solidFill>
                  <a:schemeClr val="tx1"/>
                </a:solidFill>
              </a:endParaRPr>
            </a:p>
          </p:txBody>
        </p:sp>
        <p:sp>
          <p:nvSpPr>
            <p:cNvPr id="46" name="Rectangle 45">
              <a:extLst>
                <a:ext uri="{FF2B5EF4-FFF2-40B4-BE49-F238E27FC236}">
                  <a16:creationId xmlns:a16="http://schemas.microsoft.com/office/drawing/2014/main" id="{BB50F4D3-96CF-2DA5-5727-F77657E84D0B}"/>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4</a:t>
              </a:r>
            </a:p>
          </p:txBody>
        </p:sp>
        <p:sp>
          <p:nvSpPr>
            <p:cNvPr id="47" name="Rectangle 46">
              <a:extLst>
                <a:ext uri="{FF2B5EF4-FFF2-40B4-BE49-F238E27FC236}">
                  <a16:creationId xmlns:a16="http://schemas.microsoft.com/office/drawing/2014/main" id="{0BF0A556-98C6-5C73-4A92-C4FDD5D8DE02}"/>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12</a:t>
              </a:r>
            </a:p>
          </p:txBody>
        </p:sp>
      </p:grpSp>
      <p:grpSp>
        <p:nvGrpSpPr>
          <p:cNvPr id="6" name="Group 5">
            <a:extLst>
              <a:ext uri="{FF2B5EF4-FFF2-40B4-BE49-F238E27FC236}">
                <a16:creationId xmlns:a16="http://schemas.microsoft.com/office/drawing/2014/main" id="{2E135360-822A-33E2-0497-436D60F80777}"/>
              </a:ext>
            </a:extLst>
          </p:cNvPr>
          <p:cNvGrpSpPr/>
          <p:nvPr/>
        </p:nvGrpSpPr>
        <p:grpSpPr>
          <a:xfrm>
            <a:off x="1371015" y="-396000"/>
            <a:ext cx="3182494" cy="2431075"/>
            <a:chOff x="7536016" y="1268976"/>
            <a:chExt cx="2790031" cy="2790031"/>
          </a:xfrm>
          <a:scene3d>
            <a:camera prst="perspectiveFront" fov="0">
              <a:rot lat="18600000" lon="2400000" rev="19620000"/>
            </a:camera>
            <a:lightRig rig="threePt" dir="t"/>
          </a:scene3d>
        </p:grpSpPr>
        <p:sp>
          <p:nvSpPr>
            <p:cNvPr id="11" name="Rectangle 10">
              <a:extLst>
                <a:ext uri="{FF2B5EF4-FFF2-40B4-BE49-F238E27FC236}">
                  <a16:creationId xmlns:a16="http://schemas.microsoft.com/office/drawing/2014/main" id="{DDB4BD6A-80E3-85DB-67E4-369A74D8FD89}"/>
                </a:ext>
              </a:extLst>
            </p:cNvPr>
            <p:cNvSpPr/>
            <p:nvPr/>
          </p:nvSpPr>
          <p:spPr>
            <a:xfrm>
              <a:off x="7536016"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solidFill>
                  <a:schemeClr val="tx1"/>
                </a:solidFill>
              </a:endParaRPr>
            </a:p>
          </p:txBody>
        </p:sp>
        <p:sp>
          <p:nvSpPr>
            <p:cNvPr id="12" name="Rectangle 11">
              <a:extLst>
                <a:ext uri="{FF2B5EF4-FFF2-40B4-BE49-F238E27FC236}">
                  <a16:creationId xmlns:a16="http://schemas.microsoft.com/office/drawing/2014/main" id="{9A1B6CF7-056E-6212-256E-9128ED486126}"/>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14" name="Rectangle 13">
              <a:extLst>
                <a:ext uri="{FF2B5EF4-FFF2-40B4-BE49-F238E27FC236}">
                  <a16:creationId xmlns:a16="http://schemas.microsoft.com/office/drawing/2014/main" id="{2B72AADC-DB85-A509-5CF9-DFA7B2E281C7}"/>
                </a:ext>
              </a:extLst>
            </p:cNvPr>
            <p:cNvSpPr/>
            <p:nvPr/>
          </p:nvSpPr>
          <p:spPr>
            <a:xfrm>
              <a:off x="8256024"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6"/>
                  </a:solidFill>
                </a:rPr>
                <a:t>4</a:t>
              </a:r>
            </a:p>
          </p:txBody>
        </p:sp>
        <p:sp>
          <p:nvSpPr>
            <p:cNvPr id="15" name="Rectangle 14">
              <a:extLst>
                <a:ext uri="{FF2B5EF4-FFF2-40B4-BE49-F238E27FC236}">
                  <a16:creationId xmlns:a16="http://schemas.microsoft.com/office/drawing/2014/main" id="{A4546735-3BDC-FCF0-5F30-6F2511A0B657}"/>
                </a:ext>
              </a:extLst>
            </p:cNvPr>
            <p:cNvSpPr/>
            <p:nvPr/>
          </p:nvSpPr>
          <p:spPr>
            <a:xfrm>
              <a:off x="8976032"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6"/>
                  </a:solidFill>
                </a:rPr>
                <a:t>1</a:t>
              </a:r>
            </a:p>
          </p:txBody>
        </p:sp>
        <p:sp>
          <p:nvSpPr>
            <p:cNvPr id="16" name="Rectangle 15">
              <a:extLst>
                <a:ext uri="{FF2B5EF4-FFF2-40B4-BE49-F238E27FC236}">
                  <a16:creationId xmlns:a16="http://schemas.microsoft.com/office/drawing/2014/main" id="{B33670F6-FF00-075F-0B61-2E32C97276EB}"/>
                </a:ext>
              </a:extLst>
            </p:cNvPr>
            <p:cNvSpPr/>
            <p:nvPr/>
          </p:nvSpPr>
          <p:spPr>
            <a:xfrm>
              <a:off x="9696040" y="1268976"/>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6"/>
                  </a:solidFill>
                </a:rPr>
                <a:t>3</a:t>
              </a:r>
            </a:p>
          </p:txBody>
        </p:sp>
        <p:sp>
          <p:nvSpPr>
            <p:cNvPr id="17" name="Rectangle 16">
              <a:extLst>
                <a:ext uri="{FF2B5EF4-FFF2-40B4-BE49-F238E27FC236}">
                  <a16:creationId xmlns:a16="http://schemas.microsoft.com/office/drawing/2014/main" id="{F549ED76-FA15-ADE9-61A9-CDBCBEC8BA36}"/>
                </a:ext>
              </a:extLst>
            </p:cNvPr>
            <p:cNvSpPr/>
            <p:nvPr/>
          </p:nvSpPr>
          <p:spPr>
            <a:xfrm>
              <a:off x="7536016" y="1988984"/>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1"/>
                  </a:solidFill>
                </a:rPr>
                <a:t>1</a:t>
              </a:r>
            </a:p>
          </p:txBody>
        </p:sp>
        <p:sp>
          <p:nvSpPr>
            <p:cNvPr id="18" name="Rectangle 17">
              <a:extLst>
                <a:ext uri="{FF2B5EF4-FFF2-40B4-BE49-F238E27FC236}">
                  <a16:creationId xmlns:a16="http://schemas.microsoft.com/office/drawing/2014/main" id="{34C6CD09-13DE-819F-022A-D5DFF21264DC}"/>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4</a:t>
              </a:r>
            </a:p>
          </p:txBody>
        </p:sp>
        <p:sp>
          <p:nvSpPr>
            <p:cNvPr id="19" name="Rectangle 18">
              <a:extLst>
                <a:ext uri="{FF2B5EF4-FFF2-40B4-BE49-F238E27FC236}">
                  <a16:creationId xmlns:a16="http://schemas.microsoft.com/office/drawing/2014/main" id="{F50C5423-3732-B468-7122-91C84C0810CB}"/>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1</a:t>
              </a:r>
            </a:p>
          </p:txBody>
        </p:sp>
        <p:sp>
          <p:nvSpPr>
            <p:cNvPr id="20" name="Rectangle 19">
              <a:extLst>
                <a:ext uri="{FF2B5EF4-FFF2-40B4-BE49-F238E27FC236}">
                  <a16:creationId xmlns:a16="http://schemas.microsoft.com/office/drawing/2014/main" id="{414C198E-FAC4-72E2-CD7F-97E268ADBC8F}"/>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3</a:t>
              </a:r>
            </a:p>
          </p:txBody>
        </p:sp>
        <p:sp>
          <p:nvSpPr>
            <p:cNvPr id="22" name="Rectangle 21">
              <a:extLst>
                <a:ext uri="{FF2B5EF4-FFF2-40B4-BE49-F238E27FC236}">
                  <a16:creationId xmlns:a16="http://schemas.microsoft.com/office/drawing/2014/main" id="{55A23605-CCB2-F908-802B-FE79E5B38779}"/>
                </a:ext>
              </a:extLst>
            </p:cNvPr>
            <p:cNvSpPr/>
            <p:nvPr/>
          </p:nvSpPr>
          <p:spPr>
            <a:xfrm>
              <a:off x="7536016" y="2708992"/>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1"/>
                  </a:solidFill>
                </a:rPr>
                <a:t>0</a:t>
              </a:r>
            </a:p>
          </p:txBody>
        </p:sp>
        <p:sp>
          <p:nvSpPr>
            <p:cNvPr id="23" name="Rectangle 22">
              <a:extLst>
                <a:ext uri="{FF2B5EF4-FFF2-40B4-BE49-F238E27FC236}">
                  <a16:creationId xmlns:a16="http://schemas.microsoft.com/office/drawing/2014/main" id="{9A0F43EC-9B01-D5A2-4FF6-E2F3287CDFA4}"/>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24" name="Rectangle 23">
              <a:extLst>
                <a:ext uri="{FF2B5EF4-FFF2-40B4-BE49-F238E27FC236}">
                  <a16:creationId xmlns:a16="http://schemas.microsoft.com/office/drawing/2014/main" id="{D00F909A-75CE-38D6-0BD5-328A10E06E79}"/>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0</a:t>
              </a:r>
            </a:p>
          </p:txBody>
        </p:sp>
        <p:sp>
          <p:nvSpPr>
            <p:cNvPr id="25" name="Rectangle 24">
              <a:extLst>
                <a:ext uri="{FF2B5EF4-FFF2-40B4-BE49-F238E27FC236}">
                  <a16:creationId xmlns:a16="http://schemas.microsoft.com/office/drawing/2014/main" id="{2A545E90-3763-057E-B8BE-D9CF92EF0F6F}"/>
                </a:ext>
              </a:extLst>
            </p:cNvPr>
            <p:cNvSpPr/>
            <p:nvPr/>
          </p:nvSpPr>
          <p:spPr>
            <a:xfrm>
              <a:off x="7536016" y="3429000"/>
              <a:ext cx="630007" cy="630007"/>
            </a:xfrm>
            <a:prstGeom prst="rect">
              <a:avLst/>
            </a:prstGeom>
            <a:noFill/>
            <a:ln w="12700">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1"/>
                  </a:solidFill>
                </a:rPr>
                <a:t>2</a:t>
              </a:r>
            </a:p>
          </p:txBody>
        </p:sp>
        <p:sp>
          <p:nvSpPr>
            <p:cNvPr id="29" name="Rectangle 28">
              <a:extLst>
                <a:ext uri="{FF2B5EF4-FFF2-40B4-BE49-F238E27FC236}">
                  <a16:creationId xmlns:a16="http://schemas.microsoft.com/office/drawing/2014/main" id="{787BE2E2-20CA-872B-AE03-41BDD6FF21A8}"/>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GB" sz="3200" dirty="0">
                <a:solidFill>
                  <a:schemeClr val="tx1"/>
                </a:solidFill>
              </a:endParaRPr>
            </a:p>
          </p:txBody>
        </p:sp>
        <p:sp>
          <p:nvSpPr>
            <p:cNvPr id="30" name="Rectangle 29">
              <a:extLst>
                <a:ext uri="{FF2B5EF4-FFF2-40B4-BE49-F238E27FC236}">
                  <a16:creationId xmlns:a16="http://schemas.microsoft.com/office/drawing/2014/main" id="{921EBB4A-54DB-7B2E-934F-2CFEA72E1EE8}"/>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2</a:t>
              </a:r>
            </a:p>
          </p:txBody>
        </p:sp>
        <p:sp>
          <p:nvSpPr>
            <p:cNvPr id="31" name="Rectangle 30">
              <a:extLst>
                <a:ext uri="{FF2B5EF4-FFF2-40B4-BE49-F238E27FC236}">
                  <a16:creationId xmlns:a16="http://schemas.microsoft.com/office/drawing/2014/main" id="{EB574CDC-7526-6B16-0CCE-33CCD0E00BEF}"/>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6</a:t>
              </a:r>
            </a:p>
          </p:txBody>
        </p:sp>
      </p:grpSp>
      <p:sp>
        <p:nvSpPr>
          <p:cNvPr id="8" name="Rectangle 7">
            <a:extLst>
              <a:ext uri="{FF2B5EF4-FFF2-40B4-BE49-F238E27FC236}">
                <a16:creationId xmlns:a16="http://schemas.microsoft.com/office/drawing/2014/main" id="{DEC16BEF-115D-29A9-4DCC-527964938A23}"/>
              </a:ext>
            </a:extLst>
          </p:cNvPr>
          <p:cNvSpPr/>
          <p:nvPr/>
        </p:nvSpPr>
        <p:spPr>
          <a:xfrm>
            <a:off x="4398775" y="642741"/>
            <a:ext cx="707225" cy="7072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2"/>
                </a:solidFill>
              </a:rPr>
              <a:t>1</a:t>
            </a:r>
            <a:endParaRPr lang="en-GB" sz="2400" dirty="0">
              <a:solidFill>
                <a:schemeClr val="accent2"/>
              </a:solidFill>
            </a:endParaRPr>
          </a:p>
        </p:txBody>
      </p:sp>
      <p:sp>
        <p:nvSpPr>
          <p:cNvPr id="9" name="Rectangle 8">
            <a:extLst>
              <a:ext uri="{FF2B5EF4-FFF2-40B4-BE49-F238E27FC236}">
                <a16:creationId xmlns:a16="http://schemas.microsoft.com/office/drawing/2014/main" id="{7352A45F-6E5E-808F-69F8-8BFB5FA503D2}"/>
              </a:ext>
            </a:extLst>
          </p:cNvPr>
          <p:cNvSpPr/>
          <p:nvPr/>
        </p:nvSpPr>
        <p:spPr>
          <a:xfrm>
            <a:off x="4398775" y="1460457"/>
            <a:ext cx="707225" cy="7072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2"/>
                </a:solidFill>
              </a:rPr>
              <a:t>2</a:t>
            </a:r>
            <a:endParaRPr lang="en-GB" sz="2400" dirty="0">
              <a:solidFill>
                <a:schemeClr val="accent2"/>
              </a:solidFill>
            </a:endParaRPr>
          </a:p>
        </p:txBody>
      </p:sp>
      <p:sp>
        <p:nvSpPr>
          <p:cNvPr id="10" name="Rectangle 9">
            <a:extLst>
              <a:ext uri="{FF2B5EF4-FFF2-40B4-BE49-F238E27FC236}">
                <a16:creationId xmlns:a16="http://schemas.microsoft.com/office/drawing/2014/main" id="{7EA28298-FDA2-1358-04D2-EE0EBB26B7A4}"/>
              </a:ext>
            </a:extLst>
          </p:cNvPr>
          <p:cNvSpPr/>
          <p:nvPr/>
        </p:nvSpPr>
        <p:spPr>
          <a:xfrm>
            <a:off x="4398775" y="2256081"/>
            <a:ext cx="707225" cy="7072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2"/>
                </a:solidFill>
              </a:rPr>
              <a:t>-1</a:t>
            </a:r>
            <a:endParaRPr lang="en-GB" sz="2400" dirty="0">
              <a:solidFill>
                <a:schemeClr val="accent2"/>
              </a:solidFill>
            </a:endParaRPr>
          </a:p>
        </p:txBody>
      </p:sp>
    </p:spTree>
    <p:extLst>
      <p:ext uri="{BB962C8B-B14F-4D97-AF65-F5344CB8AC3E}">
        <p14:creationId xmlns:p14="http://schemas.microsoft.com/office/powerpoint/2010/main" val="14057372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2320-F388-2B7B-8553-590C0EF709C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4913C1-299A-63C4-AA50-3E1C66DF0FBE}"/>
                  </a:ext>
                </a:extLst>
              </p:cNvPr>
              <p:cNvSpPr txBox="1"/>
              <p:nvPr/>
            </p:nvSpPr>
            <p:spPr>
              <a:xfrm>
                <a:off x="2495960" y="2348988"/>
                <a:ext cx="7200080" cy="2071016"/>
              </a:xfrm>
              <a:prstGeom prst="rect">
                <a:avLst/>
              </a:prstGeom>
              <a:noFill/>
            </p:spPr>
            <p:txBody>
              <a:bodyPr wrap="square" rtlCol="0">
                <a:spAutoFit/>
              </a:bodyPr>
              <a:lstStyle/>
              <a:p>
                <a:pPr/>
                <a14:m>
                  <m:oMathPara xmlns:m="http://schemas.openxmlformats.org/officeDocument/2006/math">
                    <m:oMath>
                      <m:r>
                        <a:rPr lang="en-GB" sz="4400" b="0" i="1" smtClean="0">
                          <a:latin typeface="Cambria Math" panose="02040503050406030204" pitchFamily="18" charset="0"/>
                        </a:rPr>
                        <m:t>𝑇</m:t>
                      </m:r>
                      <m:r>
                        <a:rPr lang="en-GB" sz="4400" b="0" i="1" smtClean="0">
                          <a:latin typeface="Cambria Math" panose="02040503050406030204" pitchFamily="18" charset="0"/>
                        </a:rPr>
                        <m:t>≔</m:t>
                      </m:r>
                      <m:nary>
                        <m:naryPr>
                          <m:chr m:val="∑"/>
                          <m:ctrlPr>
                            <a:rPr lang="en-GB" sz="4400" b="0" i="1" smtClean="0">
                              <a:solidFill>
                                <a:schemeClr val="accent6"/>
                              </a:solidFill>
                              <a:latin typeface="Cambria Math" panose="02040503050406030204" pitchFamily="18" charset="0"/>
                            </a:rPr>
                          </m:ctrlPr>
                        </m:naryPr>
                        <m:sub>
                          <m:r>
                            <m:rPr>
                              <m:brk m:alnAt="23"/>
                            </m:rPr>
                            <a:rPr lang="en-GB" sz="4400" b="0" i="1" smtClean="0">
                              <a:solidFill>
                                <a:schemeClr val="accent6"/>
                              </a:solidFill>
                              <a:latin typeface="Cambria Math" panose="02040503050406030204" pitchFamily="18" charset="0"/>
                            </a:rPr>
                            <m:t>𝑖</m:t>
                          </m:r>
                          <m:r>
                            <a:rPr lang="en-GB" sz="4400" b="0" i="1" smtClean="0">
                              <a:solidFill>
                                <a:schemeClr val="accent6"/>
                              </a:solidFill>
                              <a:latin typeface="Cambria Math" panose="02040503050406030204" pitchFamily="18" charset="0"/>
                            </a:rPr>
                            <m:t>=0</m:t>
                          </m:r>
                        </m:sub>
                        <m:sup>
                          <m:r>
                            <a:rPr lang="en-GB" sz="4400" b="0" i="1" smtClean="0">
                              <a:solidFill>
                                <a:schemeClr val="accent6"/>
                              </a:solidFill>
                              <a:latin typeface="Cambria Math" panose="02040503050406030204" pitchFamily="18" charset="0"/>
                            </a:rPr>
                            <m:t>1</m:t>
                          </m:r>
                        </m:sup>
                        <m:e>
                          <m:nary>
                            <m:naryPr>
                              <m:chr m:val="∑"/>
                              <m:ctrlPr>
                                <a:rPr lang="en-GB" sz="4400" b="0" i="1" smtClean="0">
                                  <a:solidFill>
                                    <a:schemeClr val="accent2">
                                      <a:lumMod val="75000"/>
                                    </a:schemeClr>
                                  </a:solidFill>
                                  <a:latin typeface="Cambria Math" panose="02040503050406030204" pitchFamily="18" charset="0"/>
                                </a:rPr>
                              </m:ctrlPr>
                            </m:naryPr>
                            <m:sub>
                              <m:r>
                                <m:rPr>
                                  <m:brk m:alnAt="23"/>
                                </m:rPr>
                                <a:rPr lang="en-GB" sz="4400" b="0" i="1" smtClean="0">
                                  <a:solidFill>
                                    <a:schemeClr val="accent2">
                                      <a:lumMod val="75000"/>
                                    </a:schemeClr>
                                  </a:solidFill>
                                  <a:latin typeface="Cambria Math" panose="02040503050406030204" pitchFamily="18" charset="0"/>
                                </a:rPr>
                                <m:t>𝑗</m:t>
                              </m:r>
                              <m:r>
                                <a:rPr lang="en-GB" sz="4400" b="0" i="1" smtClean="0">
                                  <a:solidFill>
                                    <a:schemeClr val="accent2">
                                      <a:lumMod val="75000"/>
                                    </a:schemeClr>
                                  </a:solidFill>
                                  <a:latin typeface="Cambria Math" panose="02040503050406030204" pitchFamily="18" charset="0"/>
                                </a:rPr>
                                <m:t>=0</m:t>
                              </m:r>
                            </m:sub>
                            <m:sup>
                              <m:r>
                                <a:rPr lang="en-GB" sz="4400" b="0" i="1" smtClean="0">
                                  <a:solidFill>
                                    <a:schemeClr val="accent2">
                                      <a:lumMod val="75000"/>
                                    </a:schemeClr>
                                  </a:solidFill>
                                  <a:latin typeface="Cambria Math" panose="02040503050406030204" pitchFamily="18" charset="0"/>
                                </a:rPr>
                                <m:t>1</m:t>
                              </m:r>
                            </m:sup>
                            <m:e>
                              <m:nary>
                                <m:naryPr>
                                  <m:chr m:val="∑"/>
                                  <m:ctrlPr>
                                    <a:rPr lang="en-GB" sz="4400" b="0" i="1" smtClean="0">
                                      <a:solidFill>
                                        <a:schemeClr val="accent1"/>
                                      </a:solidFill>
                                      <a:latin typeface="Cambria Math" panose="02040503050406030204" pitchFamily="18" charset="0"/>
                                    </a:rPr>
                                  </m:ctrlPr>
                                </m:naryPr>
                                <m:sub>
                                  <m:r>
                                    <m:rPr>
                                      <m:brk m:alnAt="23"/>
                                    </m:rPr>
                                    <a:rPr lang="en-GB" sz="4400" b="0" i="1" smtClean="0">
                                      <a:solidFill>
                                        <a:schemeClr val="accent1"/>
                                      </a:solidFill>
                                      <a:latin typeface="Cambria Math" panose="02040503050406030204" pitchFamily="18" charset="0"/>
                                    </a:rPr>
                                    <m:t>𝑘</m:t>
                                  </m:r>
                                  <m:r>
                                    <a:rPr lang="en-GB" sz="4400" b="0" i="1" smtClean="0">
                                      <a:solidFill>
                                        <a:schemeClr val="accent1"/>
                                      </a:solidFill>
                                      <a:latin typeface="Cambria Math" panose="02040503050406030204" pitchFamily="18" charset="0"/>
                                    </a:rPr>
                                    <m:t>=0</m:t>
                                  </m:r>
                                </m:sub>
                                <m:sup>
                                  <m:r>
                                    <a:rPr lang="en-GB" sz="4400" b="0" i="1" smtClean="0">
                                      <a:solidFill>
                                        <a:schemeClr val="accent1"/>
                                      </a:solidFill>
                                      <a:latin typeface="Cambria Math" panose="02040503050406030204" pitchFamily="18" charset="0"/>
                                    </a:rPr>
                                    <m:t>1</m:t>
                                  </m:r>
                                </m:sup>
                                <m:e>
                                  <m:sSub>
                                    <m:sSubPr>
                                      <m:ctrlPr>
                                        <a:rPr lang="en-GB" sz="4400" b="0" i="1" smtClean="0">
                                          <a:latin typeface="Cambria Math" panose="02040503050406030204" pitchFamily="18" charset="0"/>
                                        </a:rPr>
                                      </m:ctrlPr>
                                    </m:sSubPr>
                                    <m:e>
                                      <m:r>
                                        <a:rPr lang="en-GB" sz="4400" b="0" i="1" smtClean="0">
                                          <a:latin typeface="Cambria Math" panose="02040503050406030204" pitchFamily="18" charset="0"/>
                                        </a:rPr>
                                        <m:t>𝑋</m:t>
                                      </m:r>
                                    </m:e>
                                    <m:sub>
                                      <m:r>
                                        <a:rPr lang="en-GB" sz="4400" b="0" i="1" smtClean="0">
                                          <a:solidFill>
                                            <a:schemeClr val="accent6"/>
                                          </a:solidFill>
                                          <a:latin typeface="Cambria Math" panose="02040503050406030204" pitchFamily="18" charset="0"/>
                                        </a:rPr>
                                        <m:t>𝑖</m:t>
                                      </m:r>
                                      <m:r>
                                        <a:rPr lang="en-GB" sz="4400" b="0" i="1" smtClean="0">
                                          <a:solidFill>
                                            <a:schemeClr val="accent2">
                                              <a:lumMod val="75000"/>
                                            </a:schemeClr>
                                          </a:solidFill>
                                          <a:latin typeface="Cambria Math" panose="02040503050406030204" pitchFamily="18" charset="0"/>
                                        </a:rPr>
                                        <m:t>𝑗</m:t>
                                      </m:r>
                                    </m:sub>
                                  </m:sSub>
                                  <m:sSub>
                                    <m:sSubPr>
                                      <m:ctrlPr>
                                        <a:rPr lang="en-GB" sz="4400" b="0" i="1" smtClean="0">
                                          <a:latin typeface="Cambria Math" panose="02040503050406030204" pitchFamily="18" charset="0"/>
                                        </a:rPr>
                                      </m:ctrlPr>
                                    </m:sSubPr>
                                    <m:e>
                                      <m:r>
                                        <a:rPr lang="en-GB" sz="4400" b="0" i="1" smtClean="0">
                                          <a:latin typeface="Cambria Math" panose="02040503050406030204" pitchFamily="18" charset="0"/>
                                        </a:rPr>
                                        <m:t>𝑌</m:t>
                                      </m:r>
                                    </m:e>
                                    <m:sub>
                                      <m:r>
                                        <a:rPr lang="en-GB" sz="4400" b="0" i="1" smtClean="0">
                                          <a:solidFill>
                                            <a:schemeClr val="accent2">
                                              <a:lumMod val="75000"/>
                                            </a:schemeClr>
                                          </a:solidFill>
                                          <a:latin typeface="Cambria Math" panose="02040503050406030204" pitchFamily="18" charset="0"/>
                                        </a:rPr>
                                        <m:t>𝑗</m:t>
                                      </m:r>
                                      <m:r>
                                        <a:rPr lang="en-GB" sz="4400" b="0" i="1" smtClean="0">
                                          <a:solidFill>
                                            <a:schemeClr val="accent1"/>
                                          </a:solidFill>
                                          <a:latin typeface="Cambria Math" panose="02040503050406030204" pitchFamily="18" charset="0"/>
                                        </a:rPr>
                                        <m:t>𝑘</m:t>
                                      </m:r>
                                    </m:sub>
                                  </m:sSub>
                                  <m:sSub>
                                    <m:sSubPr>
                                      <m:ctrlPr>
                                        <a:rPr lang="en-GB" sz="4400" b="0" i="1" smtClean="0">
                                          <a:latin typeface="Cambria Math" panose="02040503050406030204" pitchFamily="18" charset="0"/>
                                        </a:rPr>
                                      </m:ctrlPr>
                                    </m:sSubPr>
                                    <m:e>
                                      <m:r>
                                        <a:rPr lang="en-GB" sz="4400" b="0" i="1" smtClean="0">
                                          <a:latin typeface="Cambria Math" panose="02040503050406030204" pitchFamily="18" charset="0"/>
                                        </a:rPr>
                                        <m:t>𝑍</m:t>
                                      </m:r>
                                    </m:e>
                                    <m:sub>
                                      <m:r>
                                        <a:rPr lang="en-GB" sz="4400" b="0" i="1" smtClean="0">
                                          <a:solidFill>
                                            <a:schemeClr val="accent1"/>
                                          </a:solidFill>
                                          <a:latin typeface="Cambria Math" panose="02040503050406030204" pitchFamily="18" charset="0"/>
                                        </a:rPr>
                                        <m:t>𝑘</m:t>
                                      </m:r>
                                      <m:r>
                                        <a:rPr lang="en-GB" sz="4400" b="0" i="1" smtClean="0">
                                          <a:solidFill>
                                            <a:schemeClr val="accent6"/>
                                          </a:solidFill>
                                          <a:latin typeface="Cambria Math" panose="02040503050406030204" pitchFamily="18" charset="0"/>
                                        </a:rPr>
                                        <m:t>𝑖</m:t>
                                      </m:r>
                                    </m:sub>
                                  </m:sSub>
                                </m:e>
                              </m:nary>
                            </m:e>
                          </m:nary>
                        </m:e>
                      </m:nary>
                    </m:oMath>
                  </m:oMathPara>
                </a14:m>
                <a:endParaRPr lang="en-GB" sz="4400" dirty="0"/>
              </a:p>
            </p:txBody>
          </p:sp>
        </mc:Choice>
        <mc:Fallback xmlns="">
          <p:sp>
            <p:nvSpPr>
              <p:cNvPr id="7" name="TextBox 6">
                <a:extLst>
                  <a:ext uri="{FF2B5EF4-FFF2-40B4-BE49-F238E27FC236}">
                    <a16:creationId xmlns:a16="http://schemas.microsoft.com/office/drawing/2014/main" id="{9C4913C1-299A-63C4-AA50-3E1C66DF0FBE}"/>
                  </a:ext>
                </a:extLst>
              </p:cNvPr>
              <p:cNvSpPr txBox="1">
                <a:spLocks noRot="1" noChangeAspect="1" noMove="1" noResize="1" noEditPoints="1" noAdjustHandles="1" noChangeArrowheads="1" noChangeShapeType="1" noTextEdit="1"/>
              </p:cNvSpPr>
              <p:nvPr/>
            </p:nvSpPr>
            <p:spPr>
              <a:xfrm>
                <a:off x="2495960" y="2348988"/>
                <a:ext cx="7200080" cy="2071016"/>
              </a:xfrm>
              <a:prstGeom prst="rect">
                <a:avLst/>
              </a:prstGeom>
              <a:blipFill>
                <a:blip r:embed="rId2"/>
                <a:stretch>
                  <a:fillRect/>
                </a:stretch>
              </a:blipFill>
            </p:spPr>
            <p:txBody>
              <a:bodyPr/>
              <a:lstStyle/>
              <a:p>
                <a:r>
                  <a:rPr lang="en-GB">
                    <a:noFill/>
                  </a:rPr>
                  <a:t> </a:t>
                </a:r>
              </a:p>
            </p:txBody>
          </p:sp>
        </mc:Fallback>
      </mc:AlternateContent>
      <p:sp>
        <p:nvSpPr>
          <p:cNvPr id="2" name="Rectangle 1">
            <a:extLst>
              <a:ext uri="{FF2B5EF4-FFF2-40B4-BE49-F238E27FC236}">
                <a16:creationId xmlns:a16="http://schemas.microsoft.com/office/drawing/2014/main" id="{A904BC53-4DAD-4F9C-A7FC-E33188B00579}"/>
              </a:ext>
            </a:extLst>
          </p:cNvPr>
          <p:cNvSpPr/>
          <p:nvPr/>
        </p:nvSpPr>
        <p:spPr>
          <a:xfrm>
            <a:off x="5877426" y="1317189"/>
            <a:ext cx="1092870"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rank</a:t>
            </a:r>
            <a:endParaRPr lang="en-GB" sz="3200"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1376848-7BF0-E34D-1394-1CFFFAEB7C2B}"/>
                  </a:ext>
                </a:extLst>
              </p:cNvPr>
              <p:cNvSpPr/>
              <p:nvPr/>
            </p:nvSpPr>
            <p:spPr>
              <a:xfrm>
                <a:off x="6751722" y="1317189"/>
                <a:ext cx="1092870"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d>
                        <m:dPr>
                          <m:ctrlPr>
                            <a:rPr lang="en-GB" sz="3200" b="0" i="1" smtClean="0">
                              <a:solidFill>
                                <a:schemeClr val="tx1"/>
                              </a:solidFill>
                              <a:latin typeface="Cambria Math" panose="02040503050406030204" pitchFamily="18" charset="0"/>
                            </a:rPr>
                          </m:ctrlPr>
                        </m:dPr>
                        <m:e>
                          <m:r>
                            <a:rPr lang="en-GB" sz="3200" b="0" i="1" smtClean="0">
                              <a:solidFill>
                                <a:schemeClr val="tx1"/>
                              </a:solidFill>
                              <a:latin typeface="Cambria Math" panose="02040503050406030204" pitchFamily="18" charset="0"/>
                            </a:rPr>
                            <m:t>𝑇</m:t>
                          </m:r>
                        </m:e>
                      </m:d>
                    </m:oMath>
                  </m:oMathPara>
                </a14:m>
                <a:endParaRPr lang="en-GB" sz="3200" dirty="0">
                  <a:solidFill>
                    <a:schemeClr val="tx1"/>
                  </a:solidFill>
                </a:endParaRPr>
              </a:p>
            </p:txBody>
          </p:sp>
        </mc:Choice>
        <mc:Fallback xmlns="">
          <p:sp>
            <p:nvSpPr>
              <p:cNvPr id="3" name="Rectangle 2">
                <a:extLst>
                  <a:ext uri="{FF2B5EF4-FFF2-40B4-BE49-F238E27FC236}">
                    <a16:creationId xmlns:a16="http://schemas.microsoft.com/office/drawing/2014/main" id="{F1376848-7BF0-E34D-1394-1CFFFAEB7C2B}"/>
                  </a:ext>
                </a:extLst>
              </p:cNvPr>
              <p:cNvSpPr>
                <a:spLocks noRot="1" noChangeAspect="1" noMove="1" noResize="1" noEditPoints="1" noAdjustHandles="1" noChangeArrowheads="1" noChangeShapeType="1" noTextEdit="1"/>
              </p:cNvSpPr>
              <p:nvPr/>
            </p:nvSpPr>
            <p:spPr>
              <a:xfrm>
                <a:off x="6751722" y="1317189"/>
                <a:ext cx="1092870" cy="546435"/>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D64732E-A5A0-6303-6CA3-9791135869C8}"/>
                  </a:ext>
                </a:extLst>
              </p:cNvPr>
              <p:cNvSpPr/>
              <p:nvPr/>
            </p:nvSpPr>
            <p:spPr>
              <a:xfrm>
                <a:off x="7626017" y="278965"/>
                <a:ext cx="4371475" cy="2622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0" i="1" smtClean="0">
                          <a:solidFill>
                            <a:schemeClr val="tx1"/>
                          </a:solidFill>
                          <a:latin typeface="Cambria Math" panose="02040503050406030204" pitchFamily="18" charset="0"/>
                        </a:rPr>
                        <m:t>≔</m:t>
                      </m:r>
                      <m:func>
                        <m:funcPr>
                          <m:ctrlPr>
                            <a:rPr lang="en-US" sz="3200">
                              <a:solidFill>
                                <a:schemeClr val="tx1"/>
                              </a:solidFill>
                              <a:latin typeface="Cambria Math" panose="02040503050406030204" pitchFamily="18" charset="0"/>
                            </a:rPr>
                          </m:ctrlPr>
                        </m:funcPr>
                        <m:fName>
                          <m:r>
                            <m:rPr>
                              <m:sty m:val="p"/>
                            </m:rPr>
                            <a:rPr lang="en-US" sz="3200">
                              <a:solidFill>
                                <a:schemeClr val="tx1"/>
                              </a:solidFill>
                              <a:latin typeface="Cambria Math" panose="02040503050406030204" pitchFamily="18" charset="0"/>
                            </a:rPr>
                            <m:t>min</m:t>
                          </m:r>
                        </m:fName>
                        <m:e>
                          <m:d>
                            <m:dPr>
                              <m:begChr m:val="{"/>
                              <m:endChr m:val="}"/>
                              <m:ctrlPr>
                                <a:rPr lang="en-US" sz="3200" i="1">
                                  <a:solidFill>
                                    <a:schemeClr val="tx1"/>
                                  </a:solidFill>
                                  <a:latin typeface="Cambria Math" panose="02040503050406030204" pitchFamily="18" charset="0"/>
                                </a:rPr>
                              </m:ctrlPr>
                            </m:dPr>
                            <m:e>
                              <m:r>
                                <a:rPr lang="en-US" sz="3200" i="1">
                                  <a:solidFill>
                                    <a:schemeClr val="tx1"/>
                                  </a:solidFill>
                                  <a:latin typeface="Cambria Math" panose="02040503050406030204" pitchFamily="18" charset="0"/>
                                </a:rPr>
                                <m:t>𝑟</m:t>
                              </m:r>
                              <m:r>
                                <a:rPr lang="en-US" sz="3200" i="1">
                                  <a:solidFill>
                                    <a:schemeClr val="tx1"/>
                                  </a:solidFill>
                                  <a:latin typeface="Cambria Math" panose="02040503050406030204" pitchFamily="18" charset="0"/>
                                </a:rPr>
                                <m:t> :      =</m:t>
                              </m:r>
                              <m:nary>
                                <m:naryPr>
                                  <m:chr m:val="∑"/>
                                  <m:ctrlPr>
                                    <a:rPr lang="en-US" sz="3200" i="1">
                                      <a:solidFill>
                                        <a:schemeClr val="tx1"/>
                                      </a:solidFill>
                                      <a:latin typeface="Cambria Math" panose="02040503050406030204" pitchFamily="18" charset="0"/>
                                    </a:rPr>
                                  </m:ctrlPr>
                                </m:naryPr>
                                <m:sub>
                                  <m:r>
                                    <m:rPr>
                                      <m:brk m:alnAt="23"/>
                                    </m:rPr>
                                    <a:rPr lang="en-US" sz="3200" i="1">
                                      <a:solidFill>
                                        <a:schemeClr val="tx1"/>
                                      </a:solidFill>
                                      <a:latin typeface="Cambria Math" panose="02040503050406030204" pitchFamily="18" charset="0"/>
                                    </a:rPr>
                                    <m:t>𝑖</m:t>
                                  </m:r>
                                  <m:r>
                                    <a:rPr lang="en-US" sz="3200" i="1">
                                      <a:solidFill>
                                        <a:schemeClr val="tx1"/>
                                      </a:solidFill>
                                      <a:latin typeface="Cambria Math" panose="02040503050406030204" pitchFamily="18" charset="0"/>
                                    </a:rPr>
                                    <m:t>=1</m:t>
                                  </m:r>
                                </m:sub>
                                <m:sup>
                                  <m:r>
                                    <a:rPr lang="en-US" sz="3200" i="1">
                                      <a:solidFill>
                                        <a:schemeClr val="tx1"/>
                                      </a:solidFill>
                                      <a:latin typeface="Cambria Math" panose="02040503050406030204" pitchFamily="18" charset="0"/>
                                    </a:rPr>
                                    <m:t>𝑟</m:t>
                                  </m:r>
                                </m:sup>
                                <m:e>
                                  <m:r>
                                    <a:rPr lang="en-GB" sz="3200" b="0" i="1" smtClean="0">
                                      <a:solidFill>
                                        <a:schemeClr val="tx1"/>
                                      </a:solidFill>
                                      <a:latin typeface="Cambria Math" panose="02040503050406030204" pitchFamily="18" charset="0"/>
                                    </a:rPr>
                                    <m:t>      </m:t>
                                  </m:r>
                                </m:e>
                              </m:nary>
                            </m:e>
                          </m:d>
                        </m:e>
                      </m:func>
                    </m:oMath>
                  </m:oMathPara>
                </a14:m>
                <a:endParaRPr lang="en-GB" sz="3200" dirty="0">
                  <a:solidFill>
                    <a:schemeClr val="tx1"/>
                  </a:solidFill>
                </a:endParaRPr>
              </a:p>
            </p:txBody>
          </p:sp>
        </mc:Choice>
        <mc:Fallback xmlns="">
          <p:sp>
            <p:nvSpPr>
              <p:cNvPr id="4" name="Rectangle 3">
                <a:extLst>
                  <a:ext uri="{FF2B5EF4-FFF2-40B4-BE49-F238E27FC236}">
                    <a16:creationId xmlns:a16="http://schemas.microsoft.com/office/drawing/2014/main" id="{3D64732E-A5A0-6303-6CA3-9791135869C8}"/>
                  </a:ext>
                </a:extLst>
              </p:cNvPr>
              <p:cNvSpPr>
                <a:spLocks noRot="1" noChangeAspect="1" noMove="1" noResize="1" noEditPoints="1" noAdjustHandles="1" noChangeArrowheads="1" noChangeShapeType="1" noTextEdit="1"/>
              </p:cNvSpPr>
              <p:nvPr/>
            </p:nvSpPr>
            <p:spPr>
              <a:xfrm>
                <a:off x="7626017" y="278965"/>
                <a:ext cx="4371475" cy="2622885"/>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13F8962-7A1D-E10C-8D77-B3E35DA1A3FD}"/>
                  </a:ext>
                </a:extLst>
              </p:cNvPr>
              <p:cNvSpPr/>
              <p:nvPr/>
            </p:nvSpPr>
            <p:spPr>
              <a:xfrm>
                <a:off x="9593181" y="1317189"/>
                <a:ext cx="546434"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0" i="1" smtClean="0">
                          <a:solidFill>
                            <a:schemeClr val="tx1"/>
                          </a:solidFill>
                          <a:latin typeface="Cambria Math" panose="02040503050406030204" pitchFamily="18" charset="0"/>
                        </a:rPr>
                        <m:t>𝑇</m:t>
                      </m:r>
                    </m:oMath>
                  </m:oMathPara>
                </a14:m>
                <a:endParaRPr lang="en-GB" sz="3200" dirty="0">
                  <a:solidFill>
                    <a:schemeClr val="tx1"/>
                  </a:solidFill>
                </a:endParaRPr>
              </a:p>
            </p:txBody>
          </p:sp>
        </mc:Choice>
        <mc:Fallback xmlns="">
          <p:sp>
            <p:nvSpPr>
              <p:cNvPr id="5" name="Rectangle 4">
                <a:extLst>
                  <a:ext uri="{FF2B5EF4-FFF2-40B4-BE49-F238E27FC236}">
                    <a16:creationId xmlns:a16="http://schemas.microsoft.com/office/drawing/2014/main" id="{513F8962-7A1D-E10C-8D77-B3E35DA1A3FD}"/>
                  </a:ext>
                </a:extLst>
              </p:cNvPr>
              <p:cNvSpPr>
                <a:spLocks noRot="1" noChangeAspect="1" noMove="1" noResize="1" noEditPoints="1" noAdjustHandles="1" noChangeArrowheads="1" noChangeShapeType="1" noTextEdit="1"/>
              </p:cNvSpPr>
              <p:nvPr/>
            </p:nvSpPr>
            <p:spPr>
              <a:xfrm>
                <a:off x="9593181" y="1317189"/>
                <a:ext cx="546434" cy="546435"/>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6E76794-3AA1-BE20-2917-FCF332CD0F92}"/>
                  </a:ext>
                </a:extLst>
              </p:cNvPr>
              <p:cNvSpPr/>
              <p:nvPr/>
            </p:nvSpPr>
            <p:spPr>
              <a:xfrm>
                <a:off x="11123197" y="1317189"/>
                <a:ext cx="546434"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GB" sz="3200" b="0" i="1" smtClean="0">
                              <a:solidFill>
                                <a:schemeClr val="accent6"/>
                              </a:solidFill>
                              <a:latin typeface="Cambria Math" panose="02040503050406030204" pitchFamily="18" charset="0"/>
                            </a:rPr>
                          </m:ctrlPr>
                        </m:sSubPr>
                        <m:e>
                          <m:r>
                            <a:rPr lang="en-GB" sz="3200" b="0" i="1" smtClean="0">
                              <a:solidFill>
                                <a:schemeClr val="accent6"/>
                              </a:solidFill>
                              <a:latin typeface="Cambria Math" panose="02040503050406030204" pitchFamily="18" charset="0"/>
                            </a:rPr>
                            <m:t>𝑇</m:t>
                          </m:r>
                        </m:e>
                        <m:sub>
                          <m:r>
                            <a:rPr lang="en-GB" sz="3200" b="0" i="1" smtClean="0">
                              <a:solidFill>
                                <a:schemeClr val="accent6"/>
                              </a:solidFill>
                              <a:latin typeface="Cambria Math" panose="02040503050406030204" pitchFamily="18" charset="0"/>
                            </a:rPr>
                            <m:t>𝑖</m:t>
                          </m:r>
                        </m:sub>
                      </m:sSub>
                    </m:oMath>
                  </m:oMathPara>
                </a14:m>
                <a:endParaRPr lang="en-GB" sz="3200" dirty="0">
                  <a:solidFill>
                    <a:schemeClr val="tx1"/>
                  </a:solidFill>
                </a:endParaRPr>
              </a:p>
            </p:txBody>
          </p:sp>
        </mc:Choice>
        <mc:Fallback xmlns="">
          <p:sp>
            <p:nvSpPr>
              <p:cNvPr id="6" name="Rectangle 5">
                <a:extLst>
                  <a:ext uri="{FF2B5EF4-FFF2-40B4-BE49-F238E27FC236}">
                    <a16:creationId xmlns:a16="http://schemas.microsoft.com/office/drawing/2014/main" id="{36E76794-3AA1-BE20-2917-FCF332CD0F92}"/>
                  </a:ext>
                </a:extLst>
              </p:cNvPr>
              <p:cNvSpPr>
                <a:spLocks noRot="1" noChangeAspect="1" noMove="1" noResize="1" noEditPoints="1" noAdjustHandles="1" noChangeArrowheads="1" noChangeShapeType="1" noTextEdit="1"/>
              </p:cNvSpPr>
              <p:nvPr/>
            </p:nvSpPr>
            <p:spPr>
              <a:xfrm>
                <a:off x="11123197" y="1317189"/>
                <a:ext cx="546434" cy="546435"/>
              </a:xfrm>
              <a:prstGeom prst="rect">
                <a:avLst/>
              </a:prstGeom>
              <a:blipFill>
                <a:blip r:embed="rId6"/>
                <a:stretch>
                  <a:fillRect/>
                </a:stretch>
              </a:blipFill>
              <a:ln>
                <a:noFill/>
              </a:ln>
            </p:spPr>
            <p:txBody>
              <a:bodyPr/>
              <a:lstStyle/>
              <a:p>
                <a:r>
                  <a:rPr lang="en-GB">
                    <a:noFill/>
                  </a:rPr>
                  <a:t> </a:t>
                </a:r>
              </a:p>
            </p:txBody>
          </p:sp>
        </mc:Fallback>
      </mc:AlternateContent>
      <p:sp>
        <p:nvSpPr>
          <p:cNvPr id="8" name="TextBox 7">
            <a:extLst>
              <a:ext uri="{FF2B5EF4-FFF2-40B4-BE49-F238E27FC236}">
                <a16:creationId xmlns:a16="http://schemas.microsoft.com/office/drawing/2014/main" id="{1CC985E9-9F7F-5BA6-7399-1B66BD86B79D}"/>
              </a:ext>
            </a:extLst>
          </p:cNvPr>
          <p:cNvSpPr txBox="1"/>
          <p:nvPr/>
        </p:nvSpPr>
        <p:spPr>
          <a:xfrm>
            <a:off x="9387465" y="66796"/>
            <a:ext cx="1530017" cy="668559"/>
          </a:xfrm>
          <a:prstGeom prst="rect">
            <a:avLst/>
          </a:prstGeom>
          <a:noFill/>
        </p:spPr>
        <p:txBody>
          <a:bodyPr wrap="square" rtlCol="0">
            <a:spAutoFit/>
          </a:bodyPr>
          <a:lstStyle/>
          <a:p>
            <a:pPr algn="ctr"/>
            <a:r>
              <a:rPr lang="en-GB" sz="2000" dirty="0">
                <a:solidFill>
                  <a:schemeClr val="accent6"/>
                </a:solidFill>
              </a:rPr>
              <a:t>rank-1 tensors</a:t>
            </a:r>
          </a:p>
        </p:txBody>
      </p:sp>
      <p:cxnSp>
        <p:nvCxnSpPr>
          <p:cNvPr id="9" name="Connector: Curved 8">
            <a:extLst>
              <a:ext uri="{FF2B5EF4-FFF2-40B4-BE49-F238E27FC236}">
                <a16:creationId xmlns:a16="http://schemas.microsoft.com/office/drawing/2014/main" id="{5F714B1A-B5C7-EB06-2EBB-EF74BB259018}"/>
              </a:ext>
            </a:extLst>
          </p:cNvPr>
          <p:cNvCxnSpPr>
            <a:cxnSpLocks/>
          </p:cNvCxnSpPr>
          <p:nvPr/>
        </p:nvCxnSpPr>
        <p:spPr>
          <a:xfrm rot="16200000" flipH="1">
            <a:off x="10604086" y="415574"/>
            <a:ext cx="819650" cy="655720"/>
          </a:xfrm>
          <a:prstGeom prst="curvedConnector3">
            <a:avLst>
              <a:gd name="adj1" fmla="val -1145"/>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1035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43818-32D4-B4EF-2E76-DFE62452EBC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6446DE3-525D-698E-B1BE-820CC05EBE25}"/>
                  </a:ext>
                </a:extLst>
              </p:cNvPr>
              <p:cNvSpPr txBox="1"/>
              <p:nvPr/>
            </p:nvSpPr>
            <p:spPr>
              <a:xfrm>
                <a:off x="1055943" y="908972"/>
                <a:ext cx="5040057" cy="1711302"/>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𝑇</m:t>
                      </m:r>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=0</m:t>
                          </m:r>
                        </m:sub>
                        <m:sup>
                          <m:r>
                            <a:rPr lang="en-GB" sz="3600" b="0" i="1" smtClean="0">
                              <a:solidFill>
                                <a:schemeClr val="accent6"/>
                              </a:solidFill>
                              <a:latin typeface="Cambria Math" panose="02040503050406030204" pitchFamily="18" charset="0"/>
                            </a:rPr>
                            <m:t>1</m:t>
                          </m:r>
                        </m:sup>
                        <m:e>
                          <m:nary>
                            <m:naryPr>
                              <m:chr m:val="∑"/>
                              <m:ctrlPr>
                                <a:rPr lang="en-GB" sz="3600" b="0" i="1" smtClean="0">
                                  <a:solidFill>
                                    <a:schemeClr val="accent2">
                                      <a:lumMod val="75000"/>
                                    </a:schemeClr>
                                  </a:solidFill>
                                  <a:latin typeface="Cambria Math" panose="02040503050406030204" pitchFamily="18" charset="0"/>
                                </a:rPr>
                              </m:ctrlPr>
                            </m:naryPr>
                            <m:sub>
                              <m:r>
                                <m:rPr>
                                  <m:brk m:alnAt="23"/>
                                </m:rPr>
                                <a:rPr lang="en-GB" sz="3600" b="0" i="1" smtClean="0">
                                  <a:solidFill>
                                    <a:schemeClr val="accent2">
                                      <a:lumMod val="75000"/>
                                    </a:schemeClr>
                                  </a:solidFill>
                                  <a:latin typeface="Cambria Math" panose="02040503050406030204" pitchFamily="18" charset="0"/>
                                </a:rPr>
                                <m:t>𝑗</m:t>
                              </m:r>
                              <m:r>
                                <a:rPr lang="en-GB" sz="3600" b="0" i="1" smtClean="0">
                                  <a:solidFill>
                                    <a:schemeClr val="accent2">
                                      <a:lumMod val="75000"/>
                                    </a:schemeClr>
                                  </a:solidFill>
                                  <a:latin typeface="Cambria Math" panose="02040503050406030204" pitchFamily="18" charset="0"/>
                                </a:rPr>
                                <m:t>=0</m:t>
                              </m:r>
                            </m:sub>
                            <m:sup>
                              <m:r>
                                <a:rPr lang="en-GB" sz="3600" b="0" i="1" smtClean="0">
                                  <a:solidFill>
                                    <a:schemeClr val="accent2">
                                      <a:lumMod val="75000"/>
                                    </a:schemeClr>
                                  </a:solidFill>
                                  <a:latin typeface="Cambria Math" panose="02040503050406030204" pitchFamily="18" charset="0"/>
                                </a:rPr>
                                <m:t>1</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𝑘</m:t>
                                  </m:r>
                                  <m:r>
                                    <a:rPr lang="en-GB" sz="3600" b="0" i="1" smtClean="0">
                                      <a:solidFill>
                                        <a:schemeClr val="accent1"/>
                                      </a:solidFill>
                                      <a:latin typeface="Cambria Math" panose="02040503050406030204" pitchFamily="18" charset="0"/>
                                    </a:rPr>
                                    <m:t>=0</m:t>
                                  </m:r>
                                </m:sub>
                                <m:sup>
                                  <m:r>
                                    <a:rPr lang="en-GB" sz="3600" b="0" i="1" smtClean="0">
                                      <a:solidFill>
                                        <a:schemeClr val="accent1"/>
                                      </a:solidFill>
                                      <a:latin typeface="Cambria Math" panose="02040503050406030204" pitchFamily="18" charset="0"/>
                                    </a:rPr>
                                    <m:t>1</m:t>
                                  </m:r>
                                </m:sup>
                                <m:e>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𝑋</m:t>
                                      </m:r>
                                    </m:e>
                                    <m:sub>
                                      <m:r>
                                        <a:rPr lang="en-GB" sz="3600" b="0" i="1" smtClean="0">
                                          <a:solidFill>
                                            <a:schemeClr val="accent6"/>
                                          </a:solidFill>
                                          <a:latin typeface="Cambria Math" panose="02040503050406030204" pitchFamily="18" charset="0"/>
                                        </a:rPr>
                                        <m:t>𝑖</m:t>
                                      </m:r>
                                      <m:r>
                                        <a:rPr lang="en-GB" sz="3600" b="0" i="1" smtClean="0">
                                          <a:solidFill>
                                            <a:schemeClr val="accent2">
                                              <a:lumMod val="75000"/>
                                            </a:schemeClr>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𝑗</m:t>
                                      </m:r>
                                      <m:r>
                                        <a:rPr lang="en-GB" sz="3600" b="0" i="1" smtClean="0">
                                          <a:solidFill>
                                            <a:schemeClr val="accent1"/>
                                          </a:solidFill>
                                          <a:latin typeface="Cambria Math" panose="02040503050406030204" pitchFamily="18" charset="0"/>
                                        </a:rPr>
                                        <m:t>𝑘</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𝑘</m:t>
                                      </m:r>
                                      <m:r>
                                        <a:rPr lang="en-GB" sz="3600" b="0" i="1" smtClean="0">
                                          <a:solidFill>
                                            <a:schemeClr val="accent6"/>
                                          </a:solidFill>
                                          <a:latin typeface="Cambria Math" panose="02040503050406030204" pitchFamily="18" charset="0"/>
                                        </a:rPr>
                                        <m:t>𝑖</m:t>
                                      </m:r>
                                    </m:sub>
                                  </m:sSub>
                                </m:e>
                              </m:nary>
                            </m:e>
                          </m:nary>
                        </m:e>
                      </m:nary>
                    </m:oMath>
                  </m:oMathPara>
                </a14:m>
                <a:endParaRPr lang="en-GB" sz="3600" dirty="0"/>
              </a:p>
            </p:txBody>
          </p:sp>
        </mc:Choice>
        <mc:Fallback xmlns="">
          <p:sp>
            <p:nvSpPr>
              <p:cNvPr id="7" name="TextBox 6">
                <a:extLst>
                  <a:ext uri="{FF2B5EF4-FFF2-40B4-BE49-F238E27FC236}">
                    <a16:creationId xmlns:a16="http://schemas.microsoft.com/office/drawing/2014/main" id="{C6446DE3-525D-698E-B1BE-820CC05EBE25}"/>
                  </a:ext>
                </a:extLst>
              </p:cNvPr>
              <p:cNvSpPr txBox="1">
                <a:spLocks noRot="1" noChangeAspect="1" noMove="1" noResize="1" noEditPoints="1" noAdjustHandles="1" noChangeArrowheads="1" noChangeShapeType="1" noTextEdit="1"/>
              </p:cNvSpPr>
              <p:nvPr/>
            </p:nvSpPr>
            <p:spPr>
              <a:xfrm>
                <a:off x="1055943" y="908972"/>
                <a:ext cx="5040057" cy="171130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9EC96AB-CC21-ECAE-5858-56B9B0C9A560}"/>
                  </a:ext>
                </a:extLst>
              </p:cNvPr>
              <p:cNvSpPr txBox="1"/>
              <p:nvPr/>
            </p:nvSpPr>
            <p:spPr>
              <a:xfrm>
                <a:off x="515938" y="3248998"/>
                <a:ext cx="5850065" cy="2270045"/>
              </a:xfrm>
              <a:prstGeom prst="rect">
                <a:avLst/>
              </a:prstGeom>
              <a:noFill/>
            </p:spPr>
            <p:txBody>
              <a:bodyPr wrap="square" rtlCol="0">
                <a:spAutoFit/>
              </a:bodyPr>
              <a:lstStyle/>
              <a:p>
                <a:pPr/>
                <a14:m>
                  <m:oMathPara xmlns:m="http://schemas.openxmlformats.org/officeDocument/2006/math">
                    <m:oMath>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b="0" i="1" smtClean="0">
                          <a:solidFill>
                            <a:schemeClr val="tx1"/>
                          </a:solidFill>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oMath>
                  </m:oMathPara>
                </a14:m>
                <a:endParaRPr lang="en-GB" sz="3600" dirty="0"/>
              </a:p>
            </p:txBody>
          </p:sp>
        </mc:Choice>
        <mc:Fallback xmlns="">
          <p:sp>
            <p:nvSpPr>
              <p:cNvPr id="9" name="TextBox 8">
                <a:extLst>
                  <a:ext uri="{FF2B5EF4-FFF2-40B4-BE49-F238E27FC236}">
                    <a16:creationId xmlns:a16="http://schemas.microsoft.com/office/drawing/2014/main" id="{F9EC96AB-CC21-ECAE-5858-56B9B0C9A560}"/>
                  </a:ext>
                </a:extLst>
              </p:cNvPr>
              <p:cNvSpPr txBox="1">
                <a:spLocks noRot="1" noChangeAspect="1" noMove="1" noResize="1" noEditPoints="1" noAdjustHandles="1" noChangeArrowheads="1" noChangeShapeType="1" noTextEdit="1"/>
              </p:cNvSpPr>
              <p:nvPr/>
            </p:nvSpPr>
            <p:spPr>
              <a:xfrm>
                <a:off x="515938" y="3248998"/>
                <a:ext cx="5850065" cy="227004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F313E7A-6E60-5783-011D-87754811BED0}"/>
                  </a:ext>
                </a:extLst>
              </p:cNvPr>
              <p:cNvSpPr txBox="1"/>
              <p:nvPr/>
            </p:nvSpPr>
            <p:spPr>
              <a:xfrm>
                <a:off x="2765963" y="2618991"/>
                <a:ext cx="990011" cy="646331"/>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GB" sz="3600" dirty="0"/>
              </a:p>
            </p:txBody>
          </p:sp>
        </mc:Choice>
        <mc:Fallback xmlns="">
          <p:sp>
            <p:nvSpPr>
              <p:cNvPr id="11" name="TextBox 10">
                <a:extLst>
                  <a:ext uri="{FF2B5EF4-FFF2-40B4-BE49-F238E27FC236}">
                    <a16:creationId xmlns:a16="http://schemas.microsoft.com/office/drawing/2014/main" id="{BF313E7A-6E60-5783-011D-87754811BED0}"/>
                  </a:ext>
                </a:extLst>
              </p:cNvPr>
              <p:cNvSpPr txBox="1">
                <a:spLocks noRot="1" noChangeAspect="1" noMove="1" noResize="1" noEditPoints="1" noAdjustHandles="1" noChangeArrowheads="1" noChangeShapeType="1" noTextEdit="1"/>
              </p:cNvSpPr>
              <p:nvPr/>
            </p:nvSpPr>
            <p:spPr>
              <a:xfrm>
                <a:off x="2765963" y="2618991"/>
                <a:ext cx="990011"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6131043-69A9-5081-9A4E-94B2BA82F133}"/>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2" name="Rectangle 1">
                <a:extLst>
                  <a:ext uri="{FF2B5EF4-FFF2-40B4-BE49-F238E27FC236}">
                    <a16:creationId xmlns:a16="http://schemas.microsoft.com/office/drawing/2014/main" id="{16131043-69A9-5081-9A4E-94B2BA82F133}"/>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803D99A-072C-2FA4-5CAC-7D2E3904F431}"/>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3" name="Rectangle 2">
                <a:extLst>
                  <a:ext uri="{FF2B5EF4-FFF2-40B4-BE49-F238E27FC236}">
                    <a16:creationId xmlns:a16="http://schemas.microsoft.com/office/drawing/2014/main" id="{8803D99A-072C-2FA4-5CAC-7D2E3904F431}"/>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3769EA6-8888-C8C5-7D76-0B62E69A10AA}"/>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 name="Rectangle 3">
                <a:extLst>
                  <a:ext uri="{FF2B5EF4-FFF2-40B4-BE49-F238E27FC236}">
                    <a16:creationId xmlns:a16="http://schemas.microsoft.com/office/drawing/2014/main" id="{83769EA6-8888-C8C5-7D76-0B62E69A10AA}"/>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A40B4E3-B91C-DDF7-0DFC-41717AE678A6}"/>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5" name="Rectangle 4">
                <a:extLst>
                  <a:ext uri="{FF2B5EF4-FFF2-40B4-BE49-F238E27FC236}">
                    <a16:creationId xmlns:a16="http://schemas.microsoft.com/office/drawing/2014/main" id="{DA40B4E3-B91C-DDF7-0DFC-41717AE678A6}"/>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8"/>
                <a:stretch>
                  <a:fillRect/>
                </a:stretch>
              </a:blipFill>
              <a:ln>
                <a:noFill/>
              </a:ln>
            </p:spPr>
            <p:txBody>
              <a:bodyPr/>
              <a:lstStyle/>
              <a:p>
                <a:r>
                  <a:rPr lang="en-GB">
                    <a:noFill/>
                  </a:rPr>
                  <a:t> </a:t>
                </a:r>
              </a:p>
            </p:txBody>
          </p:sp>
        </mc:Fallback>
      </mc:AlternateContent>
      <p:grpSp>
        <p:nvGrpSpPr>
          <p:cNvPr id="6" name="Group 5">
            <a:extLst>
              <a:ext uri="{FF2B5EF4-FFF2-40B4-BE49-F238E27FC236}">
                <a16:creationId xmlns:a16="http://schemas.microsoft.com/office/drawing/2014/main" id="{B206E235-E413-9BCA-6F03-342DB7B5EFE1}"/>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8" name="Rectangle 7">
              <a:extLst>
                <a:ext uri="{FF2B5EF4-FFF2-40B4-BE49-F238E27FC236}">
                  <a16:creationId xmlns:a16="http://schemas.microsoft.com/office/drawing/2014/main" id="{DF173367-1C24-9852-3638-FC65748263F4}"/>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0" name="Rectangle 9">
              <a:extLst>
                <a:ext uri="{FF2B5EF4-FFF2-40B4-BE49-F238E27FC236}">
                  <a16:creationId xmlns:a16="http://schemas.microsoft.com/office/drawing/2014/main" id="{D586C524-EA9F-1E5C-368D-4A86866D12E9}"/>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2" name="Rectangle 11">
              <a:extLst>
                <a:ext uri="{FF2B5EF4-FFF2-40B4-BE49-F238E27FC236}">
                  <a16:creationId xmlns:a16="http://schemas.microsoft.com/office/drawing/2014/main" id="{DFADC446-CE73-393A-BBFF-10634D2C2664}"/>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3" name="Rectangle 12">
              <a:extLst>
                <a:ext uri="{FF2B5EF4-FFF2-40B4-BE49-F238E27FC236}">
                  <a16:creationId xmlns:a16="http://schemas.microsoft.com/office/drawing/2014/main" id="{BAE8A691-7081-FC3D-1F94-C817E1EB9AF8}"/>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4" name="Rectangle 13">
              <a:extLst>
                <a:ext uri="{FF2B5EF4-FFF2-40B4-BE49-F238E27FC236}">
                  <a16:creationId xmlns:a16="http://schemas.microsoft.com/office/drawing/2014/main" id="{9E2D69BE-AF6D-16F2-F606-6CAE2638B403}"/>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5" name="Rectangle 14">
              <a:extLst>
                <a:ext uri="{FF2B5EF4-FFF2-40B4-BE49-F238E27FC236}">
                  <a16:creationId xmlns:a16="http://schemas.microsoft.com/office/drawing/2014/main" id="{88A59051-C74B-F811-16A6-67E18FA0A68D}"/>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6" name="Rectangle 15">
              <a:extLst>
                <a:ext uri="{FF2B5EF4-FFF2-40B4-BE49-F238E27FC236}">
                  <a16:creationId xmlns:a16="http://schemas.microsoft.com/office/drawing/2014/main" id="{00FFCB14-FE94-7CD2-3A4A-8D85EAC76A78}"/>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7" name="Rectangle 16">
              <a:extLst>
                <a:ext uri="{FF2B5EF4-FFF2-40B4-BE49-F238E27FC236}">
                  <a16:creationId xmlns:a16="http://schemas.microsoft.com/office/drawing/2014/main" id="{03CA0DF6-C930-6A33-2E67-74803D64643A}"/>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8" name="Rectangle 17">
              <a:extLst>
                <a:ext uri="{FF2B5EF4-FFF2-40B4-BE49-F238E27FC236}">
                  <a16:creationId xmlns:a16="http://schemas.microsoft.com/office/drawing/2014/main" id="{FB2B5054-9CEB-58ED-44B7-5D48F874F81D}"/>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9" name="Rectangle 18">
              <a:extLst>
                <a:ext uri="{FF2B5EF4-FFF2-40B4-BE49-F238E27FC236}">
                  <a16:creationId xmlns:a16="http://schemas.microsoft.com/office/drawing/2014/main" id="{3164F74C-EDD0-A4E2-D240-10760EA4488D}"/>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 name="Rectangle 19">
              <a:extLst>
                <a:ext uri="{FF2B5EF4-FFF2-40B4-BE49-F238E27FC236}">
                  <a16:creationId xmlns:a16="http://schemas.microsoft.com/office/drawing/2014/main" id="{68F6E3BA-397D-6CE0-9609-A981BC5B5628}"/>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 name="Rectangle 20">
              <a:extLst>
                <a:ext uri="{FF2B5EF4-FFF2-40B4-BE49-F238E27FC236}">
                  <a16:creationId xmlns:a16="http://schemas.microsoft.com/office/drawing/2014/main" id="{46E2AFE9-E380-C9D0-0F20-CD66F8238B07}"/>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 name="Rectangle 22">
              <a:extLst>
                <a:ext uri="{FF2B5EF4-FFF2-40B4-BE49-F238E27FC236}">
                  <a16:creationId xmlns:a16="http://schemas.microsoft.com/office/drawing/2014/main" id="{8EFE4751-88E3-FA42-81E6-83931A2636DE}"/>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 name="Rectangle 24">
              <a:extLst>
                <a:ext uri="{FF2B5EF4-FFF2-40B4-BE49-F238E27FC236}">
                  <a16:creationId xmlns:a16="http://schemas.microsoft.com/office/drawing/2014/main" id="{80AE0C01-37A8-3C3C-9CD0-62C0D85F97CF}"/>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 name="Rectangle 26">
              <a:extLst>
                <a:ext uri="{FF2B5EF4-FFF2-40B4-BE49-F238E27FC236}">
                  <a16:creationId xmlns:a16="http://schemas.microsoft.com/office/drawing/2014/main" id="{99290847-48FA-8CC8-1723-DBC2E3AFBEDA}"/>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9" name="Rectangle 28">
              <a:extLst>
                <a:ext uri="{FF2B5EF4-FFF2-40B4-BE49-F238E27FC236}">
                  <a16:creationId xmlns:a16="http://schemas.microsoft.com/office/drawing/2014/main" id="{9C08A663-0A81-A2F7-B479-02F9F2956B21}"/>
                </a:ext>
              </a:extLst>
            </p:cNvPr>
            <p:cNvSpPr/>
            <p:nvPr/>
          </p:nvSpPr>
          <p:spPr>
            <a:xfrm>
              <a:off x="8976032"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31" name="Rectangle 30">
              <a:extLst>
                <a:ext uri="{FF2B5EF4-FFF2-40B4-BE49-F238E27FC236}">
                  <a16:creationId xmlns:a16="http://schemas.microsoft.com/office/drawing/2014/main" id="{09F5E390-4E60-16A8-4EBD-41008DD6E268}"/>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2" name="Rectangle 31">
              <a:extLst>
                <a:ext uri="{FF2B5EF4-FFF2-40B4-BE49-F238E27FC236}">
                  <a16:creationId xmlns:a16="http://schemas.microsoft.com/office/drawing/2014/main" id="{10105CBA-131C-34A8-A87B-403649334696}"/>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3" name="Rectangle 32">
              <a:extLst>
                <a:ext uri="{FF2B5EF4-FFF2-40B4-BE49-F238E27FC236}">
                  <a16:creationId xmlns:a16="http://schemas.microsoft.com/office/drawing/2014/main" id="{BC2159C4-7850-9452-4BC0-FB74890E89F7}"/>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4" name="Rectangle 33">
              <a:extLst>
                <a:ext uri="{FF2B5EF4-FFF2-40B4-BE49-F238E27FC236}">
                  <a16:creationId xmlns:a16="http://schemas.microsoft.com/office/drawing/2014/main" id="{739C1838-B9C3-70A0-D532-45A7B25A6DC1}"/>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5" name="Rectangle 34">
              <a:extLst>
                <a:ext uri="{FF2B5EF4-FFF2-40B4-BE49-F238E27FC236}">
                  <a16:creationId xmlns:a16="http://schemas.microsoft.com/office/drawing/2014/main" id="{D0225C64-92E2-57AC-D0A6-3EBABFB0EC0A}"/>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6" name="Rectangle 35">
              <a:extLst>
                <a:ext uri="{FF2B5EF4-FFF2-40B4-BE49-F238E27FC236}">
                  <a16:creationId xmlns:a16="http://schemas.microsoft.com/office/drawing/2014/main" id="{154D3219-68F8-3DEC-BACA-67C7FC1735C9}"/>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7" name="Rectangle 36">
              <a:extLst>
                <a:ext uri="{FF2B5EF4-FFF2-40B4-BE49-F238E27FC236}">
                  <a16:creationId xmlns:a16="http://schemas.microsoft.com/office/drawing/2014/main" id="{5B34AC39-0834-F713-3B85-450C050743E6}"/>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9" name="Rectangle 38">
              <a:extLst>
                <a:ext uri="{FF2B5EF4-FFF2-40B4-BE49-F238E27FC236}">
                  <a16:creationId xmlns:a16="http://schemas.microsoft.com/office/drawing/2014/main" id="{5733F631-4617-E2DE-8945-77E02AA5E161}"/>
                </a:ext>
              </a:extLst>
            </p:cNvPr>
            <p:cNvSpPr/>
            <p:nvPr/>
          </p:nvSpPr>
          <p:spPr>
            <a:xfrm>
              <a:off x="9696040"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grpSp>
      <p:grpSp>
        <p:nvGrpSpPr>
          <p:cNvPr id="41" name="Group 40">
            <a:extLst>
              <a:ext uri="{FF2B5EF4-FFF2-40B4-BE49-F238E27FC236}">
                <a16:creationId xmlns:a16="http://schemas.microsoft.com/office/drawing/2014/main" id="{ED67A843-6B61-06BF-1B88-1BCE16DD43E2}"/>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43" name="Rectangle 42">
              <a:extLst>
                <a:ext uri="{FF2B5EF4-FFF2-40B4-BE49-F238E27FC236}">
                  <a16:creationId xmlns:a16="http://schemas.microsoft.com/office/drawing/2014/main" id="{68807ABE-37D9-A7D2-6C4A-EEBD065A611F}"/>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5" name="Rectangle 44">
              <a:extLst>
                <a:ext uri="{FF2B5EF4-FFF2-40B4-BE49-F238E27FC236}">
                  <a16:creationId xmlns:a16="http://schemas.microsoft.com/office/drawing/2014/main" id="{4589809B-4EA6-9B79-B316-B06911321590}"/>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7" name="Rectangle 46">
              <a:extLst>
                <a:ext uri="{FF2B5EF4-FFF2-40B4-BE49-F238E27FC236}">
                  <a16:creationId xmlns:a16="http://schemas.microsoft.com/office/drawing/2014/main" id="{D7DB1094-BF75-2978-D8F8-89D7A85CF6BF}"/>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9" name="Rectangle 48">
              <a:extLst>
                <a:ext uri="{FF2B5EF4-FFF2-40B4-BE49-F238E27FC236}">
                  <a16:creationId xmlns:a16="http://schemas.microsoft.com/office/drawing/2014/main" id="{88843AA8-E9EC-7650-8F19-E3CB85687663}"/>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1" name="Rectangle 50">
              <a:extLst>
                <a:ext uri="{FF2B5EF4-FFF2-40B4-BE49-F238E27FC236}">
                  <a16:creationId xmlns:a16="http://schemas.microsoft.com/office/drawing/2014/main" id="{A127C964-1BEE-7B41-6EA8-6E72824FDDF7}"/>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2" name="Rectangle 51">
              <a:extLst>
                <a:ext uri="{FF2B5EF4-FFF2-40B4-BE49-F238E27FC236}">
                  <a16:creationId xmlns:a16="http://schemas.microsoft.com/office/drawing/2014/main" id="{4E2FAE54-8395-21CE-CE3F-94D6866B378F}"/>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3" name="Rectangle 52">
              <a:extLst>
                <a:ext uri="{FF2B5EF4-FFF2-40B4-BE49-F238E27FC236}">
                  <a16:creationId xmlns:a16="http://schemas.microsoft.com/office/drawing/2014/main" id="{B1D963BB-6512-6A24-FD49-61083AD86B64}"/>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4" name="Rectangle 53">
              <a:extLst>
                <a:ext uri="{FF2B5EF4-FFF2-40B4-BE49-F238E27FC236}">
                  <a16:creationId xmlns:a16="http://schemas.microsoft.com/office/drawing/2014/main" id="{D99296E8-AB5B-F00C-F517-0C41FD04EF62}"/>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5" name="Rectangle 54">
              <a:extLst>
                <a:ext uri="{FF2B5EF4-FFF2-40B4-BE49-F238E27FC236}">
                  <a16:creationId xmlns:a16="http://schemas.microsoft.com/office/drawing/2014/main" id="{51C1BAE6-554A-86F5-38B8-F28A8C344E52}"/>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57" name="Rectangle 56">
              <a:extLst>
                <a:ext uri="{FF2B5EF4-FFF2-40B4-BE49-F238E27FC236}">
                  <a16:creationId xmlns:a16="http://schemas.microsoft.com/office/drawing/2014/main" id="{B01C2EDF-1661-6D5E-F428-952C86C61E8C}"/>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59" name="Rectangle 58">
              <a:extLst>
                <a:ext uri="{FF2B5EF4-FFF2-40B4-BE49-F238E27FC236}">
                  <a16:creationId xmlns:a16="http://schemas.microsoft.com/office/drawing/2014/main" id="{1904A6F7-0CC4-51B2-E2C4-2C4465C7BF13}"/>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0" name="Rectangle 59">
              <a:extLst>
                <a:ext uri="{FF2B5EF4-FFF2-40B4-BE49-F238E27FC236}">
                  <a16:creationId xmlns:a16="http://schemas.microsoft.com/office/drawing/2014/main" id="{93C60A0E-D7B1-685F-DBBA-DA1777D60233}"/>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1" name="Rectangle 60">
              <a:extLst>
                <a:ext uri="{FF2B5EF4-FFF2-40B4-BE49-F238E27FC236}">
                  <a16:creationId xmlns:a16="http://schemas.microsoft.com/office/drawing/2014/main" id="{8B52C68C-5B40-5FB7-F805-071C0620F004}"/>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3" name="Rectangle 62">
              <a:extLst>
                <a:ext uri="{FF2B5EF4-FFF2-40B4-BE49-F238E27FC236}">
                  <a16:creationId xmlns:a16="http://schemas.microsoft.com/office/drawing/2014/main" id="{24A5EA8E-625F-CAEF-C838-FED5E638F09F}"/>
                </a:ext>
              </a:extLst>
            </p:cNvPr>
            <p:cNvSpPr/>
            <p:nvPr/>
          </p:nvSpPr>
          <p:spPr>
            <a:xfrm>
              <a:off x="7536016"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64" name="Rectangle 63">
              <a:extLst>
                <a:ext uri="{FF2B5EF4-FFF2-40B4-BE49-F238E27FC236}">
                  <a16:creationId xmlns:a16="http://schemas.microsoft.com/office/drawing/2014/main" id="{88520863-58DB-68F1-AD65-B6F1580F55BA}"/>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5" name="Rectangle 64">
              <a:extLst>
                <a:ext uri="{FF2B5EF4-FFF2-40B4-BE49-F238E27FC236}">
                  <a16:creationId xmlns:a16="http://schemas.microsoft.com/office/drawing/2014/main" id="{1285889A-1E75-8107-FD73-4BF57FF4E27C}"/>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7" name="Rectangle 66">
              <a:extLst>
                <a:ext uri="{FF2B5EF4-FFF2-40B4-BE49-F238E27FC236}">
                  <a16:creationId xmlns:a16="http://schemas.microsoft.com/office/drawing/2014/main" id="{2DACE7CF-3AEC-E0FD-E464-64DF89BC817A}"/>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9" name="Rectangle 68">
              <a:extLst>
                <a:ext uri="{FF2B5EF4-FFF2-40B4-BE49-F238E27FC236}">
                  <a16:creationId xmlns:a16="http://schemas.microsoft.com/office/drawing/2014/main" id="{2CF59B71-90E7-27AC-14E4-8887D428B9AB}"/>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1" name="Rectangle 70">
              <a:extLst>
                <a:ext uri="{FF2B5EF4-FFF2-40B4-BE49-F238E27FC236}">
                  <a16:creationId xmlns:a16="http://schemas.microsoft.com/office/drawing/2014/main" id="{C53CBC1A-6C3A-2132-0BD2-A4CEE221F80D}"/>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3" name="Rectangle 72">
              <a:extLst>
                <a:ext uri="{FF2B5EF4-FFF2-40B4-BE49-F238E27FC236}">
                  <a16:creationId xmlns:a16="http://schemas.microsoft.com/office/drawing/2014/main" id="{AD4B96BC-75E2-4CFC-57A7-359506F74D8C}"/>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5" name="Rectangle 74">
              <a:extLst>
                <a:ext uri="{FF2B5EF4-FFF2-40B4-BE49-F238E27FC236}">
                  <a16:creationId xmlns:a16="http://schemas.microsoft.com/office/drawing/2014/main" id="{87119712-31B6-B88C-BC25-9A03408A6DFF}"/>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7" name="Rectangle 76">
              <a:extLst>
                <a:ext uri="{FF2B5EF4-FFF2-40B4-BE49-F238E27FC236}">
                  <a16:creationId xmlns:a16="http://schemas.microsoft.com/office/drawing/2014/main" id="{50D20BC0-7836-5AE1-7063-97EB9D1BA03C}"/>
                </a:ext>
              </a:extLst>
            </p:cNvPr>
            <p:cNvSpPr/>
            <p:nvPr/>
          </p:nvSpPr>
          <p:spPr>
            <a:xfrm>
              <a:off x="8256024"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79" name="Rectangle 78">
              <a:extLst>
                <a:ext uri="{FF2B5EF4-FFF2-40B4-BE49-F238E27FC236}">
                  <a16:creationId xmlns:a16="http://schemas.microsoft.com/office/drawing/2014/main" id="{8113F2AD-51FF-AEE5-30CB-CC9574EF9942}"/>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1" name="Rectangle 80">
              <a:extLst>
                <a:ext uri="{FF2B5EF4-FFF2-40B4-BE49-F238E27FC236}">
                  <a16:creationId xmlns:a16="http://schemas.microsoft.com/office/drawing/2014/main" id="{25954A03-B0CF-AB0E-6C95-6932892AFBBF}"/>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83" name="Group 82">
            <a:extLst>
              <a:ext uri="{FF2B5EF4-FFF2-40B4-BE49-F238E27FC236}">
                <a16:creationId xmlns:a16="http://schemas.microsoft.com/office/drawing/2014/main" id="{0C3FBC59-2889-0F79-9993-707EF2087922}"/>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85" name="Rectangle 84">
              <a:extLst>
                <a:ext uri="{FF2B5EF4-FFF2-40B4-BE49-F238E27FC236}">
                  <a16:creationId xmlns:a16="http://schemas.microsoft.com/office/drawing/2014/main" id="{10FBC8DF-5FE5-9AF0-5C0E-32D59BAA509A}"/>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87" name="Rectangle 86">
              <a:extLst>
                <a:ext uri="{FF2B5EF4-FFF2-40B4-BE49-F238E27FC236}">
                  <a16:creationId xmlns:a16="http://schemas.microsoft.com/office/drawing/2014/main" id="{209DD4E6-9F25-519B-BD56-142B06746829}"/>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89" name="Rectangle 88">
              <a:extLst>
                <a:ext uri="{FF2B5EF4-FFF2-40B4-BE49-F238E27FC236}">
                  <a16:creationId xmlns:a16="http://schemas.microsoft.com/office/drawing/2014/main" id="{117BB3B6-59A9-5532-596F-CFB98ABCFC96}"/>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2" name="Rectangle 91">
              <a:extLst>
                <a:ext uri="{FF2B5EF4-FFF2-40B4-BE49-F238E27FC236}">
                  <a16:creationId xmlns:a16="http://schemas.microsoft.com/office/drawing/2014/main" id="{F18E8C81-3A8D-515D-57BA-831ECEADDA70}"/>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3" name="Rectangle 92">
              <a:extLst>
                <a:ext uri="{FF2B5EF4-FFF2-40B4-BE49-F238E27FC236}">
                  <a16:creationId xmlns:a16="http://schemas.microsoft.com/office/drawing/2014/main" id="{D8D204DA-D18C-C55B-54A8-81FEEF6DB5D7}"/>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4" name="Rectangle 93">
              <a:extLst>
                <a:ext uri="{FF2B5EF4-FFF2-40B4-BE49-F238E27FC236}">
                  <a16:creationId xmlns:a16="http://schemas.microsoft.com/office/drawing/2014/main" id="{DA7F35BE-D2A4-D34A-4A3A-A7B474A0DC53}"/>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5" name="Rectangle 94">
              <a:extLst>
                <a:ext uri="{FF2B5EF4-FFF2-40B4-BE49-F238E27FC236}">
                  <a16:creationId xmlns:a16="http://schemas.microsoft.com/office/drawing/2014/main" id="{EB95D538-68A1-B370-0313-42AD5ACE4CA5}"/>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6" name="Rectangle 95">
              <a:extLst>
                <a:ext uri="{FF2B5EF4-FFF2-40B4-BE49-F238E27FC236}">
                  <a16:creationId xmlns:a16="http://schemas.microsoft.com/office/drawing/2014/main" id="{B145221B-66B5-0E71-6634-B657EDC605A9}"/>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7" name="Rectangle 96">
              <a:extLst>
                <a:ext uri="{FF2B5EF4-FFF2-40B4-BE49-F238E27FC236}">
                  <a16:creationId xmlns:a16="http://schemas.microsoft.com/office/drawing/2014/main" id="{9CD024EF-CFCA-1FC8-FEF0-FD84AA6DFC51}"/>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8" name="Rectangle 97">
              <a:extLst>
                <a:ext uri="{FF2B5EF4-FFF2-40B4-BE49-F238E27FC236}">
                  <a16:creationId xmlns:a16="http://schemas.microsoft.com/office/drawing/2014/main" id="{DB16DC72-91A6-1B6E-071A-CC2C5309CF66}"/>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9" name="Rectangle 98">
              <a:extLst>
                <a:ext uri="{FF2B5EF4-FFF2-40B4-BE49-F238E27FC236}">
                  <a16:creationId xmlns:a16="http://schemas.microsoft.com/office/drawing/2014/main" id="{CA0322B8-5F07-3465-43D1-8A0BD5E300E9}"/>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0" name="Rectangle 99">
              <a:extLst>
                <a:ext uri="{FF2B5EF4-FFF2-40B4-BE49-F238E27FC236}">
                  <a16:creationId xmlns:a16="http://schemas.microsoft.com/office/drawing/2014/main" id="{15C4F028-DCA0-ECB3-439D-210FB82700C9}"/>
                </a:ext>
              </a:extLst>
            </p:cNvPr>
            <p:cNvSpPr/>
            <p:nvPr/>
          </p:nvSpPr>
          <p:spPr>
            <a:xfrm>
              <a:off x="8976032"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01" name="Rectangle 100">
              <a:extLst>
                <a:ext uri="{FF2B5EF4-FFF2-40B4-BE49-F238E27FC236}">
                  <a16:creationId xmlns:a16="http://schemas.microsoft.com/office/drawing/2014/main" id="{3E04EEE4-1D4D-47E8-4C21-3DE97B574618}"/>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2" name="Rectangle 101">
              <a:extLst>
                <a:ext uri="{FF2B5EF4-FFF2-40B4-BE49-F238E27FC236}">
                  <a16:creationId xmlns:a16="http://schemas.microsoft.com/office/drawing/2014/main" id="{31880943-B574-3DF9-7D78-EB99FF0D4508}"/>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3" name="Rectangle 102">
              <a:extLst>
                <a:ext uri="{FF2B5EF4-FFF2-40B4-BE49-F238E27FC236}">
                  <a16:creationId xmlns:a16="http://schemas.microsoft.com/office/drawing/2014/main" id="{95DEAC2B-A39C-5627-7679-7DE3F25A17FD}"/>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4" name="Rectangle 103">
              <a:extLst>
                <a:ext uri="{FF2B5EF4-FFF2-40B4-BE49-F238E27FC236}">
                  <a16:creationId xmlns:a16="http://schemas.microsoft.com/office/drawing/2014/main" id="{2CF993EA-5FC2-B908-A260-E8780B718BFF}"/>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5" name="Rectangle 104">
              <a:extLst>
                <a:ext uri="{FF2B5EF4-FFF2-40B4-BE49-F238E27FC236}">
                  <a16:creationId xmlns:a16="http://schemas.microsoft.com/office/drawing/2014/main" id="{36DDEC85-9C88-D273-A694-18489BC7F811}"/>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6" name="Rectangle 105">
              <a:extLst>
                <a:ext uri="{FF2B5EF4-FFF2-40B4-BE49-F238E27FC236}">
                  <a16:creationId xmlns:a16="http://schemas.microsoft.com/office/drawing/2014/main" id="{1651D1DB-A2BC-14F6-EB36-9FCC0F5E1775}"/>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7" name="Rectangle 106">
              <a:extLst>
                <a:ext uri="{FF2B5EF4-FFF2-40B4-BE49-F238E27FC236}">
                  <a16:creationId xmlns:a16="http://schemas.microsoft.com/office/drawing/2014/main" id="{8323EA89-F2A8-FD10-1559-A65F857E955D}"/>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8" name="Rectangle 107">
              <a:extLst>
                <a:ext uri="{FF2B5EF4-FFF2-40B4-BE49-F238E27FC236}">
                  <a16:creationId xmlns:a16="http://schemas.microsoft.com/office/drawing/2014/main" id="{DE908E3B-4729-F672-7247-5469B7C3244A}"/>
                </a:ext>
              </a:extLst>
            </p:cNvPr>
            <p:cNvSpPr/>
            <p:nvPr/>
          </p:nvSpPr>
          <p:spPr>
            <a:xfrm>
              <a:off x="9696040"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09" name="Rectangle 108">
              <a:extLst>
                <a:ext uri="{FF2B5EF4-FFF2-40B4-BE49-F238E27FC236}">
                  <a16:creationId xmlns:a16="http://schemas.microsoft.com/office/drawing/2014/main" id="{F395A622-B5C8-4435-01BE-B3DDA248627C}"/>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0" name="Rectangle 109">
              <a:extLst>
                <a:ext uri="{FF2B5EF4-FFF2-40B4-BE49-F238E27FC236}">
                  <a16:creationId xmlns:a16="http://schemas.microsoft.com/office/drawing/2014/main" id="{F699F6AE-AD5A-6A4C-332B-986DBCCE1495}"/>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1" name="Rectangle 110">
              <a:extLst>
                <a:ext uri="{FF2B5EF4-FFF2-40B4-BE49-F238E27FC236}">
                  <a16:creationId xmlns:a16="http://schemas.microsoft.com/office/drawing/2014/main" id="{832913B1-426A-FD40-2488-0123B15351DB}"/>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2" name="Rectangle 111">
              <a:extLst>
                <a:ext uri="{FF2B5EF4-FFF2-40B4-BE49-F238E27FC236}">
                  <a16:creationId xmlns:a16="http://schemas.microsoft.com/office/drawing/2014/main" id="{96849B46-1D8F-1358-984E-E4CC058883C4}"/>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113" name="Group 112">
            <a:extLst>
              <a:ext uri="{FF2B5EF4-FFF2-40B4-BE49-F238E27FC236}">
                <a16:creationId xmlns:a16="http://schemas.microsoft.com/office/drawing/2014/main" id="{A8B62291-18FF-246B-BD26-31E7A3749870}"/>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mc:AlternateContent xmlns:mc="http://schemas.openxmlformats.org/markup-compatibility/2006" xmlns:a14="http://schemas.microsoft.com/office/drawing/2010/main">
          <mc:Choice Requires="a14">
            <p:sp>
              <p:nvSpPr>
                <p:cNvPr id="114" name="Rectangle 113">
                  <a:extLst>
                    <a:ext uri="{FF2B5EF4-FFF2-40B4-BE49-F238E27FC236}">
                      <a16:creationId xmlns:a16="http://schemas.microsoft.com/office/drawing/2014/main" id="{AF28F24C-757C-73A6-F16B-1F3ABD9953F9}"/>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4" name="Rectangle 113">
                  <a:extLst>
                    <a:ext uri="{FF2B5EF4-FFF2-40B4-BE49-F238E27FC236}">
                      <a16:creationId xmlns:a16="http://schemas.microsoft.com/office/drawing/2014/main" id="{AF28F24C-757C-73A6-F16B-1F3ABD9953F9}"/>
                    </a:ext>
                  </a:extLst>
                </p:cNvPr>
                <p:cNvSpPr>
                  <a:spLocks noRot="1" noChangeAspect="1" noMove="1" noResize="1" noEditPoints="1" noAdjustHandles="1" noChangeArrowheads="1" noChangeShapeType="1" noTextEdit="1"/>
                </p:cNvSpPr>
                <p:nvPr/>
              </p:nvSpPr>
              <p:spPr>
                <a:xfrm>
                  <a:off x="7536016" y="548968"/>
                  <a:ext cx="720008" cy="720008"/>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B1CDEF16-32A9-46EE-957E-D6752EAFD236}"/>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5" name="Rectangle 114">
                  <a:extLst>
                    <a:ext uri="{FF2B5EF4-FFF2-40B4-BE49-F238E27FC236}">
                      <a16:creationId xmlns:a16="http://schemas.microsoft.com/office/drawing/2014/main" id="{B1CDEF16-32A9-46EE-957E-D6752EAFD236}"/>
                    </a:ext>
                  </a:extLst>
                </p:cNvPr>
                <p:cNvSpPr>
                  <a:spLocks noRot="1" noChangeAspect="1" noMove="1" noResize="1" noEditPoints="1" noAdjustHandles="1" noChangeArrowheads="1" noChangeShapeType="1" noTextEdit="1"/>
                </p:cNvSpPr>
                <p:nvPr/>
              </p:nvSpPr>
              <p:spPr>
                <a:xfrm>
                  <a:off x="8256024" y="548968"/>
                  <a:ext cx="720008" cy="720008"/>
                </a:xfrm>
                <a:prstGeom prst="rect">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5E2312A8-8EF6-0C26-CD01-F6DB4D0807C2}"/>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6" name="Rectangle 115">
                  <a:extLst>
                    <a:ext uri="{FF2B5EF4-FFF2-40B4-BE49-F238E27FC236}">
                      <a16:creationId xmlns:a16="http://schemas.microsoft.com/office/drawing/2014/main" id="{5E2312A8-8EF6-0C26-CD01-F6DB4D0807C2}"/>
                    </a:ext>
                  </a:extLst>
                </p:cNvPr>
                <p:cNvSpPr>
                  <a:spLocks noRot="1" noChangeAspect="1" noMove="1" noResize="1" noEditPoints="1" noAdjustHandles="1" noChangeArrowheads="1" noChangeShapeType="1" noTextEdit="1"/>
                </p:cNvSpPr>
                <p:nvPr/>
              </p:nvSpPr>
              <p:spPr>
                <a:xfrm>
                  <a:off x="8976032" y="548968"/>
                  <a:ext cx="720008" cy="720008"/>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7" name="Rectangle 116">
                  <a:extLst>
                    <a:ext uri="{FF2B5EF4-FFF2-40B4-BE49-F238E27FC236}">
                      <a16:creationId xmlns:a16="http://schemas.microsoft.com/office/drawing/2014/main" id="{B81B10FD-A016-91C2-B8E5-D60866F2AF3B}"/>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7" name="Rectangle 116">
                  <a:extLst>
                    <a:ext uri="{FF2B5EF4-FFF2-40B4-BE49-F238E27FC236}">
                      <a16:creationId xmlns:a16="http://schemas.microsoft.com/office/drawing/2014/main" id="{B81B10FD-A016-91C2-B8E5-D60866F2AF3B}"/>
                    </a:ext>
                  </a:extLst>
                </p:cNvPr>
                <p:cNvSpPr>
                  <a:spLocks noRot="1" noChangeAspect="1" noMove="1" noResize="1" noEditPoints="1" noAdjustHandles="1" noChangeArrowheads="1" noChangeShapeType="1" noTextEdit="1"/>
                </p:cNvSpPr>
                <p:nvPr/>
              </p:nvSpPr>
              <p:spPr>
                <a:xfrm>
                  <a:off x="9696040" y="548968"/>
                  <a:ext cx="720008" cy="720008"/>
                </a:xfrm>
                <a:prstGeom prst="rect">
                  <a:avLst/>
                </a:prstGeom>
                <a:blipFill>
                  <a:blip r:embed="rId1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4A5AC55A-CBB5-A2F2-BE67-03F737BB2A97}"/>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8" name="Rectangle 117">
                  <a:extLst>
                    <a:ext uri="{FF2B5EF4-FFF2-40B4-BE49-F238E27FC236}">
                      <a16:creationId xmlns:a16="http://schemas.microsoft.com/office/drawing/2014/main" id="{4A5AC55A-CBB5-A2F2-BE67-03F737BB2A97}"/>
                    </a:ext>
                  </a:extLst>
                </p:cNvPr>
                <p:cNvSpPr>
                  <a:spLocks noRot="1" noChangeAspect="1" noMove="1" noResize="1" noEditPoints="1" noAdjustHandles="1" noChangeArrowheads="1" noChangeShapeType="1" noTextEdit="1"/>
                </p:cNvSpPr>
                <p:nvPr/>
              </p:nvSpPr>
              <p:spPr>
                <a:xfrm>
                  <a:off x="6816008" y="1268976"/>
                  <a:ext cx="720008" cy="720008"/>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D514C436-2EB9-DA0A-7EE2-F88AC638F3FA}"/>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9" name="Rectangle 118">
                  <a:extLst>
                    <a:ext uri="{FF2B5EF4-FFF2-40B4-BE49-F238E27FC236}">
                      <a16:creationId xmlns:a16="http://schemas.microsoft.com/office/drawing/2014/main" id="{D514C436-2EB9-DA0A-7EE2-F88AC638F3FA}"/>
                    </a:ext>
                  </a:extLst>
                </p:cNvPr>
                <p:cNvSpPr>
                  <a:spLocks noRot="1" noChangeAspect="1" noMove="1" noResize="1" noEditPoints="1" noAdjustHandles="1" noChangeArrowheads="1" noChangeShapeType="1" noTextEdit="1"/>
                </p:cNvSpPr>
                <p:nvPr/>
              </p:nvSpPr>
              <p:spPr>
                <a:xfrm>
                  <a:off x="6816008" y="1988984"/>
                  <a:ext cx="720008" cy="720008"/>
                </a:xfrm>
                <a:prstGeom prst="rect">
                  <a:avLst/>
                </a:prstGeom>
                <a:blipFill>
                  <a:blip r:embed="rId1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3CD0763B-1B52-9A69-AA66-A5489462E0D0}"/>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20" name="Rectangle 119">
                  <a:extLst>
                    <a:ext uri="{FF2B5EF4-FFF2-40B4-BE49-F238E27FC236}">
                      <a16:creationId xmlns:a16="http://schemas.microsoft.com/office/drawing/2014/main" id="{3CD0763B-1B52-9A69-AA66-A5489462E0D0}"/>
                    </a:ext>
                  </a:extLst>
                </p:cNvPr>
                <p:cNvSpPr>
                  <a:spLocks noRot="1" noChangeAspect="1" noMove="1" noResize="1" noEditPoints="1" noAdjustHandles="1" noChangeArrowheads="1" noChangeShapeType="1" noTextEdit="1"/>
                </p:cNvSpPr>
                <p:nvPr/>
              </p:nvSpPr>
              <p:spPr>
                <a:xfrm>
                  <a:off x="6816008" y="2708992"/>
                  <a:ext cx="720008" cy="720008"/>
                </a:xfrm>
                <a:prstGeom prst="rect">
                  <a:avLst/>
                </a:prstGeom>
                <a:blipFill>
                  <a:blip r:embed="rId1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04877F4F-7D4D-7636-02BE-85BCA2057A18}"/>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21" name="Rectangle 120">
                  <a:extLst>
                    <a:ext uri="{FF2B5EF4-FFF2-40B4-BE49-F238E27FC236}">
                      <a16:creationId xmlns:a16="http://schemas.microsoft.com/office/drawing/2014/main" id="{04877F4F-7D4D-7636-02BE-85BCA2057A18}"/>
                    </a:ext>
                  </a:extLst>
                </p:cNvPr>
                <p:cNvSpPr>
                  <a:spLocks noRot="1" noChangeAspect="1" noMove="1" noResize="1" noEditPoints="1" noAdjustHandles="1" noChangeArrowheads="1" noChangeShapeType="1" noTextEdit="1"/>
                </p:cNvSpPr>
                <p:nvPr/>
              </p:nvSpPr>
              <p:spPr>
                <a:xfrm>
                  <a:off x="6816008" y="3429000"/>
                  <a:ext cx="720008" cy="720008"/>
                </a:xfrm>
                <a:prstGeom prst="rect">
                  <a:avLst/>
                </a:prstGeom>
                <a:blipFill>
                  <a:blip r:embed="rId16"/>
                  <a:stretch>
                    <a:fillRect/>
                  </a:stretch>
                </a:blipFill>
                <a:ln>
                  <a:noFill/>
                </a:ln>
              </p:spPr>
              <p:txBody>
                <a:bodyPr/>
                <a:lstStyle/>
                <a:p>
                  <a:r>
                    <a:rPr lang="en-GB">
                      <a:noFill/>
                    </a:rPr>
                    <a:t> </a:t>
                  </a:r>
                </a:p>
              </p:txBody>
            </p:sp>
          </mc:Fallback>
        </mc:AlternateContent>
        <p:sp>
          <p:nvSpPr>
            <p:cNvPr id="122" name="Rectangle 121">
              <a:extLst>
                <a:ext uri="{FF2B5EF4-FFF2-40B4-BE49-F238E27FC236}">
                  <a16:creationId xmlns:a16="http://schemas.microsoft.com/office/drawing/2014/main" id="{13F41C21-61D9-542D-2073-908A36D9E728}"/>
                </a:ext>
              </a:extLst>
            </p:cNvPr>
            <p:cNvSpPr/>
            <p:nvPr/>
          </p:nvSpPr>
          <p:spPr>
            <a:xfrm>
              <a:off x="7536016"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23" name="Rectangle 122">
              <a:extLst>
                <a:ext uri="{FF2B5EF4-FFF2-40B4-BE49-F238E27FC236}">
                  <a16:creationId xmlns:a16="http://schemas.microsoft.com/office/drawing/2014/main" id="{884C85B3-CE8F-7ED3-E4A8-F03509089556}"/>
                </a:ext>
              </a:extLst>
            </p:cNvPr>
            <p:cNvSpPr/>
            <p:nvPr/>
          </p:nvSpPr>
          <p:spPr>
            <a:xfrm>
              <a:off x="8256024"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24" name="Rectangle 123">
              <a:extLst>
                <a:ext uri="{FF2B5EF4-FFF2-40B4-BE49-F238E27FC236}">
                  <a16:creationId xmlns:a16="http://schemas.microsoft.com/office/drawing/2014/main" id="{D42200D7-C304-2134-54C5-EB098F9C0D64}"/>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5" name="Rectangle 124">
              <a:extLst>
                <a:ext uri="{FF2B5EF4-FFF2-40B4-BE49-F238E27FC236}">
                  <a16:creationId xmlns:a16="http://schemas.microsoft.com/office/drawing/2014/main" id="{C18BFF91-936B-F02F-C285-6E57773EE350}"/>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6" name="Rectangle 125">
              <a:extLst>
                <a:ext uri="{FF2B5EF4-FFF2-40B4-BE49-F238E27FC236}">
                  <a16:creationId xmlns:a16="http://schemas.microsoft.com/office/drawing/2014/main" id="{941E672B-E986-FBA8-6108-89CE90EDEE2E}"/>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7" name="Rectangle 126">
              <a:extLst>
                <a:ext uri="{FF2B5EF4-FFF2-40B4-BE49-F238E27FC236}">
                  <a16:creationId xmlns:a16="http://schemas.microsoft.com/office/drawing/2014/main" id="{435BBC0E-AD01-7993-71FF-1856EFFF78B0}"/>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7" name="Rectangle 266">
              <a:extLst>
                <a:ext uri="{FF2B5EF4-FFF2-40B4-BE49-F238E27FC236}">
                  <a16:creationId xmlns:a16="http://schemas.microsoft.com/office/drawing/2014/main" id="{1C71C845-D81A-904D-D476-7C7EBD899206}"/>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8" name="Rectangle 267">
              <a:extLst>
                <a:ext uri="{FF2B5EF4-FFF2-40B4-BE49-F238E27FC236}">
                  <a16:creationId xmlns:a16="http://schemas.microsoft.com/office/drawing/2014/main" id="{CF220DBD-2D42-16BF-797B-DE54DE3560A0}"/>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9" name="Rectangle 268">
              <a:extLst>
                <a:ext uri="{FF2B5EF4-FFF2-40B4-BE49-F238E27FC236}">
                  <a16:creationId xmlns:a16="http://schemas.microsoft.com/office/drawing/2014/main" id="{A0D22638-D335-555E-ADE4-E3037C816A8E}"/>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0" name="Rectangle 269">
              <a:extLst>
                <a:ext uri="{FF2B5EF4-FFF2-40B4-BE49-F238E27FC236}">
                  <a16:creationId xmlns:a16="http://schemas.microsoft.com/office/drawing/2014/main" id="{95151ADF-DDA9-EB67-3BE2-6FA2309E247F}"/>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1" name="Rectangle 270">
              <a:extLst>
                <a:ext uri="{FF2B5EF4-FFF2-40B4-BE49-F238E27FC236}">
                  <a16:creationId xmlns:a16="http://schemas.microsoft.com/office/drawing/2014/main" id="{7710CEDF-79B2-B6A0-7538-00AC1AD1171F}"/>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2" name="Rectangle 271">
              <a:extLst>
                <a:ext uri="{FF2B5EF4-FFF2-40B4-BE49-F238E27FC236}">
                  <a16:creationId xmlns:a16="http://schemas.microsoft.com/office/drawing/2014/main" id="{CDB603ED-B043-C7BE-1D71-10C01F1C7D6E}"/>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3" name="Rectangle 272">
              <a:extLst>
                <a:ext uri="{FF2B5EF4-FFF2-40B4-BE49-F238E27FC236}">
                  <a16:creationId xmlns:a16="http://schemas.microsoft.com/office/drawing/2014/main" id="{80F9C8C3-4775-2CA1-71B8-74943AFF1908}"/>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4" name="Rectangle 273">
              <a:extLst>
                <a:ext uri="{FF2B5EF4-FFF2-40B4-BE49-F238E27FC236}">
                  <a16:creationId xmlns:a16="http://schemas.microsoft.com/office/drawing/2014/main" id="{5C53ED87-D1F3-3644-7BCD-64AA9AA307F6}"/>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5" name="Rectangle 274">
              <a:extLst>
                <a:ext uri="{FF2B5EF4-FFF2-40B4-BE49-F238E27FC236}">
                  <a16:creationId xmlns:a16="http://schemas.microsoft.com/office/drawing/2014/main" id="{A5BC2C60-8F04-2B77-1C11-4B7899690DE5}"/>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6" name="Rectangle 275">
              <a:extLst>
                <a:ext uri="{FF2B5EF4-FFF2-40B4-BE49-F238E27FC236}">
                  <a16:creationId xmlns:a16="http://schemas.microsoft.com/office/drawing/2014/main" id="{8B6AFE78-DA12-D6E7-790D-81800488F5AC}"/>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sp>
        <p:nvSpPr>
          <p:cNvPr id="22" name="Rectangle 21">
            <a:extLst>
              <a:ext uri="{FF2B5EF4-FFF2-40B4-BE49-F238E27FC236}">
                <a16:creationId xmlns:a16="http://schemas.microsoft.com/office/drawing/2014/main" id="{2919D32C-6F01-8EA6-5F44-378C1AC42673}"/>
              </a:ext>
            </a:extLst>
          </p:cNvPr>
          <p:cNvSpPr/>
          <p:nvPr/>
        </p:nvSpPr>
        <p:spPr>
          <a:xfrm>
            <a:off x="5877426" y="-1710678"/>
            <a:ext cx="1092870"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rank</a:t>
            </a:r>
            <a:endParaRPr lang="en-GB" sz="3200" dirty="0">
              <a:solidFill>
                <a:schemeClr val="tx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1BF35D6-2F63-F2B4-EAAB-EFC7FF2F1BE2}"/>
                  </a:ext>
                </a:extLst>
              </p:cNvPr>
              <p:cNvSpPr/>
              <p:nvPr/>
            </p:nvSpPr>
            <p:spPr>
              <a:xfrm>
                <a:off x="6751722" y="-1710678"/>
                <a:ext cx="1092870"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d>
                        <m:dPr>
                          <m:ctrlPr>
                            <a:rPr lang="en-GB" sz="3200" b="0" i="1" smtClean="0">
                              <a:solidFill>
                                <a:schemeClr val="tx1"/>
                              </a:solidFill>
                              <a:latin typeface="Cambria Math" panose="02040503050406030204" pitchFamily="18" charset="0"/>
                            </a:rPr>
                          </m:ctrlPr>
                        </m:dPr>
                        <m:e>
                          <m:r>
                            <a:rPr lang="en-GB" sz="3200" b="0" i="1" smtClean="0">
                              <a:solidFill>
                                <a:schemeClr val="tx1"/>
                              </a:solidFill>
                              <a:latin typeface="Cambria Math" panose="02040503050406030204" pitchFamily="18" charset="0"/>
                            </a:rPr>
                            <m:t>𝑇</m:t>
                          </m:r>
                        </m:e>
                      </m:d>
                    </m:oMath>
                  </m:oMathPara>
                </a14:m>
                <a:endParaRPr lang="en-GB" sz="3200" dirty="0">
                  <a:solidFill>
                    <a:schemeClr val="tx1"/>
                  </a:solidFill>
                </a:endParaRPr>
              </a:p>
            </p:txBody>
          </p:sp>
        </mc:Choice>
        <mc:Fallback xmlns="">
          <p:sp>
            <p:nvSpPr>
              <p:cNvPr id="24" name="Rectangle 23">
                <a:extLst>
                  <a:ext uri="{FF2B5EF4-FFF2-40B4-BE49-F238E27FC236}">
                    <a16:creationId xmlns:a16="http://schemas.microsoft.com/office/drawing/2014/main" id="{A1BF35D6-2F63-F2B4-EAAB-EFC7FF2F1BE2}"/>
                  </a:ext>
                </a:extLst>
              </p:cNvPr>
              <p:cNvSpPr>
                <a:spLocks noRot="1" noChangeAspect="1" noMove="1" noResize="1" noEditPoints="1" noAdjustHandles="1" noChangeArrowheads="1" noChangeShapeType="1" noTextEdit="1"/>
              </p:cNvSpPr>
              <p:nvPr/>
            </p:nvSpPr>
            <p:spPr>
              <a:xfrm>
                <a:off x="6751722" y="-1710678"/>
                <a:ext cx="1092870" cy="546435"/>
              </a:xfrm>
              <a:prstGeom prst="rect">
                <a:avLst/>
              </a:prstGeom>
              <a:blipFill>
                <a:blip r:embed="rId1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57D0634A-64A5-1C37-1394-09DEE8C969F5}"/>
                  </a:ext>
                </a:extLst>
              </p:cNvPr>
              <p:cNvSpPr/>
              <p:nvPr/>
            </p:nvSpPr>
            <p:spPr>
              <a:xfrm>
                <a:off x="7626017" y="-2748902"/>
                <a:ext cx="4371475" cy="2622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0" i="1" smtClean="0">
                          <a:solidFill>
                            <a:schemeClr val="tx1"/>
                          </a:solidFill>
                          <a:latin typeface="Cambria Math" panose="02040503050406030204" pitchFamily="18" charset="0"/>
                        </a:rPr>
                        <m:t>≔</m:t>
                      </m:r>
                      <m:func>
                        <m:funcPr>
                          <m:ctrlPr>
                            <a:rPr lang="en-US" sz="3200">
                              <a:solidFill>
                                <a:schemeClr val="tx1"/>
                              </a:solidFill>
                              <a:latin typeface="Cambria Math" panose="02040503050406030204" pitchFamily="18" charset="0"/>
                            </a:rPr>
                          </m:ctrlPr>
                        </m:funcPr>
                        <m:fName>
                          <m:r>
                            <m:rPr>
                              <m:sty m:val="p"/>
                            </m:rPr>
                            <a:rPr lang="en-US" sz="3200">
                              <a:solidFill>
                                <a:schemeClr val="tx1"/>
                              </a:solidFill>
                              <a:latin typeface="Cambria Math" panose="02040503050406030204" pitchFamily="18" charset="0"/>
                            </a:rPr>
                            <m:t>min</m:t>
                          </m:r>
                        </m:fName>
                        <m:e>
                          <m:d>
                            <m:dPr>
                              <m:begChr m:val="{"/>
                              <m:endChr m:val="}"/>
                              <m:ctrlPr>
                                <a:rPr lang="en-US" sz="3200" i="1">
                                  <a:solidFill>
                                    <a:schemeClr val="tx1"/>
                                  </a:solidFill>
                                  <a:latin typeface="Cambria Math" panose="02040503050406030204" pitchFamily="18" charset="0"/>
                                </a:rPr>
                              </m:ctrlPr>
                            </m:dPr>
                            <m:e>
                              <m:r>
                                <a:rPr lang="en-US" sz="3200" i="1">
                                  <a:solidFill>
                                    <a:schemeClr val="tx1"/>
                                  </a:solidFill>
                                  <a:latin typeface="Cambria Math" panose="02040503050406030204" pitchFamily="18" charset="0"/>
                                </a:rPr>
                                <m:t>𝑟</m:t>
                              </m:r>
                              <m:r>
                                <a:rPr lang="en-US" sz="3200" i="1">
                                  <a:solidFill>
                                    <a:schemeClr val="tx1"/>
                                  </a:solidFill>
                                  <a:latin typeface="Cambria Math" panose="02040503050406030204" pitchFamily="18" charset="0"/>
                                </a:rPr>
                                <m:t> :      =</m:t>
                              </m:r>
                              <m:nary>
                                <m:naryPr>
                                  <m:chr m:val="∑"/>
                                  <m:ctrlPr>
                                    <a:rPr lang="en-US" sz="3200" i="1">
                                      <a:solidFill>
                                        <a:schemeClr val="tx1"/>
                                      </a:solidFill>
                                      <a:latin typeface="Cambria Math" panose="02040503050406030204" pitchFamily="18" charset="0"/>
                                    </a:rPr>
                                  </m:ctrlPr>
                                </m:naryPr>
                                <m:sub>
                                  <m:r>
                                    <m:rPr>
                                      <m:brk m:alnAt="23"/>
                                    </m:rPr>
                                    <a:rPr lang="en-US" sz="3200" i="1">
                                      <a:solidFill>
                                        <a:schemeClr val="tx1"/>
                                      </a:solidFill>
                                      <a:latin typeface="Cambria Math" panose="02040503050406030204" pitchFamily="18" charset="0"/>
                                    </a:rPr>
                                    <m:t>𝑖</m:t>
                                  </m:r>
                                  <m:r>
                                    <a:rPr lang="en-US" sz="3200" i="1">
                                      <a:solidFill>
                                        <a:schemeClr val="tx1"/>
                                      </a:solidFill>
                                      <a:latin typeface="Cambria Math" panose="02040503050406030204" pitchFamily="18" charset="0"/>
                                    </a:rPr>
                                    <m:t>=1</m:t>
                                  </m:r>
                                </m:sub>
                                <m:sup>
                                  <m:r>
                                    <a:rPr lang="en-US" sz="3200" i="1">
                                      <a:solidFill>
                                        <a:schemeClr val="tx1"/>
                                      </a:solidFill>
                                      <a:latin typeface="Cambria Math" panose="02040503050406030204" pitchFamily="18" charset="0"/>
                                    </a:rPr>
                                    <m:t>𝑟</m:t>
                                  </m:r>
                                </m:sup>
                                <m:e>
                                  <m:r>
                                    <a:rPr lang="en-GB" sz="3200" b="0" i="1" smtClean="0">
                                      <a:solidFill>
                                        <a:schemeClr val="tx1"/>
                                      </a:solidFill>
                                      <a:latin typeface="Cambria Math" panose="02040503050406030204" pitchFamily="18" charset="0"/>
                                    </a:rPr>
                                    <m:t>      </m:t>
                                  </m:r>
                                </m:e>
                              </m:nary>
                            </m:e>
                          </m:d>
                        </m:e>
                      </m:func>
                    </m:oMath>
                  </m:oMathPara>
                </a14:m>
                <a:endParaRPr lang="en-GB" sz="3200" dirty="0">
                  <a:solidFill>
                    <a:schemeClr val="tx1"/>
                  </a:solidFill>
                </a:endParaRPr>
              </a:p>
            </p:txBody>
          </p:sp>
        </mc:Choice>
        <mc:Fallback xmlns="">
          <p:sp>
            <p:nvSpPr>
              <p:cNvPr id="26" name="Rectangle 25">
                <a:extLst>
                  <a:ext uri="{FF2B5EF4-FFF2-40B4-BE49-F238E27FC236}">
                    <a16:creationId xmlns:a16="http://schemas.microsoft.com/office/drawing/2014/main" id="{57D0634A-64A5-1C37-1394-09DEE8C969F5}"/>
                  </a:ext>
                </a:extLst>
              </p:cNvPr>
              <p:cNvSpPr>
                <a:spLocks noRot="1" noChangeAspect="1" noMove="1" noResize="1" noEditPoints="1" noAdjustHandles="1" noChangeArrowheads="1" noChangeShapeType="1" noTextEdit="1"/>
              </p:cNvSpPr>
              <p:nvPr/>
            </p:nvSpPr>
            <p:spPr>
              <a:xfrm>
                <a:off x="7626017" y="-2748902"/>
                <a:ext cx="4371475" cy="2622885"/>
              </a:xfrm>
              <a:prstGeom prst="rect">
                <a:avLst/>
              </a:prstGeom>
              <a:blipFill>
                <a:blip r:embed="rId1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C8D9A28F-5AD7-6EC0-F837-66F9149AFB8A}"/>
                  </a:ext>
                </a:extLst>
              </p:cNvPr>
              <p:cNvSpPr/>
              <p:nvPr/>
            </p:nvSpPr>
            <p:spPr>
              <a:xfrm>
                <a:off x="9593181" y="-1710678"/>
                <a:ext cx="546434"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0" i="1" smtClean="0">
                          <a:solidFill>
                            <a:schemeClr val="tx1"/>
                          </a:solidFill>
                          <a:latin typeface="Cambria Math" panose="02040503050406030204" pitchFamily="18" charset="0"/>
                        </a:rPr>
                        <m:t>𝑇</m:t>
                      </m:r>
                    </m:oMath>
                  </m:oMathPara>
                </a14:m>
                <a:endParaRPr lang="en-GB" sz="3200" dirty="0">
                  <a:solidFill>
                    <a:schemeClr val="tx1"/>
                  </a:solidFill>
                </a:endParaRPr>
              </a:p>
            </p:txBody>
          </p:sp>
        </mc:Choice>
        <mc:Fallback xmlns="">
          <p:sp>
            <p:nvSpPr>
              <p:cNvPr id="28" name="Rectangle 27">
                <a:extLst>
                  <a:ext uri="{FF2B5EF4-FFF2-40B4-BE49-F238E27FC236}">
                    <a16:creationId xmlns:a16="http://schemas.microsoft.com/office/drawing/2014/main" id="{C8D9A28F-5AD7-6EC0-F837-66F9149AFB8A}"/>
                  </a:ext>
                </a:extLst>
              </p:cNvPr>
              <p:cNvSpPr>
                <a:spLocks noRot="1" noChangeAspect="1" noMove="1" noResize="1" noEditPoints="1" noAdjustHandles="1" noChangeArrowheads="1" noChangeShapeType="1" noTextEdit="1"/>
              </p:cNvSpPr>
              <p:nvPr/>
            </p:nvSpPr>
            <p:spPr>
              <a:xfrm>
                <a:off x="9593181" y="-1710678"/>
                <a:ext cx="546434" cy="546435"/>
              </a:xfrm>
              <a:prstGeom prst="rect">
                <a:avLst/>
              </a:prstGeom>
              <a:blipFill>
                <a:blip r:embed="rId1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401763FA-C6B6-F22A-2732-4D93C617EFD5}"/>
                  </a:ext>
                </a:extLst>
              </p:cNvPr>
              <p:cNvSpPr/>
              <p:nvPr/>
            </p:nvSpPr>
            <p:spPr>
              <a:xfrm>
                <a:off x="11123197" y="-1710678"/>
                <a:ext cx="546434" cy="546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GB" sz="3200" b="0" i="1" smtClean="0">
                              <a:solidFill>
                                <a:schemeClr val="accent6"/>
                              </a:solidFill>
                              <a:latin typeface="Cambria Math" panose="02040503050406030204" pitchFamily="18" charset="0"/>
                            </a:rPr>
                          </m:ctrlPr>
                        </m:sSubPr>
                        <m:e>
                          <m:r>
                            <a:rPr lang="en-GB" sz="3200" b="0" i="1" smtClean="0">
                              <a:solidFill>
                                <a:schemeClr val="accent6"/>
                              </a:solidFill>
                              <a:latin typeface="Cambria Math" panose="02040503050406030204" pitchFamily="18" charset="0"/>
                            </a:rPr>
                            <m:t>𝑇</m:t>
                          </m:r>
                        </m:e>
                        <m:sub>
                          <m:r>
                            <a:rPr lang="en-GB" sz="3200" b="0" i="1" smtClean="0">
                              <a:solidFill>
                                <a:schemeClr val="accent6"/>
                              </a:solidFill>
                              <a:latin typeface="Cambria Math" panose="02040503050406030204" pitchFamily="18" charset="0"/>
                            </a:rPr>
                            <m:t>𝑖</m:t>
                          </m:r>
                        </m:sub>
                      </m:sSub>
                    </m:oMath>
                  </m:oMathPara>
                </a14:m>
                <a:endParaRPr lang="en-GB" sz="3200" dirty="0">
                  <a:solidFill>
                    <a:schemeClr val="tx1"/>
                  </a:solidFill>
                </a:endParaRPr>
              </a:p>
            </p:txBody>
          </p:sp>
        </mc:Choice>
        <mc:Fallback xmlns="">
          <p:sp>
            <p:nvSpPr>
              <p:cNvPr id="30" name="Rectangle 29">
                <a:extLst>
                  <a:ext uri="{FF2B5EF4-FFF2-40B4-BE49-F238E27FC236}">
                    <a16:creationId xmlns:a16="http://schemas.microsoft.com/office/drawing/2014/main" id="{401763FA-C6B6-F22A-2732-4D93C617EFD5}"/>
                  </a:ext>
                </a:extLst>
              </p:cNvPr>
              <p:cNvSpPr>
                <a:spLocks noRot="1" noChangeAspect="1" noMove="1" noResize="1" noEditPoints="1" noAdjustHandles="1" noChangeArrowheads="1" noChangeShapeType="1" noTextEdit="1"/>
              </p:cNvSpPr>
              <p:nvPr/>
            </p:nvSpPr>
            <p:spPr>
              <a:xfrm>
                <a:off x="11123197" y="-1710678"/>
                <a:ext cx="546434" cy="546435"/>
              </a:xfrm>
              <a:prstGeom prst="rect">
                <a:avLst/>
              </a:prstGeom>
              <a:blipFill>
                <a:blip r:embed="rId20"/>
                <a:stretch>
                  <a:fillRect/>
                </a:stretch>
              </a:blipFill>
              <a:ln>
                <a:noFill/>
              </a:ln>
            </p:spPr>
            <p:txBody>
              <a:bodyPr/>
              <a:lstStyle/>
              <a:p>
                <a:r>
                  <a:rPr lang="en-GB">
                    <a:noFill/>
                  </a:rPr>
                  <a:t> </a:t>
                </a:r>
              </a:p>
            </p:txBody>
          </p:sp>
        </mc:Fallback>
      </mc:AlternateContent>
      <p:sp>
        <p:nvSpPr>
          <p:cNvPr id="38" name="TextBox 37">
            <a:extLst>
              <a:ext uri="{FF2B5EF4-FFF2-40B4-BE49-F238E27FC236}">
                <a16:creationId xmlns:a16="http://schemas.microsoft.com/office/drawing/2014/main" id="{726781A4-54B6-D648-2063-3354433DCD71}"/>
              </a:ext>
            </a:extLst>
          </p:cNvPr>
          <p:cNvSpPr txBox="1"/>
          <p:nvPr/>
        </p:nvSpPr>
        <p:spPr>
          <a:xfrm>
            <a:off x="9387465" y="-2961071"/>
            <a:ext cx="1530017" cy="668559"/>
          </a:xfrm>
          <a:prstGeom prst="rect">
            <a:avLst/>
          </a:prstGeom>
          <a:noFill/>
        </p:spPr>
        <p:txBody>
          <a:bodyPr wrap="square" rtlCol="0">
            <a:spAutoFit/>
          </a:bodyPr>
          <a:lstStyle/>
          <a:p>
            <a:pPr algn="ctr"/>
            <a:r>
              <a:rPr lang="en-GB" sz="2000" dirty="0">
                <a:solidFill>
                  <a:schemeClr val="accent6"/>
                </a:solidFill>
              </a:rPr>
              <a:t>rank-1 tensors</a:t>
            </a:r>
          </a:p>
        </p:txBody>
      </p:sp>
      <p:cxnSp>
        <p:nvCxnSpPr>
          <p:cNvPr id="40" name="Connector: Curved 39">
            <a:extLst>
              <a:ext uri="{FF2B5EF4-FFF2-40B4-BE49-F238E27FC236}">
                <a16:creationId xmlns:a16="http://schemas.microsoft.com/office/drawing/2014/main" id="{6E2ED69C-0D96-CA06-3818-92822A265EDC}"/>
              </a:ext>
            </a:extLst>
          </p:cNvPr>
          <p:cNvCxnSpPr>
            <a:cxnSpLocks/>
          </p:cNvCxnSpPr>
          <p:nvPr/>
        </p:nvCxnSpPr>
        <p:spPr>
          <a:xfrm rot="16200000" flipH="1">
            <a:off x="10604086" y="-2612293"/>
            <a:ext cx="819650" cy="655720"/>
          </a:xfrm>
          <a:prstGeom prst="curvedConnector3">
            <a:avLst>
              <a:gd name="adj1" fmla="val -1145"/>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38835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D5951-8EA4-6EEE-0F60-B6CCED1FED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E9860D-FE9F-4760-639E-9547B0AED621}"/>
                  </a:ext>
                </a:extLst>
              </p:cNvPr>
              <p:cNvSpPr txBox="1"/>
              <p:nvPr/>
            </p:nvSpPr>
            <p:spPr>
              <a:xfrm>
                <a:off x="1055943" y="908972"/>
                <a:ext cx="5040057" cy="1711302"/>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𝑇</m:t>
                      </m:r>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=0</m:t>
                          </m:r>
                        </m:sub>
                        <m:sup>
                          <m:r>
                            <a:rPr lang="en-GB" sz="3600" b="0" i="1" smtClean="0">
                              <a:solidFill>
                                <a:schemeClr val="accent6"/>
                              </a:solidFill>
                              <a:latin typeface="Cambria Math" panose="02040503050406030204" pitchFamily="18" charset="0"/>
                            </a:rPr>
                            <m:t>1</m:t>
                          </m:r>
                        </m:sup>
                        <m:e>
                          <m:nary>
                            <m:naryPr>
                              <m:chr m:val="∑"/>
                              <m:ctrlPr>
                                <a:rPr lang="en-GB" sz="3600" b="0" i="1" smtClean="0">
                                  <a:solidFill>
                                    <a:schemeClr val="accent2">
                                      <a:lumMod val="75000"/>
                                    </a:schemeClr>
                                  </a:solidFill>
                                  <a:latin typeface="Cambria Math" panose="02040503050406030204" pitchFamily="18" charset="0"/>
                                </a:rPr>
                              </m:ctrlPr>
                            </m:naryPr>
                            <m:sub>
                              <m:r>
                                <m:rPr>
                                  <m:brk m:alnAt="23"/>
                                </m:rPr>
                                <a:rPr lang="en-GB" sz="3600" b="0" i="1" smtClean="0">
                                  <a:solidFill>
                                    <a:schemeClr val="accent2">
                                      <a:lumMod val="75000"/>
                                    </a:schemeClr>
                                  </a:solidFill>
                                  <a:latin typeface="Cambria Math" panose="02040503050406030204" pitchFamily="18" charset="0"/>
                                </a:rPr>
                                <m:t>𝑗</m:t>
                              </m:r>
                              <m:r>
                                <a:rPr lang="en-GB" sz="3600" b="0" i="1" smtClean="0">
                                  <a:solidFill>
                                    <a:schemeClr val="accent2">
                                      <a:lumMod val="75000"/>
                                    </a:schemeClr>
                                  </a:solidFill>
                                  <a:latin typeface="Cambria Math" panose="02040503050406030204" pitchFamily="18" charset="0"/>
                                </a:rPr>
                                <m:t>=0</m:t>
                              </m:r>
                            </m:sub>
                            <m:sup>
                              <m:r>
                                <a:rPr lang="en-GB" sz="3600" b="0" i="1" smtClean="0">
                                  <a:solidFill>
                                    <a:schemeClr val="accent2">
                                      <a:lumMod val="75000"/>
                                    </a:schemeClr>
                                  </a:solidFill>
                                  <a:latin typeface="Cambria Math" panose="02040503050406030204" pitchFamily="18" charset="0"/>
                                </a:rPr>
                                <m:t>1</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𝑘</m:t>
                                  </m:r>
                                  <m:r>
                                    <a:rPr lang="en-GB" sz="3600" b="0" i="1" smtClean="0">
                                      <a:solidFill>
                                        <a:schemeClr val="accent1"/>
                                      </a:solidFill>
                                      <a:latin typeface="Cambria Math" panose="02040503050406030204" pitchFamily="18" charset="0"/>
                                    </a:rPr>
                                    <m:t>=0</m:t>
                                  </m:r>
                                </m:sub>
                                <m:sup>
                                  <m:r>
                                    <a:rPr lang="en-GB" sz="3600" b="0" i="1" smtClean="0">
                                      <a:solidFill>
                                        <a:schemeClr val="accent1"/>
                                      </a:solidFill>
                                      <a:latin typeface="Cambria Math" panose="02040503050406030204" pitchFamily="18" charset="0"/>
                                    </a:rPr>
                                    <m:t>1</m:t>
                                  </m:r>
                                </m:sup>
                                <m:e>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𝑋</m:t>
                                      </m:r>
                                    </m:e>
                                    <m:sub>
                                      <m:r>
                                        <a:rPr lang="en-GB" sz="3600" b="0" i="1" smtClean="0">
                                          <a:solidFill>
                                            <a:schemeClr val="accent6"/>
                                          </a:solidFill>
                                          <a:latin typeface="Cambria Math" panose="02040503050406030204" pitchFamily="18" charset="0"/>
                                        </a:rPr>
                                        <m:t>𝑖</m:t>
                                      </m:r>
                                      <m:r>
                                        <a:rPr lang="en-GB" sz="3600" b="0" i="1" smtClean="0">
                                          <a:solidFill>
                                            <a:schemeClr val="accent2">
                                              <a:lumMod val="75000"/>
                                            </a:schemeClr>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𝑗</m:t>
                                      </m:r>
                                      <m:r>
                                        <a:rPr lang="en-GB" sz="3600" b="0" i="1" smtClean="0">
                                          <a:solidFill>
                                            <a:schemeClr val="accent1"/>
                                          </a:solidFill>
                                          <a:latin typeface="Cambria Math" panose="02040503050406030204" pitchFamily="18" charset="0"/>
                                        </a:rPr>
                                        <m:t>𝑘</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𝑘</m:t>
                                      </m:r>
                                      <m:r>
                                        <a:rPr lang="en-GB" sz="3600" b="0" i="1" smtClean="0">
                                          <a:solidFill>
                                            <a:schemeClr val="accent6"/>
                                          </a:solidFill>
                                          <a:latin typeface="Cambria Math" panose="02040503050406030204" pitchFamily="18" charset="0"/>
                                        </a:rPr>
                                        <m:t>𝑖</m:t>
                                      </m:r>
                                    </m:sub>
                                  </m:sSub>
                                </m:e>
                              </m:nary>
                            </m:e>
                          </m:nary>
                        </m:e>
                      </m:nary>
                    </m:oMath>
                  </m:oMathPara>
                </a14:m>
                <a:endParaRPr lang="en-GB" sz="3600" dirty="0"/>
              </a:p>
            </p:txBody>
          </p:sp>
        </mc:Choice>
        <mc:Fallback xmlns="">
          <p:sp>
            <p:nvSpPr>
              <p:cNvPr id="7" name="TextBox 6">
                <a:extLst>
                  <a:ext uri="{FF2B5EF4-FFF2-40B4-BE49-F238E27FC236}">
                    <a16:creationId xmlns:a16="http://schemas.microsoft.com/office/drawing/2014/main" id="{ABE9860D-FE9F-4760-639E-9547B0AED621}"/>
                  </a:ext>
                </a:extLst>
              </p:cNvPr>
              <p:cNvSpPr txBox="1">
                <a:spLocks noRot="1" noChangeAspect="1" noMove="1" noResize="1" noEditPoints="1" noAdjustHandles="1" noChangeArrowheads="1" noChangeShapeType="1" noTextEdit="1"/>
              </p:cNvSpPr>
              <p:nvPr/>
            </p:nvSpPr>
            <p:spPr>
              <a:xfrm>
                <a:off x="1055943" y="908972"/>
                <a:ext cx="5040057" cy="171130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9F153CE-00E9-A542-C46E-C42B8C3DE6EA}"/>
                  </a:ext>
                </a:extLst>
              </p:cNvPr>
              <p:cNvSpPr txBox="1"/>
              <p:nvPr/>
            </p:nvSpPr>
            <p:spPr>
              <a:xfrm>
                <a:off x="515938" y="3248998"/>
                <a:ext cx="5850065" cy="2270045"/>
              </a:xfrm>
              <a:prstGeom prst="rect">
                <a:avLst/>
              </a:prstGeom>
              <a:noFill/>
            </p:spPr>
            <p:txBody>
              <a:bodyPr wrap="square" rtlCol="0">
                <a:spAutoFit/>
              </a:bodyPr>
              <a:lstStyle/>
              <a:p>
                <a:pPr/>
                <a14:m>
                  <m:oMathPara xmlns:m="http://schemas.openxmlformats.org/officeDocument/2006/math">
                    <m:oMath>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b="0" i="1" smtClean="0">
                          <a:solidFill>
                            <a:schemeClr val="tx1"/>
                          </a:solidFill>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oMath>
                  </m:oMathPara>
                </a14:m>
                <a:endParaRPr lang="en-GB" sz="3600" dirty="0"/>
              </a:p>
            </p:txBody>
          </p:sp>
        </mc:Choice>
        <mc:Fallback xmlns="">
          <p:sp>
            <p:nvSpPr>
              <p:cNvPr id="9" name="TextBox 8">
                <a:extLst>
                  <a:ext uri="{FF2B5EF4-FFF2-40B4-BE49-F238E27FC236}">
                    <a16:creationId xmlns:a16="http://schemas.microsoft.com/office/drawing/2014/main" id="{79F153CE-00E9-A542-C46E-C42B8C3DE6EA}"/>
                  </a:ext>
                </a:extLst>
              </p:cNvPr>
              <p:cNvSpPr txBox="1">
                <a:spLocks noRot="1" noChangeAspect="1" noMove="1" noResize="1" noEditPoints="1" noAdjustHandles="1" noChangeArrowheads="1" noChangeShapeType="1" noTextEdit="1"/>
              </p:cNvSpPr>
              <p:nvPr/>
            </p:nvSpPr>
            <p:spPr>
              <a:xfrm>
                <a:off x="515938" y="3248998"/>
                <a:ext cx="5850065" cy="227004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6295A43-6D77-1B32-4D1F-1069B43469AC}"/>
                  </a:ext>
                </a:extLst>
              </p:cNvPr>
              <p:cNvSpPr txBox="1"/>
              <p:nvPr/>
            </p:nvSpPr>
            <p:spPr>
              <a:xfrm>
                <a:off x="2765963" y="2618991"/>
                <a:ext cx="990011" cy="646331"/>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GB" sz="3600" dirty="0"/>
              </a:p>
            </p:txBody>
          </p:sp>
        </mc:Choice>
        <mc:Fallback xmlns="">
          <p:sp>
            <p:nvSpPr>
              <p:cNvPr id="11" name="TextBox 10">
                <a:extLst>
                  <a:ext uri="{FF2B5EF4-FFF2-40B4-BE49-F238E27FC236}">
                    <a16:creationId xmlns:a16="http://schemas.microsoft.com/office/drawing/2014/main" id="{96295A43-6D77-1B32-4D1F-1069B43469AC}"/>
                  </a:ext>
                </a:extLst>
              </p:cNvPr>
              <p:cNvSpPr txBox="1">
                <a:spLocks noRot="1" noChangeAspect="1" noMove="1" noResize="1" noEditPoints="1" noAdjustHandles="1" noChangeArrowheads="1" noChangeShapeType="1" noTextEdit="1"/>
              </p:cNvSpPr>
              <p:nvPr/>
            </p:nvSpPr>
            <p:spPr>
              <a:xfrm>
                <a:off x="2765963" y="2618991"/>
                <a:ext cx="990011"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C018E583-2FC4-0EE1-497A-C0F593002366}"/>
                  </a:ext>
                </a:extLst>
              </p:cNvPr>
              <p:cNvSpPr/>
              <p:nvPr/>
            </p:nvSpPr>
            <p:spPr>
              <a:xfrm>
                <a:off x="10866053" y="1358977"/>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4" name="Rectangle 43">
                <a:extLst>
                  <a:ext uri="{FF2B5EF4-FFF2-40B4-BE49-F238E27FC236}">
                    <a16:creationId xmlns:a16="http://schemas.microsoft.com/office/drawing/2014/main" id="{C018E583-2FC4-0EE1-497A-C0F593002366}"/>
                  </a:ext>
                </a:extLst>
              </p:cNvPr>
              <p:cNvSpPr>
                <a:spLocks noRot="1" noChangeAspect="1" noMove="1" noResize="1" noEditPoints="1" noAdjustHandles="1" noChangeArrowheads="1" noChangeShapeType="1" noTextEdit="1"/>
              </p:cNvSpPr>
              <p:nvPr/>
            </p:nvSpPr>
            <p:spPr>
              <a:xfrm>
                <a:off x="10866053" y="1358977"/>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87E46E-C1C1-351F-2C46-839196614F50}"/>
                  </a:ext>
                </a:extLst>
              </p:cNvPr>
              <p:cNvSpPr/>
              <p:nvPr/>
            </p:nvSpPr>
            <p:spPr>
              <a:xfrm>
                <a:off x="10866053" y="2618991"/>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46" name="Rectangle 45">
                <a:extLst>
                  <a:ext uri="{FF2B5EF4-FFF2-40B4-BE49-F238E27FC236}">
                    <a16:creationId xmlns:a16="http://schemas.microsoft.com/office/drawing/2014/main" id="{A887E46E-C1C1-351F-2C46-839196614F50}"/>
                  </a:ext>
                </a:extLst>
              </p:cNvPr>
              <p:cNvSpPr>
                <a:spLocks noRot="1" noChangeAspect="1" noMove="1" noResize="1" noEditPoints="1" noAdjustHandles="1" noChangeArrowheads="1" noChangeShapeType="1" noTextEdit="1"/>
              </p:cNvSpPr>
              <p:nvPr/>
            </p:nvSpPr>
            <p:spPr>
              <a:xfrm>
                <a:off x="10866053" y="2618991"/>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9541EF3C-DD27-129B-8CB2-D77AAB8E2054}"/>
                  </a:ext>
                </a:extLst>
              </p:cNvPr>
              <p:cNvSpPr/>
              <p:nvPr/>
            </p:nvSpPr>
            <p:spPr>
              <a:xfrm>
                <a:off x="10866053" y="387900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8" name="Rectangle 47">
                <a:extLst>
                  <a:ext uri="{FF2B5EF4-FFF2-40B4-BE49-F238E27FC236}">
                    <a16:creationId xmlns:a16="http://schemas.microsoft.com/office/drawing/2014/main" id="{9541EF3C-DD27-129B-8CB2-D77AAB8E2054}"/>
                  </a:ext>
                </a:extLst>
              </p:cNvPr>
              <p:cNvSpPr>
                <a:spLocks noRot="1" noChangeAspect="1" noMove="1" noResize="1" noEditPoints="1" noAdjustHandles="1" noChangeArrowheads="1" noChangeShapeType="1" noTextEdit="1"/>
              </p:cNvSpPr>
              <p:nvPr/>
            </p:nvSpPr>
            <p:spPr>
              <a:xfrm>
                <a:off x="10866053" y="3879005"/>
                <a:ext cx="720008" cy="720008"/>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A6133492-4C48-84A4-D190-713B8FB7A11F}"/>
                  </a:ext>
                </a:extLst>
              </p:cNvPr>
              <p:cNvSpPr/>
              <p:nvPr/>
            </p:nvSpPr>
            <p:spPr>
              <a:xfrm>
                <a:off x="10866053" y="5139019"/>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50" name="Rectangle 49">
                <a:extLst>
                  <a:ext uri="{FF2B5EF4-FFF2-40B4-BE49-F238E27FC236}">
                    <a16:creationId xmlns:a16="http://schemas.microsoft.com/office/drawing/2014/main" id="{A6133492-4C48-84A4-D190-713B8FB7A11F}"/>
                  </a:ext>
                </a:extLst>
              </p:cNvPr>
              <p:cNvSpPr>
                <a:spLocks noRot="1" noChangeAspect="1" noMove="1" noResize="1" noEditPoints="1" noAdjustHandles="1" noChangeArrowheads="1" noChangeShapeType="1" noTextEdit="1"/>
              </p:cNvSpPr>
              <p:nvPr/>
            </p:nvSpPr>
            <p:spPr>
              <a:xfrm>
                <a:off x="10866053" y="5139019"/>
                <a:ext cx="720008" cy="720008"/>
              </a:xfrm>
              <a:prstGeom prst="rect">
                <a:avLst/>
              </a:prstGeom>
              <a:blipFill>
                <a:blip r:embed="rId8"/>
                <a:stretch>
                  <a:fillRect/>
                </a:stretch>
              </a:blipFill>
              <a:ln>
                <a:noFill/>
              </a:ln>
            </p:spPr>
            <p:txBody>
              <a:bodyPr/>
              <a:lstStyle/>
              <a:p>
                <a:r>
                  <a:rPr lang="en-GB">
                    <a:noFill/>
                  </a:rPr>
                  <a:t> </a:t>
                </a:r>
              </a:p>
            </p:txBody>
          </p:sp>
        </mc:Fallback>
      </mc:AlternateContent>
      <p:grpSp>
        <p:nvGrpSpPr>
          <p:cNvPr id="242" name="Group 241">
            <a:extLst>
              <a:ext uri="{FF2B5EF4-FFF2-40B4-BE49-F238E27FC236}">
                <a16:creationId xmlns:a16="http://schemas.microsoft.com/office/drawing/2014/main" id="{996371D5-7C05-12B4-A957-A1F8B96EF001}"/>
              </a:ext>
            </a:extLst>
          </p:cNvPr>
          <p:cNvGrpSpPr/>
          <p:nvPr/>
        </p:nvGrpSpPr>
        <p:grpSpPr>
          <a:xfrm>
            <a:off x="6906009" y="3519001"/>
            <a:ext cx="3600040" cy="3600040"/>
            <a:chOff x="6816008" y="548968"/>
            <a:chExt cx="3600040" cy="3600040"/>
          </a:xfrm>
          <a:scene3d>
            <a:camera prst="perspectiveFront" fov="0">
              <a:rot lat="18600000" lon="2400000" rev="19620000"/>
            </a:camera>
            <a:lightRig rig="threePt" dir="t"/>
          </a:scene3d>
        </p:grpSpPr>
        <p:sp>
          <p:nvSpPr>
            <p:cNvPr id="243" name="Rectangle 242">
              <a:extLst>
                <a:ext uri="{FF2B5EF4-FFF2-40B4-BE49-F238E27FC236}">
                  <a16:creationId xmlns:a16="http://schemas.microsoft.com/office/drawing/2014/main" id="{4F2A72F2-FFC3-1C21-47D4-5D04D5CDC1E0}"/>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4" name="Rectangle 243">
              <a:extLst>
                <a:ext uri="{FF2B5EF4-FFF2-40B4-BE49-F238E27FC236}">
                  <a16:creationId xmlns:a16="http://schemas.microsoft.com/office/drawing/2014/main" id="{57111EDF-9C90-9EF9-5C65-C96D3B225E99}"/>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5" name="Rectangle 244">
              <a:extLst>
                <a:ext uri="{FF2B5EF4-FFF2-40B4-BE49-F238E27FC236}">
                  <a16:creationId xmlns:a16="http://schemas.microsoft.com/office/drawing/2014/main" id="{23B5645E-C2FC-8384-D8EF-779ABFDF0F58}"/>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6" name="Rectangle 245">
              <a:extLst>
                <a:ext uri="{FF2B5EF4-FFF2-40B4-BE49-F238E27FC236}">
                  <a16:creationId xmlns:a16="http://schemas.microsoft.com/office/drawing/2014/main" id="{151D5E27-671C-1915-8424-9D4CA96D200C}"/>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7" name="Rectangle 246">
              <a:extLst>
                <a:ext uri="{FF2B5EF4-FFF2-40B4-BE49-F238E27FC236}">
                  <a16:creationId xmlns:a16="http://schemas.microsoft.com/office/drawing/2014/main" id="{E362521B-96CA-16E6-3A43-3429839E347F}"/>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8" name="Rectangle 247">
              <a:extLst>
                <a:ext uri="{FF2B5EF4-FFF2-40B4-BE49-F238E27FC236}">
                  <a16:creationId xmlns:a16="http://schemas.microsoft.com/office/drawing/2014/main" id="{9C6D6565-3ABF-DA69-CD85-953774C6B757}"/>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9" name="Rectangle 248">
              <a:extLst>
                <a:ext uri="{FF2B5EF4-FFF2-40B4-BE49-F238E27FC236}">
                  <a16:creationId xmlns:a16="http://schemas.microsoft.com/office/drawing/2014/main" id="{155B7865-9FF3-D28F-14D8-8A92A2AB1E3F}"/>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50" name="Rectangle 249">
              <a:extLst>
                <a:ext uri="{FF2B5EF4-FFF2-40B4-BE49-F238E27FC236}">
                  <a16:creationId xmlns:a16="http://schemas.microsoft.com/office/drawing/2014/main" id="{C7AD45D8-5922-8FD7-4F7A-1021895DDF98}"/>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51" name="Rectangle 250">
              <a:extLst>
                <a:ext uri="{FF2B5EF4-FFF2-40B4-BE49-F238E27FC236}">
                  <a16:creationId xmlns:a16="http://schemas.microsoft.com/office/drawing/2014/main" id="{CCB17E15-075D-8668-03F7-5D80CB5FA0DF}"/>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2" name="Rectangle 251">
              <a:extLst>
                <a:ext uri="{FF2B5EF4-FFF2-40B4-BE49-F238E27FC236}">
                  <a16:creationId xmlns:a16="http://schemas.microsoft.com/office/drawing/2014/main" id="{66220F0C-C3A6-47D0-D4E2-51A369ADEDB2}"/>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3" name="Rectangle 252">
              <a:extLst>
                <a:ext uri="{FF2B5EF4-FFF2-40B4-BE49-F238E27FC236}">
                  <a16:creationId xmlns:a16="http://schemas.microsoft.com/office/drawing/2014/main" id="{994DF7ED-E861-2DCA-4971-0151101D2C8F}"/>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4" name="Rectangle 253">
              <a:extLst>
                <a:ext uri="{FF2B5EF4-FFF2-40B4-BE49-F238E27FC236}">
                  <a16:creationId xmlns:a16="http://schemas.microsoft.com/office/drawing/2014/main" id="{BDDC2EC1-45BF-768D-530D-B760F52B6E88}"/>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5" name="Rectangle 254">
              <a:extLst>
                <a:ext uri="{FF2B5EF4-FFF2-40B4-BE49-F238E27FC236}">
                  <a16:creationId xmlns:a16="http://schemas.microsoft.com/office/drawing/2014/main" id="{39DA2D84-631C-1618-EBAD-CCF2253C5BD7}"/>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6" name="Rectangle 255">
              <a:extLst>
                <a:ext uri="{FF2B5EF4-FFF2-40B4-BE49-F238E27FC236}">
                  <a16:creationId xmlns:a16="http://schemas.microsoft.com/office/drawing/2014/main" id="{E7AF993C-5153-F99F-7339-C2ACB3EAAD46}"/>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7" name="Rectangle 256">
              <a:extLst>
                <a:ext uri="{FF2B5EF4-FFF2-40B4-BE49-F238E27FC236}">
                  <a16:creationId xmlns:a16="http://schemas.microsoft.com/office/drawing/2014/main" id="{D8D8C560-F124-47D3-3412-966BC03A98EF}"/>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8" name="Rectangle 257">
              <a:extLst>
                <a:ext uri="{FF2B5EF4-FFF2-40B4-BE49-F238E27FC236}">
                  <a16:creationId xmlns:a16="http://schemas.microsoft.com/office/drawing/2014/main" id="{8C28ADE3-0550-5DE7-FCC6-2697274C76BF}"/>
                </a:ext>
              </a:extLst>
            </p:cNvPr>
            <p:cNvSpPr/>
            <p:nvPr/>
          </p:nvSpPr>
          <p:spPr>
            <a:xfrm>
              <a:off x="8976032"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59" name="Rectangle 258">
              <a:extLst>
                <a:ext uri="{FF2B5EF4-FFF2-40B4-BE49-F238E27FC236}">
                  <a16:creationId xmlns:a16="http://schemas.microsoft.com/office/drawing/2014/main" id="{B0D60CC6-604A-A523-D89B-AFADB5223B24}"/>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0" name="Rectangle 259">
              <a:extLst>
                <a:ext uri="{FF2B5EF4-FFF2-40B4-BE49-F238E27FC236}">
                  <a16:creationId xmlns:a16="http://schemas.microsoft.com/office/drawing/2014/main" id="{C77F3B65-BB88-4A7B-072F-710E242EF0E5}"/>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1" name="Rectangle 260">
              <a:extLst>
                <a:ext uri="{FF2B5EF4-FFF2-40B4-BE49-F238E27FC236}">
                  <a16:creationId xmlns:a16="http://schemas.microsoft.com/office/drawing/2014/main" id="{382EC58A-E003-0CE5-D28B-4B79408C0054}"/>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2" name="Rectangle 261">
              <a:extLst>
                <a:ext uri="{FF2B5EF4-FFF2-40B4-BE49-F238E27FC236}">
                  <a16:creationId xmlns:a16="http://schemas.microsoft.com/office/drawing/2014/main" id="{205746F8-9A06-B2B9-4E2C-66348DEB36B6}"/>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3" name="Rectangle 262">
              <a:extLst>
                <a:ext uri="{FF2B5EF4-FFF2-40B4-BE49-F238E27FC236}">
                  <a16:creationId xmlns:a16="http://schemas.microsoft.com/office/drawing/2014/main" id="{029BED8B-6985-4C76-3729-357FB9801DFA}"/>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4" name="Rectangle 263">
              <a:extLst>
                <a:ext uri="{FF2B5EF4-FFF2-40B4-BE49-F238E27FC236}">
                  <a16:creationId xmlns:a16="http://schemas.microsoft.com/office/drawing/2014/main" id="{45164623-95FA-542D-BDFB-DB3F3B460F0E}"/>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5" name="Rectangle 264">
              <a:extLst>
                <a:ext uri="{FF2B5EF4-FFF2-40B4-BE49-F238E27FC236}">
                  <a16:creationId xmlns:a16="http://schemas.microsoft.com/office/drawing/2014/main" id="{D580195E-3ECC-B3D5-94D0-589CCCEFD296}"/>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6" name="Rectangle 265">
              <a:extLst>
                <a:ext uri="{FF2B5EF4-FFF2-40B4-BE49-F238E27FC236}">
                  <a16:creationId xmlns:a16="http://schemas.microsoft.com/office/drawing/2014/main" id="{C1EC61E7-5A06-C402-A85D-38563F398729}"/>
                </a:ext>
              </a:extLst>
            </p:cNvPr>
            <p:cNvSpPr/>
            <p:nvPr/>
          </p:nvSpPr>
          <p:spPr>
            <a:xfrm>
              <a:off x="9696040"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grpSp>
      <p:grpSp>
        <p:nvGrpSpPr>
          <p:cNvPr id="217" name="Group 216">
            <a:extLst>
              <a:ext uri="{FF2B5EF4-FFF2-40B4-BE49-F238E27FC236}">
                <a16:creationId xmlns:a16="http://schemas.microsoft.com/office/drawing/2014/main" id="{01846892-4ECD-6041-EA2F-D3AE6A561CF7}"/>
              </a:ext>
            </a:extLst>
          </p:cNvPr>
          <p:cNvGrpSpPr/>
          <p:nvPr/>
        </p:nvGrpSpPr>
        <p:grpSpPr>
          <a:xfrm>
            <a:off x="6906009" y="2258987"/>
            <a:ext cx="3600040" cy="3600040"/>
            <a:chOff x="6816008" y="548968"/>
            <a:chExt cx="3600040" cy="3600040"/>
          </a:xfrm>
          <a:scene3d>
            <a:camera prst="perspectiveFront" fov="0">
              <a:rot lat="18600000" lon="2400000" rev="19620000"/>
            </a:camera>
            <a:lightRig rig="threePt" dir="t"/>
          </a:scene3d>
        </p:grpSpPr>
        <p:sp>
          <p:nvSpPr>
            <p:cNvPr id="218" name="Rectangle 217">
              <a:extLst>
                <a:ext uri="{FF2B5EF4-FFF2-40B4-BE49-F238E27FC236}">
                  <a16:creationId xmlns:a16="http://schemas.microsoft.com/office/drawing/2014/main" id="{B5E68E9E-6115-C738-610A-AEB34F12C0E3}"/>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19" name="Rectangle 218">
              <a:extLst>
                <a:ext uri="{FF2B5EF4-FFF2-40B4-BE49-F238E27FC236}">
                  <a16:creationId xmlns:a16="http://schemas.microsoft.com/office/drawing/2014/main" id="{66EFFF7C-2AED-0E07-5D38-5A108F7017AC}"/>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0" name="Rectangle 219">
              <a:extLst>
                <a:ext uri="{FF2B5EF4-FFF2-40B4-BE49-F238E27FC236}">
                  <a16:creationId xmlns:a16="http://schemas.microsoft.com/office/drawing/2014/main" id="{E070ED8B-72C3-30A7-A525-964859067236}"/>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1" name="Rectangle 220">
              <a:extLst>
                <a:ext uri="{FF2B5EF4-FFF2-40B4-BE49-F238E27FC236}">
                  <a16:creationId xmlns:a16="http://schemas.microsoft.com/office/drawing/2014/main" id="{9F90D6CD-7366-BD42-534B-233196007CBD}"/>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2" name="Rectangle 221">
              <a:extLst>
                <a:ext uri="{FF2B5EF4-FFF2-40B4-BE49-F238E27FC236}">
                  <a16:creationId xmlns:a16="http://schemas.microsoft.com/office/drawing/2014/main" id="{976EC5D6-18FF-5D92-E292-E768E6823D9A}"/>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3" name="Rectangle 222">
              <a:extLst>
                <a:ext uri="{FF2B5EF4-FFF2-40B4-BE49-F238E27FC236}">
                  <a16:creationId xmlns:a16="http://schemas.microsoft.com/office/drawing/2014/main" id="{CB4D9A26-65DB-2EB1-98D5-1D1FFB5320BE}"/>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4" name="Rectangle 223">
              <a:extLst>
                <a:ext uri="{FF2B5EF4-FFF2-40B4-BE49-F238E27FC236}">
                  <a16:creationId xmlns:a16="http://schemas.microsoft.com/office/drawing/2014/main" id="{86B9EE2E-F50D-753A-FECD-DBD4774D809C}"/>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5" name="Rectangle 224">
              <a:extLst>
                <a:ext uri="{FF2B5EF4-FFF2-40B4-BE49-F238E27FC236}">
                  <a16:creationId xmlns:a16="http://schemas.microsoft.com/office/drawing/2014/main" id="{79939784-3F2D-3725-F1FD-7CFA01CBB135}"/>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6" name="Rectangle 225">
              <a:extLst>
                <a:ext uri="{FF2B5EF4-FFF2-40B4-BE49-F238E27FC236}">
                  <a16:creationId xmlns:a16="http://schemas.microsoft.com/office/drawing/2014/main" id="{9A3016D3-16C4-38C6-B4BE-FA273B856124}"/>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7" name="Rectangle 226">
              <a:extLst>
                <a:ext uri="{FF2B5EF4-FFF2-40B4-BE49-F238E27FC236}">
                  <a16:creationId xmlns:a16="http://schemas.microsoft.com/office/drawing/2014/main" id="{8673F125-8CA2-190D-B92E-8B7C2A99FA41}"/>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8" name="Rectangle 227">
              <a:extLst>
                <a:ext uri="{FF2B5EF4-FFF2-40B4-BE49-F238E27FC236}">
                  <a16:creationId xmlns:a16="http://schemas.microsoft.com/office/drawing/2014/main" id="{FDB0CDE9-9B6A-0DEC-3E46-B9C137D6B702}"/>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9" name="Rectangle 228">
              <a:extLst>
                <a:ext uri="{FF2B5EF4-FFF2-40B4-BE49-F238E27FC236}">
                  <a16:creationId xmlns:a16="http://schemas.microsoft.com/office/drawing/2014/main" id="{D90615D6-D455-84D6-FB24-607BEA8C18E7}"/>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0" name="Rectangle 229">
              <a:extLst>
                <a:ext uri="{FF2B5EF4-FFF2-40B4-BE49-F238E27FC236}">
                  <a16:creationId xmlns:a16="http://schemas.microsoft.com/office/drawing/2014/main" id="{85C1C4DD-38E8-6E98-63DB-ADD12D9BDA2B}"/>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1" name="Rectangle 230">
              <a:extLst>
                <a:ext uri="{FF2B5EF4-FFF2-40B4-BE49-F238E27FC236}">
                  <a16:creationId xmlns:a16="http://schemas.microsoft.com/office/drawing/2014/main" id="{F2F751BC-B555-2463-8AE7-D0AD700A1D45}"/>
                </a:ext>
              </a:extLst>
            </p:cNvPr>
            <p:cNvSpPr/>
            <p:nvPr/>
          </p:nvSpPr>
          <p:spPr>
            <a:xfrm>
              <a:off x="7536016"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32" name="Rectangle 231">
              <a:extLst>
                <a:ext uri="{FF2B5EF4-FFF2-40B4-BE49-F238E27FC236}">
                  <a16:creationId xmlns:a16="http://schemas.microsoft.com/office/drawing/2014/main" id="{FA87DA76-E218-D8AF-AD95-134E38C014EA}"/>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3" name="Rectangle 232">
              <a:extLst>
                <a:ext uri="{FF2B5EF4-FFF2-40B4-BE49-F238E27FC236}">
                  <a16:creationId xmlns:a16="http://schemas.microsoft.com/office/drawing/2014/main" id="{902CDC2A-6DCF-A99B-A895-7FE3641234DA}"/>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4" name="Rectangle 233">
              <a:extLst>
                <a:ext uri="{FF2B5EF4-FFF2-40B4-BE49-F238E27FC236}">
                  <a16:creationId xmlns:a16="http://schemas.microsoft.com/office/drawing/2014/main" id="{DF74C52E-3496-035F-70CE-5820733701EE}"/>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5" name="Rectangle 234">
              <a:extLst>
                <a:ext uri="{FF2B5EF4-FFF2-40B4-BE49-F238E27FC236}">
                  <a16:creationId xmlns:a16="http://schemas.microsoft.com/office/drawing/2014/main" id="{CDA0EBEB-9823-623B-08B2-C14D00008A2D}"/>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6" name="Rectangle 235">
              <a:extLst>
                <a:ext uri="{FF2B5EF4-FFF2-40B4-BE49-F238E27FC236}">
                  <a16:creationId xmlns:a16="http://schemas.microsoft.com/office/drawing/2014/main" id="{627EE873-8BA7-7D8E-1E19-8B96C2F91EE2}"/>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7" name="Rectangle 236">
              <a:extLst>
                <a:ext uri="{FF2B5EF4-FFF2-40B4-BE49-F238E27FC236}">
                  <a16:creationId xmlns:a16="http://schemas.microsoft.com/office/drawing/2014/main" id="{41489DCC-F990-F0E9-FB8A-0CCDD1A2385F}"/>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8" name="Rectangle 237">
              <a:extLst>
                <a:ext uri="{FF2B5EF4-FFF2-40B4-BE49-F238E27FC236}">
                  <a16:creationId xmlns:a16="http://schemas.microsoft.com/office/drawing/2014/main" id="{45EF180D-E32A-A54C-8145-DB23F100E474}"/>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9" name="Rectangle 238">
              <a:extLst>
                <a:ext uri="{FF2B5EF4-FFF2-40B4-BE49-F238E27FC236}">
                  <a16:creationId xmlns:a16="http://schemas.microsoft.com/office/drawing/2014/main" id="{BDDE71F0-66E4-8530-D32D-ADCF940BA904}"/>
                </a:ext>
              </a:extLst>
            </p:cNvPr>
            <p:cNvSpPr/>
            <p:nvPr/>
          </p:nvSpPr>
          <p:spPr>
            <a:xfrm>
              <a:off x="8256024"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40" name="Rectangle 239">
              <a:extLst>
                <a:ext uri="{FF2B5EF4-FFF2-40B4-BE49-F238E27FC236}">
                  <a16:creationId xmlns:a16="http://schemas.microsoft.com/office/drawing/2014/main" id="{1B96E341-4256-9525-F00A-9913AC312752}"/>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41" name="Rectangle 240">
              <a:extLst>
                <a:ext uri="{FF2B5EF4-FFF2-40B4-BE49-F238E27FC236}">
                  <a16:creationId xmlns:a16="http://schemas.microsoft.com/office/drawing/2014/main" id="{058EB013-EE11-32CE-98CC-3AF105141330}"/>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192" name="Group 191">
            <a:extLst>
              <a:ext uri="{FF2B5EF4-FFF2-40B4-BE49-F238E27FC236}">
                <a16:creationId xmlns:a16="http://schemas.microsoft.com/office/drawing/2014/main" id="{8E615D60-FDE0-6EFF-06E3-B94793514DFB}"/>
              </a:ext>
            </a:extLst>
          </p:cNvPr>
          <p:cNvGrpSpPr/>
          <p:nvPr/>
        </p:nvGrpSpPr>
        <p:grpSpPr>
          <a:xfrm>
            <a:off x="6906009" y="998973"/>
            <a:ext cx="3600040" cy="3600040"/>
            <a:chOff x="6816008" y="548968"/>
            <a:chExt cx="3600040" cy="3600040"/>
          </a:xfrm>
          <a:scene3d>
            <a:camera prst="perspectiveFront" fov="0">
              <a:rot lat="18600000" lon="2400000" rev="19620000"/>
            </a:camera>
            <a:lightRig rig="threePt" dir="t"/>
          </a:scene3d>
        </p:grpSpPr>
        <p:sp>
          <p:nvSpPr>
            <p:cNvPr id="193" name="Rectangle 192">
              <a:extLst>
                <a:ext uri="{FF2B5EF4-FFF2-40B4-BE49-F238E27FC236}">
                  <a16:creationId xmlns:a16="http://schemas.microsoft.com/office/drawing/2014/main" id="{9DE5CD94-656F-F538-6465-99EA87428980}"/>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4" name="Rectangle 193">
              <a:extLst>
                <a:ext uri="{FF2B5EF4-FFF2-40B4-BE49-F238E27FC236}">
                  <a16:creationId xmlns:a16="http://schemas.microsoft.com/office/drawing/2014/main" id="{0A4095BE-2E76-259C-D8AC-32AA2C3A5176}"/>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5" name="Rectangle 194">
              <a:extLst>
                <a:ext uri="{FF2B5EF4-FFF2-40B4-BE49-F238E27FC236}">
                  <a16:creationId xmlns:a16="http://schemas.microsoft.com/office/drawing/2014/main" id="{C5F18798-A24C-45F8-5BEF-596268FE030E}"/>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6" name="Rectangle 195">
              <a:extLst>
                <a:ext uri="{FF2B5EF4-FFF2-40B4-BE49-F238E27FC236}">
                  <a16:creationId xmlns:a16="http://schemas.microsoft.com/office/drawing/2014/main" id="{B08DE6D0-A9FA-6A9E-A05E-31323E91A59E}"/>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7" name="Rectangle 196">
              <a:extLst>
                <a:ext uri="{FF2B5EF4-FFF2-40B4-BE49-F238E27FC236}">
                  <a16:creationId xmlns:a16="http://schemas.microsoft.com/office/drawing/2014/main" id="{85DE9F66-1BB1-638D-9BE5-0A5D98EBA5DE}"/>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8" name="Rectangle 197">
              <a:extLst>
                <a:ext uri="{FF2B5EF4-FFF2-40B4-BE49-F238E27FC236}">
                  <a16:creationId xmlns:a16="http://schemas.microsoft.com/office/drawing/2014/main" id="{C7196126-AF2F-DD57-9D2A-112A7EC5214A}"/>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9" name="Rectangle 198">
              <a:extLst>
                <a:ext uri="{FF2B5EF4-FFF2-40B4-BE49-F238E27FC236}">
                  <a16:creationId xmlns:a16="http://schemas.microsoft.com/office/drawing/2014/main" id="{2924725D-F43C-51E3-894A-E505D794B453}"/>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00" name="Rectangle 199">
              <a:extLst>
                <a:ext uri="{FF2B5EF4-FFF2-40B4-BE49-F238E27FC236}">
                  <a16:creationId xmlns:a16="http://schemas.microsoft.com/office/drawing/2014/main" id="{EE77255D-0253-3399-D4AA-7D73E064300E}"/>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01" name="Rectangle 200">
              <a:extLst>
                <a:ext uri="{FF2B5EF4-FFF2-40B4-BE49-F238E27FC236}">
                  <a16:creationId xmlns:a16="http://schemas.microsoft.com/office/drawing/2014/main" id="{AACB2331-0E49-51E7-E54F-5A5AB864C009}"/>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2" name="Rectangle 201">
              <a:extLst>
                <a:ext uri="{FF2B5EF4-FFF2-40B4-BE49-F238E27FC236}">
                  <a16:creationId xmlns:a16="http://schemas.microsoft.com/office/drawing/2014/main" id="{4A56242A-F3A5-479C-A30C-668DB474FB2E}"/>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3" name="Rectangle 202">
              <a:extLst>
                <a:ext uri="{FF2B5EF4-FFF2-40B4-BE49-F238E27FC236}">
                  <a16:creationId xmlns:a16="http://schemas.microsoft.com/office/drawing/2014/main" id="{53603EAC-9550-97C1-65F3-C25C531DA22B}"/>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4" name="Rectangle 203">
              <a:extLst>
                <a:ext uri="{FF2B5EF4-FFF2-40B4-BE49-F238E27FC236}">
                  <a16:creationId xmlns:a16="http://schemas.microsoft.com/office/drawing/2014/main" id="{721EBE2D-4561-6578-CD0F-2024AD54A09B}"/>
                </a:ext>
              </a:extLst>
            </p:cNvPr>
            <p:cNvSpPr/>
            <p:nvPr/>
          </p:nvSpPr>
          <p:spPr>
            <a:xfrm>
              <a:off x="8976032"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05" name="Rectangle 204">
              <a:extLst>
                <a:ext uri="{FF2B5EF4-FFF2-40B4-BE49-F238E27FC236}">
                  <a16:creationId xmlns:a16="http://schemas.microsoft.com/office/drawing/2014/main" id="{C7096E2E-37A8-3428-72F5-9C79777B3C07}"/>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6" name="Rectangle 205">
              <a:extLst>
                <a:ext uri="{FF2B5EF4-FFF2-40B4-BE49-F238E27FC236}">
                  <a16:creationId xmlns:a16="http://schemas.microsoft.com/office/drawing/2014/main" id="{752826B9-67D8-1609-34E5-CB18C17F3406}"/>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7" name="Rectangle 206">
              <a:extLst>
                <a:ext uri="{FF2B5EF4-FFF2-40B4-BE49-F238E27FC236}">
                  <a16:creationId xmlns:a16="http://schemas.microsoft.com/office/drawing/2014/main" id="{B31E512C-3C2C-2BF2-227C-3391538B9D9A}"/>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8" name="Rectangle 207">
              <a:extLst>
                <a:ext uri="{FF2B5EF4-FFF2-40B4-BE49-F238E27FC236}">
                  <a16:creationId xmlns:a16="http://schemas.microsoft.com/office/drawing/2014/main" id="{A3B81DC6-4036-B75D-6D63-6EB650A7C502}"/>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9" name="Rectangle 208">
              <a:extLst>
                <a:ext uri="{FF2B5EF4-FFF2-40B4-BE49-F238E27FC236}">
                  <a16:creationId xmlns:a16="http://schemas.microsoft.com/office/drawing/2014/main" id="{D39F7773-06E7-159D-6A53-79F6A6C8CAEB}"/>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0" name="Rectangle 209">
              <a:extLst>
                <a:ext uri="{FF2B5EF4-FFF2-40B4-BE49-F238E27FC236}">
                  <a16:creationId xmlns:a16="http://schemas.microsoft.com/office/drawing/2014/main" id="{1738834F-BAA2-B207-F412-9793EC849CF6}"/>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1" name="Rectangle 210">
              <a:extLst>
                <a:ext uri="{FF2B5EF4-FFF2-40B4-BE49-F238E27FC236}">
                  <a16:creationId xmlns:a16="http://schemas.microsoft.com/office/drawing/2014/main" id="{A2DD41A1-C7F8-B14D-99C3-5E57A105DE75}"/>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2" name="Rectangle 211">
              <a:extLst>
                <a:ext uri="{FF2B5EF4-FFF2-40B4-BE49-F238E27FC236}">
                  <a16:creationId xmlns:a16="http://schemas.microsoft.com/office/drawing/2014/main" id="{F00E08F4-E41C-6261-A70D-2B3C077B689E}"/>
                </a:ext>
              </a:extLst>
            </p:cNvPr>
            <p:cNvSpPr/>
            <p:nvPr/>
          </p:nvSpPr>
          <p:spPr>
            <a:xfrm>
              <a:off x="9696040"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13" name="Rectangle 212">
              <a:extLst>
                <a:ext uri="{FF2B5EF4-FFF2-40B4-BE49-F238E27FC236}">
                  <a16:creationId xmlns:a16="http://schemas.microsoft.com/office/drawing/2014/main" id="{322F4273-387E-26A9-F6E3-0C55ECBC989A}"/>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4" name="Rectangle 213">
              <a:extLst>
                <a:ext uri="{FF2B5EF4-FFF2-40B4-BE49-F238E27FC236}">
                  <a16:creationId xmlns:a16="http://schemas.microsoft.com/office/drawing/2014/main" id="{EDC0C29E-9BEA-6B99-49F5-5E04DD34585B}"/>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5" name="Rectangle 214">
              <a:extLst>
                <a:ext uri="{FF2B5EF4-FFF2-40B4-BE49-F238E27FC236}">
                  <a16:creationId xmlns:a16="http://schemas.microsoft.com/office/drawing/2014/main" id="{996CB0AD-6154-4921-8C8D-00BFA31F7EAE}"/>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6" name="Rectangle 215">
              <a:extLst>
                <a:ext uri="{FF2B5EF4-FFF2-40B4-BE49-F238E27FC236}">
                  <a16:creationId xmlns:a16="http://schemas.microsoft.com/office/drawing/2014/main" id="{5BB32DDC-DBFE-4DB5-3BBD-87E77793E3F0}"/>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91" name="Group 90">
            <a:extLst>
              <a:ext uri="{FF2B5EF4-FFF2-40B4-BE49-F238E27FC236}">
                <a16:creationId xmlns:a16="http://schemas.microsoft.com/office/drawing/2014/main" id="{2C255518-E52E-5A90-9E22-28ED94D3C780}"/>
              </a:ext>
            </a:extLst>
          </p:cNvPr>
          <p:cNvGrpSpPr/>
          <p:nvPr/>
        </p:nvGrpSpPr>
        <p:grpSpPr>
          <a:xfrm>
            <a:off x="6906009" y="-261041"/>
            <a:ext cx="3600040" cy="3600040"/>
            <a:chOff x="6816008" y="548968"/>
            <a:chExt cx="3600040" cy="3600040"/>
          </a:xfrm>
          <a:scene3d>
            <a:camera prst="perspectiveFront" fov="0">
              <a:rot lat="18600000" lon="2400000" rev="19620000"/>
            </a:camera>
            <a:lightRig rig="threePt" dir="t"/>
          </a:scene3d>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28C8CEA7-0AB4-856E-5474-A16923802299}"/>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22" name="Rectangle 21">
                  <a:extLst>
                    <a:ext uri="{FF2B5EF4-FFF2-40B4-BE49-F238E27FC236}">
                      <a16:creationId xmlns:a16="http://schemas.microsoft.com/office/drawing/2014/main" id="{28C8CEA7-0AB4-856E-5474-A16923802299}"/>
                    </a:ext>
                  </a:extLst>
                </p:cNvPr>
                <p:cNvSpPr>
                  <a:spLocks noRot="1" noChangeAspect="1" noMove="1" noResize="1" noEditPoints="1" noAdjustHandles="1" noChangeArrowheads="1" noChangeShapeType="1" noTextEdit="1"/>
                </p:cNvSpPr>
                <p:nvPr/>
              </p:nvSpPr>
              <p:spPr>
                <a:xfrm>
                  <a:off x="7536016" y="548968"/>
                  <a:ext cx="720008" cy="720008"/>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1031835-48E0-3F0F-2CD2-46A8DB19018E}"/>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24" name="Rectangle 23">
                  <a:extLst>
                    <a:ext uri="{FF2B5EF4-FFF2-40B4-BE49-F238E27FC236}">
                      <a16:creationId xmlns:a16="http://schemas.microsoft.com/office/drawing/2014/main" id="{51031835-48E0-3F0F-2CD2-46A8DB19018E}"/>
                    </a:ext>
                  </a:extLst>
                </p:cNvPr>
                <p:cNvSpPr>
                  <a:spLocks noRot="1" noChangeAspect="1" noMove="1" noResize="1" noEditPoints="1" noAdjustHandles="1" noChangeArrowheads="1" noChangeShapeType="1" noTextEdit="1"/>
                </p:cNvSpPr>
                <p:nvPr/>
              </p:nvSpPr>
              <p:spPr>
                <a:xfrm>
                  <a:off x="8256024" y="548968"/>
                  <a:ext cx="720008" cy="720008"/>
                </a:xfrm>
                <a:prstGeom prst="rect">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58103F1-DA22-8884-BB55-AFB9AD2699EA}"/>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26" name="Rectangle 25">
                  <a:extLst>
                    <a:ext uri="{FF2B5EF4-FFF2-40B4-BE49-F238E27FC236}">
                      <a16:creationId xmlns:a16="http://schemas.microsoft.com/office/drawing/2014/main" id="{A58103F1-DA22-8884-BB55-AFB9AD2699EA}"/>
                    </a:ext>
                  </a:extLst>
                </p:cNvPr>
                <p:cNvSpPr>
                  <a:spLocks noRot="1" noChangeAspect="1" noMove="1" noResize="1" noEditPoints="1" noAdjustHandles="1" noChangeArrowheads="1" noChangeShapeType="1" noTextEdit="1"/>
                </p:cNvSpPr>
                <p:nvPr/>
              </p:nvSpPr>
              <p:spPr>
                <a:xfrm>
                  <a:off x="8976032" y="548968"/>
                  <a:ext cx="720008" cy="720008"/>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0967341-866D-AB91-3F97-D5DA59AD95BA}"/>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28" name="Rectangle 27">
                  <a:extLst>
                    <a:ext uri="{FF2B5EF4-FFF2-40B4-BE49-F238E27FC236}">
                      <a16:creationId xmlns:a16="http://schemas.microsoft.com/office/drawing/2014/main" id="{30967341-866D-AB91-3F97-D5DA59AD95BA}"/>
                    </a:ext>
                  </a:extLst>
                </p:cNvPr>
                <p:cNvSpPr>
                  <a:spLocks noRot="1" noChangeAspect="1" noMove="1" noResize="1" noEditPoints="1" noAdjustHandles="1" noChangeArrowheads="1" noChangeShapeType="1" noTextEdit="1"/>
                </p:cNvSpPr>
                <p:nvPr/>
              </p:nvSpPr>
              <p:spPr>
                <a:xfrm>
                  <a:off x="9696040" y="548968"/>
                  <a:ext cx="720008" cy="720008"/>
                </a:xfrm>
                <a:prstGeom prst="rect">
                  <a:avLst/>
                </a:prstGeom>
                <a:blipFill>
                  <a:blip r:embed="rId1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C07236F-C45F-4DAF-E48E-9014C4690D7A}"/>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30" name="Rectangle 29">
                  <a:extLst>
                    <a:ext uri="{FF2B5EF4-FFF2-40B4-BE49-F238E27FC236}">
                      <a16:creationId xmlns:a16="http://schemas.microsoft.com/office/drawing/2014/main" id="{AC07236F-C45F-4DAF-E48E-9014C4690D7A}"/>
                    </a:ext>
                  </a:extLst>
                </p:cNvPr>
                <p:cNvSpPr>
                  <a:spLocks noRot="1" noChangeAspect="1" noMove="1" noResize="1" noEditPoints="1" noAdjustHandles="1" noChangeArrowheads="1" noChangeShapeType="1" noTextEdit="1"/>
                </p:cNvSpPr>
                <p:nvPr/>
              </p:nvSpPr>
              <p:spPr>
                <a:xfrm>
                  <a:off x="6816008" y="1268976"/>
                  <a:ext cx="720008" cy="720008"/>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22B3B275-1B2F-B88D-EF1C-5F422A4573C7}"/>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38" name="Rectangle 37">
                  <a:extLst>
                    <a:ext uri="{FF2B5EF4-FFF2-40B4-BE49-F238E27FC236}">
                      <a16:creationId xmlns:a16="http://schemas.microsoft.com/office/drawing/2014/main" id="{22B3B275-1B2F-B88D-EF1C-5F422A4573C7}"/>
                    </a:ext>
                  </a:extLst>
                </p:cNvPr>
                <p:cNvSpPr>
                  <a:spLocks noRot="1" noChangeAspect="1" noMove="1" noResize="1" noEditPoints="1" noAdjustHandles="1" noChangeArrowheads="1" noChangeShapeType="1" noTextEdit="1"/>
                </p:cNvSpPr>
                <p:nvPr/>
              </p:nvSpPr>
              <p:spPr>
                <a:xfrm>
                  <a:off x="6816008" y="1988984"/>
                  <a:ext cx="720008" cy="720008"/>
                </a:xfrm>
                <a:prstGeom prst="rect">
                  <a:avLst/>
                </a:prstGeom>
                <a:blipFill>
                  <a:blip r:embed="rId1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608C3EE8-20BE-79FA-A2F9-D7A35679A1BA}"/>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0" name="Rectangle 39">
                  <a:extLst>
                    <a:ext uri="{FF2B5EF4-FFF2-40B4-BE49-F238E27FC236}">
                      <a16:creationId xmlns:a16="http://schemas.microsoft.com/office/drawing/2014/main" id="{608C3EE8-20BE-79FA-A2F9-D7A35679A1BA}"/>
                    </a:ext>
                  </a:extLst>
                </p:cNvPr>
                <p:cNvSpPr>
                  <a:spLocks noRot="1" noChangeAspect="1" noMove="1" noResize="1" noEditPoints="1" noAdjustHandles="1" noChangeArrowheads="1" noChangeShapeType="1" noTextEdit="1"/>
                </p:cNvSpPr>
                <p:nvPr/>
              </p:nvSpPr>
              <p:spPr>
                <a:xfrm>
                  <a:off x="6816008" y="2708992"/>
                  <a:ext cx="720008" cy="720008"/>
                </a:xfrm>
                <a:prstGeom prst="rect">
                  <a:avLst/>
                </a:prstGeom>
                <a:blipFill>
                  <a:blip r:embed="rId1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F295ABE-FD94-7F00-6368-C15F2A678118}"/>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42" name="Rectangle 41">
                  <a:extLst>
                    <a:ext uri="{FF2B5EF4-FFF2-40B4-BE49-F238E27FC236}">
                      <a16:creationId xmlns:a16="http://schemas.microsoft.com/office/drawing/2014/main" id="{2F295ABE-FD94-7F00-6368-C15F2A678118}"/>
                    </a:ext>
                  </a:extLst>
                </p:cNvPr>
                <p:cNvSpPr>
                  <a:spLocks noRot="1" noChangeAspect="1" noMove="1" noResize="1" noEditPoints="1" noAdjustHandles="1" noChangeArrowheads="1" noChangeShapeType="1" noTextEdit="1"/>
                </p:cNvSpPr>
                <p:nvPr/>
              </p:nvSpPr>
              <p:spPr>
                <a:xfrm>
                  <a:off x="6816008" y="3429000"/>
                  <a:ext cx="720008" cy="720008"/>
                </a:xfrm>
                <a:prstGeom prst="rect">
                  <a:avLst/>
                </a:prstGeom>
                <a:blipFill>
                  <a:blip r:embed="rId16"/>
                  <a:stretch>
                    <a:fillRect/>
                  </a:stretch>
                </a:blipFill>
                <a:ln>
                  <a:noFill/>
                </a:ln>
              </p:spPr>
              <p:txBody>
                <a:bodyPr/>
                <a:lstStyle/>
                <a:p>
                  <a:r>
                    <a:rPr lang="en-GB">
                      <a:noFill/>
                    </a:rPr>
                    <a:t> </a:t>
                  </a:r>
                </a:p>
              </p:txBody>
            </p:sp>
          </mc:Fallback>
        </mc:AlternateContent>
        <p:sp>
          <p:nvSpPr>
            <p:cNvPr id="56" name="Rectangle 55">
              <a:extLst>
                <a:ext uri="{FF2B5EF4-FFF2-40B4-BE49-F238E27FC236}">
                  <a16:creationId xmlns:a16="http://schemas.microsoft.com/office/drawing/2014/main" id="{1D2EE291-A370-9881-F4DB-5A692B4A9CFD}"/>
                </a:ext>
              </a:extLst>
            </p:cNvPr>
            <p:cNvSpPr/>
            <p:nvPr/>
          </p:nvSpPr>
          <p:spPr>
            <a:xfrm>
              <a:off x="7536016"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58" name="Rectangle 57">
              <a:extLst>
                <a:ext uri="{FF2B5EF4-FFF2-40B4-BE49-F238E27FC236}">
                  <a16:creationId xmlns:a16="http://schemas.microsoft.com/office/drawing/2014/main" id="{6E9B2C65-4950-E03D-F707-7EA7CFEC675F}"/>
                </a:ext>
              </a:extLst>
            </p:cNvPr>
            <p:cNvSpPr/>
            <p:nvPr/>
          </p:nvSpPr>
          <p:spPr>
            <a:xfrm>
              <a:off x="8256024"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62" name="Rectangle 61">
              <a:extLst>
                <a:ext uri="{FF2B5EF4-FFF2-40B4-BE49-F238E27FC236}">
                  <a16:creationId xmlns:a16="http://schemas.microsoft.com/office/drawing/2014/main" id="{909004E5-F2E6-5AF5-11B5-9AA2461F8067}"/>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6" name="Rectangle 65">
              <a:extLst>
                <a:ext uri="{FF2B5EF4-FFF2-40B4-BE49-F238E27FC236}">
                  <a16:creationId xmlns:a16="http://schemas.microsoft.com/office/drawing/2014/main" id="{14B41E55-BA97-B35D-5FD6-D41FDCF654D5}"/>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8" name="Rectangle 67">
              <a:extLst>
                <a:ext uri="{FF2B5EF4-FFF2-40B4-BE49-F238E27FC236}">
                  <a16:creationId xmlns:a16="http://schemas.microsoft.com/office/drawing/2014/main" id="{ED83607D-7C24-E3A9-0F56-B9AE010007FB}"/>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0" name="Rectangle 69">
              <a:extLst>
                <a:ext uri="{FF2B5EF4-FFF2-40B4-BE49-F238E27FC236}">
                  <a16:creationId xmlns:a16="http://schemas.microsoft.com/office/drawing/2014/main" id="{ECA84910-F6F6-3138-A68A-0E912D95E6D1}"/>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2" name="Rectangle 71">
              <a:extLst>
                <a:ext uri="{FF2B5EF4-FFF2-40B4-BE49-F238E27FC236}">
                  <a16:creationId xmlns:a16="http://schemas.microsoft.com/office/drawing/2014/main" id="{A5275114-5249-F1E8-BC81-A094A5F02CE5}"/>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4" name="Rectangle 73">
              <a:extLst>
                <a:ext uri="{FF2B5EF4-FFF2-40B4-BE49-F238E27FC236}">
                  <a16:creationId xmlns:a16="http://schemas.microsoft.com/office/drawing/2014/main" id="{27C8FB4E-0E16-AF3F-1D9E-A66E251DF97F}"/>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6" name="Rectangle 75">
              <a:extLst>
                <a:ext uri="{FF2B5EF4-FFF2-40B4-BE49-F238E27FC236}">
                  <a16:creationId xmlns:a16="http://schemas.microsoft.com/office/drawing/2014/main" id="{411C3933-5E20-1566-6534-885391DEC8F7}"/>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8" name="Rectangle 77">
              <a:extLst>
                <a:ext uri="{FF2B5EF4-FFF2-40B4-BE49-F238E27FC236}">
                  <a16:creationId xmlns:a16="http://schemas.microsoft.com/office/drawing/2014/main" id="{D61D5BC0-47BC-26C0-6BE2-CFEAC30F2CCB}"/>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0" name="Rectangle 79">
              <a:extLst>
                <a:ext uri="{FF2B5EF4-FFF2-40B4-BE49-F238E27FC236}">
                  <a16:creationId xmlns:a16="http://schemas.microsoft.com/office/drawing/2014/main" id="{72236C6D-FA20-BAA4-6AD1-C6DDDCB18A9F}"/>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2" name="Rectangle 81">
              <a:extLst>
                <a:ext uri="{FF2B5EF4-FFF2-40B4-BE49-F238E27FC236}">
                  <a16:creationId xmlns:a16="http://schemas.microsoft.com/office/drawing/2014/main" id="{6F584C56-A63C-16ED-6F31-C70ACD832B4F}"/>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4" name="Rectangle 83">
              <a:extLst>
                <a:ext uri="{FF2B5EF4-FFF2-40B4-BE49-F238E27FC236}">
                  <a16:creationId xmlns:a16="http://schemas.microsoft.com/office/drawing/2014/main" id="{384FF9F3-32B4-579E-4AB1-64A6AFF1C549}"/>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6" name="Rectangle 85">
              <a:extLst>
                <a:ext uri="{FF2B5EF4-FFF2-40B4-BE49-F238E27FC236}">
                  <a16:creationId xmlns:a16="http://schemas.microsoft.com/office/drawing/2014/main" id="{1E5D89D1-3D29-F2B3-7170-CC9B047332B6}"/>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8" name="Rectangle 87">
              <a:extLst>
                <a:ext uri="{FF2B5EF4-FFF2-40B4-BE49-F238E27FC236}">
                  <a16:creationId xmlns:a16="http://schemas.microsoft.com/office/drawing/2014/main" id="{69FF9555-738D-20ED-FBA3-BDB98AA6E360}"/>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0" name="Rectangle 89">
              <a:extLst>
                <a:ext uri="{FF2B5EF4-FFF2-40B4-BE49-F238E27FC236}">
                  <a16:creationId xmlns:a16="http://schemas.microsoft.com/office/drawing/2014/main" id="{4CF26362-3C26-BB7A-74E6-E14A98C52534}"/>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mc:AlternateContent xmlns:mc="http://schemas.openxmlformats.org/markup-compatibility/2006" xmlns:a14="http://schemas.microsoft.com/office/drawing/2010/main">
        <mc:Choice Requires="a14">
          <p:sp>
            <p:nvSpPr>
              <p:cNvPr id="268" name="TextBox 267">
                <a:extLst>
                  <a:ext uri="{FF2B5EF4-FFF2-40B4-BE49-F238E27FC236}">
                    <a16:creationId xmlns:a16="http://schemas.microsoft.com/office/drawing/2014/main" id="{0B27D748-685C-48AC-4BC7-05FFBF525359}"/>
                  </a:ext>
                </a:extLst>
              </p:cNvPr>
              <p:cNvSpPr txBox="1"/>
              <p:nvPr/>
            </p:nvSpPr>
            <p:spPr>
              <a:xfrm>
                <a:off x="1055944" y="5679025"/>
                <a:ext cx="4680051" cy="646331"/>
              </a:xfrm>
              <a:prstGeom prst="rect">
                <a:avLst/>
              </a:prstGeom>
              <a:noFill/>
            </p:spPr>
            <p:txBody>
              <a:bodyPr wrap="square" rtlCol="0">
                <a:spAutoFit/>
              </a:bodyPr>
              <a:lstStyle/>
              <a:p>
                <a14:m>
                  <m:oMath xmlns:m="http://schemas.openxmlformats.org/officeDocument/2006/math">
                    <m:r>
                      <a:rPr lang="en-US" sz="3600" b="0" i="1" smtClean="0">
                        <a:latin typeface="Cambria Math" panose="02040503050406030204" pitchFamily="18" charset="0"/>
                      </a:rPr>
                      <m:t>8</m:t>
                    </m:r>
                    <m:d>
                      <m:dPr>
                        <m:ctrlPr>
                          <a:rPr lang="en-US" sz="3600" b="0" i="1" smtClean="0">
                            <a:solidFill>
                              <a:schemeClr val="bg1">
                                <a:lumMod val="75000"/>
                              </a:schemeClr>
                            </a:solidFill>
                            <a:latin typeface="Cambria Math" panose="02040503050406030204" pitchFamily="18" charset="0"/>
                          </a:rPr>
                        </m:ctrlPr>
                      </m:dPr>
                      <m:e>
                        <m:r>
                          <a:rPr lang="en-US" sz="3600" b="0" i="1" smtClean="0">
                            <a:solidFill>
                              <a:schemeClr val="bg1">
                                <a:lumMod val="75000"/>
                              </a:schemeClr>
                            </a:solidFill>
                            <a:latin typeface="Cambria Math" panose="02040503050406030204" pitchFamily="18" charset="0"/>
                          </a:rPr>
                          <m:t>×2</m:t>
                        </m:r>
                      </m:e>
                    </m:d>
                  </m:oMath>
                </a14:m>
                <a:r>
                  <a:rPr lang="en-GB" sz="3600" dirty="0"/>
                  <a:t> multiplications</a:t>
                </a:r>
              </a:p>
            </p:txBody>
          </p:sp>
        </mc:Choice>
        <mc:Fallback xmlns="">
          <p:sp>
            <p:nvSpPr>
              <p:cNvPr id="268" name="TextBox 267">
                <a:extLst>
                  <a:ext uri="{FF2B5EF4-FFF2-40B4-BE49-F238E27FC236}">
                    <a16:creationId xmlns:a16="http://schemas.microsoft.com/office/drawing/2014/main" id="{0B27D748-685C-48AC-4BC7-05FFBF525359}"/>
                  </a:ext>
                </a:extLst>
              </p:cNvPr>
              <p:cNvSpPr txBox="1">
                <a:spLocks noRot="1" noChangeAspect="1" noMove="1" noResize="1" noEditPoints="1" noAdjustHandles="1" noChangeArrowheads="1" noChangeShapeType="1" noTextEdit="1"/>
              </p:cNvSpPr>
              <p:nvPr/>
            </p:nvSpPr>
            <p:spPr>
              <a:xfrm>
                <a:off x="1055944" y="5679025"/>
                <a:ext cx="4680051" cy="646331"/>
              </a:xfrm>
              <a:prstGeom prst="rect">
                <a:avLst/>
              </a:prstGeom>
              <a:blipFill>
                <a:blip r:embed="rId17"/>
                <a:stretch>
                  <a:fillRect t="-15094" r="-781" b="-34906"/>
                </a:stretch>
              </a:blipFill>
            </p:spPr>
            <p:txBody>
              <a:bodyPr/>
              <a:lstStyle/>
              <a:p>
                <a:r>
                  <a:rPr lang="en-GB">
                    <a:noFill/>
                  </a:rPr>
                  <a:t> </a:t>
                </a:r>
              </a:p>
            </p:txBody>
          </p:sp>
        </mc:Fallback>
      </mc:AlternateContent>
    </p:spTree>
    <p:extLst>
      <p:ext uri="{BB962C8B-B14F-4D97-AF65-F5344CB8AC3E}">
        <p14:creationId xmlns:p14="http://schemas.microsoft.com/office/powerpoint/2010/main" val="24571015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8B4DA-B6FF-978B-BC4B-32338079BABE}"/>
            </a:ext>
          </a:extLst>
        </p:cNvPr>
        <p:cNvGrpSpPr/>
        <p:nvPr/>
      </p:nvGrpSpPr>
      <p:grpSpPr>
        <a:xfrm>
          <a:off x="0" y="0"/>
          <a:ext cx="0" cy="0"/>
          <a:chOff x="0" y="0"/>
          <a:chExt cx="0" cy="0"/>
        </a:xfrm>
      </p:grpSpPr>
      <p:sp>
        <p:nvSpPr>
          <p:cNvPr id="298" name="Rectangle 297">
            <a:extLst>
              <a:ext uri="{FF2B5EF4-FFF2-40B4-BE49-F238E27FC236}">
                <a16:creationId xmlns:a16="http://schemas.microsoft.com/office/drawing/2014/main" id="{34576A55-CFBE-516B-B796-4818DBA9E241}"/>
              </a:ext>
            </a:extLst>
          </p:cNvPr>
          <p:cNvSpPr/>
          <p:nvPr/>
        </p:nvSpPr>
        <p:spPr>
          <a:xfrm>
            <a:off x="3486000" y="2619000"/>
            <a:ext cx="6120000" cy="630000"/>
          </a:xfrm>
          <a:prstGeom prst="rect">
            <a:avLst/>
          </a:prstGeom>
          <a:solidFill>
            <a:schemeClr val="accent5">
              <a:lumMod val="20000"/>
              <a:lumOff val="80000"/>
              <a:alpha val="5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F850AD-B056-0F5E-65E5-7C7644C9BBD6}"/>
                  </a:ext>
                </a:extLst>
              </p:cNvPr>
              <p:cNvSpPr txBox="1"/>
              <p:nvPr/>
            </p:nvSpPr>
            <p:spPr>
              <a:xfrm>
                <a:off x="1055943" y="908972"/>
                <a:ext cx="5040057" cy="1711302"/>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𝑇</m:t>
                      </m:r>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=0</m:t>
                          </m:r>
                        </m:sub>
                        <m:sup>
                          <m:r>
                            <a:rPr lang="en-GB" sz="3600" b="0" i="1" smtClean="0">
                              <a:solidFill>
                                <a:schemeClr val="accent6"/>
                              </a:solidFill>
                              <a:latin typeface="Cambria Math" panose="02040503050406030204" pitchFamily="18" charset="0"/>
                            </a:rPr>
                            <m:t>1</m:t>
                          </m:r>
                        </m:sup>
                        <m:e>
                          <m:nary>
                            <m:naryPr>
                              <m:chr m:val="∑"/>
                              <m:ctrlPr>
                                <a:rPr lang="en-GB" sz="3600" b="0" i="1" smtClean="0">
                                  <a:solidFill>
                                    <a:schemeClr val="accent2">
                                      <a:lumMod val="75000"/>
                                    </a:schemeClr>
                                  </a:solidFill>
                                  <a:latin typeface="Cambria Math" panose="02040503050406030204" pitchFamily="18" charset="0"/>
                                </a:rPr>
                              </m:ctrlPr>
                            </m:naryPr>
                            <m:sub>
                              <m:r>
                                <m:rPr>
                                  <m:brk m:alnAt="23"/>
                                </m:rPr>
                                <a:rPr lang="en-GB" sz="3600" b="0" i="1" smtClean="0">
                                  <a:solidFill>
                                    <a:schemeClr val="accent2">
                                      <a:lumMod val="75000"/>
                                    </a:schemeClr>
                                  </a:solidFill>
                                  <a:latin typeface="Cambria Math" panose="02040503050406030204" pitchFamily="18" charset="0"/>
                                </a:rPr>
                                <m:t>𝑗</m:t>
                              </m:r>
                              <m:r>
                                <a:rPr lang="en-GB" sz="3600" b="0" i="1" smtClean="0">
                                  <a:solidFill>
                                    <a:schemeClr val="accent2">
                                      <a:lumMod val="75000"/>
                                    </a:schemeClr>
                                  </a:solidFill>
                                  <a:latin typeface="Cambria Math" panose="02040503050406030204" pitchFamily="18" charset="0"/>
                                </a:rPr>
                                <m:t>=0</m:t>
                              </m:r>
                            </m:sub>
                            <m:sup>
                              <m:r>
                                <a:rPr lang="en-GB" sz="3600" b="0" i="1" smtClean="0">
                                  <a:solidFill>
                                    <a:schemeClr val="accent2">
                                      <a:lumMod val="75000"/>
                                    </a:schemeClr>
                                  </a:solidFill>
                                  <a:latin typeface="Cambria Math" panose="02040503050406030204" pitchFamily="18" charset="0"/>
                                </a:rPr>
                                <m:t>1</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𝑘</m:t>
                                  </m:r>
                                  <m:r>
                                    <a:rPr lang="en-GB" sz="3600" b="0" i="1" smtClean="0">
                                      <a:solidFill>
                                        <a:schemeClr val="accent1"/>
                                      </a:solidFill>
                                      <a:latin typeface="Cambria Math" panose="02040503050406030204" pitchFamily="18" charset="0"/>
                                    </a:rPr>
                                    <m:t>=0</m:t>
                                  </m:r>
                                </m:sub>
                                <m:sup>
                                  <m:r>
                                    <a:rPr lang="en-GB" sz="3600" b="0" i="1" smtClean="0">
                                      <a:solidFill>
                                        <a:schemeClr val="accent1"/>
                                      </a:solidFill>
                                      <a:latin typeface="Cambria Math" panose="02040503050406030204" pitchFamily="18" charset="0"/>
                                    </a:rPr>
                                    <m:t>1</m:t>
                                  </m:r>
                                </m:sup>
                                <m:e>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𝑋</m:t>
                                      </m:r>
                                    </m:e>
                                    <m:sub>
                                      <m:r>
                                        <a:rPr lang="en-GB" sz="3600" b="0" i="1" smtClean="0">
                                          <a:solidFill>
                                            <a:schemeClr val="accent6"/>
                                          </a:solidFill>
                                          <a:latin typeface="Cambria Math" panose="02040503050406030204" pitchFamily="18" charset="0"/>
                                        </a:rPr>
                                        <m:t>𝑖</m:t>
                                      </m:r>
                                      <m:r>
                                        <a:rPr lang="en-GB" sz="3600" b="0" i="1" smtClean="0">
                                          <a:solidFill>
                                            <a:schemeClr val="accent2">
                                              <a:lumMod val="75000"/>
                                            </a:schemeClr>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𝑗</m:t>
                                      </m:r>
                                      <m:r>
                                        <a:rPr lang="en-GB" sz="3600" b="0" i="1" smtClean="0">
                                          <a:solidFill>
                                            <a:schemeClr val="accent1"/>
                                          </a:solidFill>
                                          <a:latin typeface="Cambria Math" panose="02040503050406030204" pitchFamily="18" charset="0"/>
                                        </a:rPr>
                                        <m:t>𝑘</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𝑘</m:t>
                                      </m:r>
                                      <m:r>
                                        <a:rPr lang="en-GB" sz="3600" b="0" i="1" smtClean="0">
                                          <a:solidFill>
                                            <a:schemeClr val="accent6"/>
                                          </a:solidFill>
                                          <a:latin typeface="Cambria Math" panose="02040503050406030204" pitchFamily="18" charset="0"/>
                                        </a:rPr>
                                        <m:t>𝑖</m:t>
                                      </m:r>
                                    </m:sub>
                                  </m:sSub>
                                </m:e>
                              </m:nary>
                            </m:e>
                          </m:nary>
                        </m:e>
                      </m:nary>
                    </m:oMath>
                  </m:oMathPara>
                </a14:m>
                <a:endParaRPr lang="en-GB" sz="3600" dirty="0"/>
              </a:p>
            </p:txBody>
          </p:sp>
        </mc:Choice>
        <mc:Fallback xmlns="">
          <p:sp>
            <p:nvSpPr>
              <p:cNvPr id="7" name="TextBox 6">
                <a:extLst>
                  <a:ext uri="{FF2B5EF4-FFF2-40B4-BE49-F238E27FC236}">
                    <a16:creationId xmlns:a16="http://schemas.microsoft.com/office/drawing/2014/main" id="{ABE9860D-FE9F-4760-639E-9547B0AED621}"/>
                  </a:ext>
                </a:extLst>
              </p:cNvPr>
              <p:cNvSpPr txBox="1">
                <a:spLocks noRot="1" noChangeAspect="1" noMove="1" noResize="1" noEditPoints="1" noAdjustHandles="1" noChangeArrowheads="1" noChangeShapeType="1" noTextEdit="1"/>
              </p:cNvSpPr>
              <p:nvPr/>
            </p:nvSpPr>
            <p:spPr>
              <a:xfrm>
                <a:off x="1055943" y="908972"/>
                <a:ext cx="5040057" cy="171130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8" name="TextBox 267">
                <a:extLst>
                  <a:ext uri="{FF2B5EF4-FFF2-40B4-BE49-F238E27FC236}">
                    <a16:creationId xmlns:a16="http://schemas.microsoft.com/office/drawing/2014/main" id="{C35790AF-DD7B-1D1E-9107-8CE61A975375}"/>
                  </a:ext>
                </a:extLst>
              </p:cNvPr>
              <p:cNvSpPr txBox="1"/>
              <p:nvPr/>
            </p:nvSpPr>
            <p:spPr>
              <a:xfrm>
                <a:off x="3755974" y="5454000"/>
                <a:ext cx="4680051" cy="646331"/>
              </a:xfrm>
              <a:prstGeom prst="rect">
                <a:avLst/>
              </a:prstGeom>
              <a:noFill/>
            </p:spPr>
            <p:txBody>
              <a:bodyPr wrap="square" rtlCol="0">
                <a:spAutoFit/>
              </a:bodyPr>
              <a:lstStyle/>
              <a:p>
                <a14:m>
                  <m:oMath xmlns:m="http://schemas.openxmlformats.org/officeDocument/2006/math">
                    <m:r>
                      <a:rPr lang="en-US" sz="3600" i="1">
                        <a:latin typeface="Cambria Math" panose="02040503050406030204" pitchFamily="18" charset="0"/>
                      </a:rPr>
                      <m:t>7</m:t>
                    </m:r>
                    <m:d>
                      <m:dPr>
                        <m:ctrlPr>
                          <a:rPr lang="en-US" sz="3600" b="0" i="1" smtClean="0">
                            <a:solidFill>
                              <a:schemeClr val="bg1">
                                <a:lumMod val="75000"/>
                              </a:schemeClr>
                            </a:solidFill>
                            <a:latin typeface="Cambria Math" panose="02040503050406030204" pitchFamily="18" charset="0"/>
                          </a:rPr>
                        </m:ctrlPr>
                      </m:dPr>
                      <m:e>
                        <m:r>
                          <a:rPr lang="en-US" sz="3600" b="0" i="1" smtClean="0">
                            <a:solidFill>
                              <a:schemeClr val="bg1">
                                <a:lumMod val="75000"/>
                              </a:schemeClr>
                            </a:solidFill>
                            <a:latin typeface="Cambria Math" panose="02040503050406030204" pitchFamily="18" charset="0"/>
                          </a:rPr>
                          <m:t>×2</m:t>
                        </m:r>
                      </m:e>
                    </m:d>
                  </m:oMath>
                </a14:m>
                <a:r>
                  <a:rPr lang="en-GB" sz="3600" dirty="0"/>
                  <a:t> multiplications</a:t>
                </a:r>
              </a:p>
            </p:txBody>
          </p:sp>
        </mc:Choice>
        <mc:Fallback xmlns="">
          <p:sp>
            <p:nvSpPr>
              <p:cNvPr id="268" name="TextBox 267">
                <a:extLst>
                  <a:ext uri="{FF2B5EF4-FFF2-40B4-BE49-F238E27FC236}">
                    <a16:creationId xmlns:a16="http://schemas.microsoft.com/office/drawing/2014/main" id="{C35790AF-DD7B-1D1E-9107-8CE61A975375}"/>
                  </a:ext>
                </a:extLst>
              </p:cNvPr>
              <p:cNvSpPr txBox="1">
                <a:spLocks noRot="1" noChangeAspect="1" noMove="1" noResize="1" noEditPoints="1" noAdjustHandles="1" noChangeArrowheads="1" noChangeShapeType="1" noTextEdit="1"/>
              </p:cNvSpPr>
              <p:nvPr/>
            </p:nvSpPr>
            <p:spPr>
              <a:xfrm>
                <a:off x="3755974" y="5454000"/>
                <a:ext cx="4680051" cy="646331"/>
              </a:xfrm>
              <a:prstGeom prst="rect">
                <a:avLst/>
              </a:prstGeom>
              <a:blipFill>
                <a:blip r:embed="rId3"/>
                <a:stretch>
                  <a:fillRect t="-15094" r="-78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E6546B5-7D4D-9257-62D9-DA08EDFD5B03}"/>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2" name="Rectangle 1">
                <a:extLst>
                  <a:ext uri="{FF2B5EF4-FFF2-40B4-BE49-F238E27FC236}">
                    <a16:creationId xmlns:a16="http://schemas.microsoft.com/office/drawing/2014/main" id="{7E6546B5-7D4D-9257-62D9-DA08EDFD5B03}"/>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EA39587-1164-F18D-3693-194B8B40BCDE}"/>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GB" sz="2800" i="1">
                              <a:solidFill>
                                <a:schemeClr val="accent1"/>
                              </a:solidFill>
                              <a:latin typeface="Cambria Math" panose="02040503050406030204" pitchFamily="18" charset="0"/>
                            </a:rPr>
                            <m:t>0</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3" name="Rectangle 2">
                <a:extLst>
                  <a:ext uri="{FF2B5EF4-FFF2-40B4-BE49-F238E27FC236}">
                    <a16:creationId xmlns:a16="http://schemas.microsoft.com/office/drawing/2014/main" id="{DEA39587-1164-F18D-3693-194B8B40BCDE}"/>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89FF652-AFE0-761F-7016-0D31F8A656A9}"/>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GB" sz="2800" i="1">
                              <a:solidFill>
                                <a:schemeClr val="accent6"/>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 name="Rectangle 3">
                <a:extLst>
                  <a:ext uri="{FF2B5EF4-FFF2-40B4-BE49-F238E27FC236}">
                    <a16:creationId xmlns:a16="http://schemas.microsoft.com/office/drawing/2014/main" id="{489FF652-AFE0-761F-7016-0D31F8A656A9}"/>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8D9B3E0-1EAE-49E9-818A-A74D37086E76}"/>
                  </a:ext>
                </a:extLst>
              </p:cNvPr>
              <p:cNvSpPr/>
              <p:nvPr/>
            </p:nvSpPr>
            <p:spPr>
              <a:xfrm>
                <a:off x="10866053" y="-1521055"/>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𝑍</m:t>
                          </m:r>
                        </m:e>
                        <m:sub>
                          <m:r>
                            <a:rPr lang="en-US" sz="2800" b="0" i="1" smtClean="0">
                              <a:solidFill>
                                <a:schemeClr val="accent1"/>
                              </a:solidFill>
                              <a:latin typeface="Cambria Math" panose="02040503050406030204" pitchFamily="18" charset="0"/>
                            </a:rPr>
                            <m:t>1</m:t>
                          </m:r>
                          <m:r>
                            <a:rPr lang="en-US" sz="2800" b="0" i="1" smtClean="0">
                              <a:solidFill>
                                <a:schemeClr val="accent6"/>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5" name="Rectangle 4">
                <a:extLst>
                  <a:ext uri="{FF2B5EF4-FFF2-40B4-BE49-F238E27FC236}">
                    <a16:creationId xmlns:a16="http://schemas.microsoft.com/office/drawing/2014/main" id="{B8D9B3E0-1EAE-49E9-818A-A74D37086E76}"/>
                  </a:ext>
                </a:extLst>
              </p:cNvPr>
              <p:cNvSpPr>
                <a:spLocks noRot="1" noChangeAspect="1" noMove="1" noResize="1" noEditPoints="1" noAdjustHandles="1" noChangeArrowheads="1" noChangeShapeType="1" noTextEdit="1"/>
              </p:cNvSpPr>
              <p:nvPr/>
            </p:nvSpPr>
            <p:spPr>
              <a:xfrm>
                <a:off x="10866053" y="-1521055"/>
                <a:ext cx="720008" cy="720008"/>
              </a:xfrm>
              <a:prstGeom prst="rect">
                <a:avLst/>
              </a:prstGeom>
              <a:blipFill>
                <a:blip r:embed="rId7"/>
                <a:stretch>
                  <a:fillRect/>
                </a:stretch>
              </a:blipFill>
              <a:ln>
                <a:noFill/>
              </a:ln>
            </p:spPr>
            <p:txBody>
              <a:bodyPr/>
              <a:lstStyle/>
              <a:p>
                <a:r>
                  <a:rPr lang="en-GB">
                    <a:noFill/>
                  </a:rPr>
                  <a:t> </a:t>
                </a:r>
              </a:p>
            </p:txBody>
          </p:sp>
        </mc:Fallback>
      </mc:AlternateContent>
      <p:grpSp>
        <p:nvGrpSpPr>
          <p:cNvPr id="6" name="Group 5">
            <a:extLst>
              <a:ext uri="{FF2B5EF4-FFF2-40B4-BE49-F238E27FC236}">
                <a16:creationId xmlns:a16="http://schemas.microsoft.com/office/drawing/2014/main" id="{53612B0B-6ED6-FBFD-9A1A-86C7A9139DC4}"/>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8" name="Rectangle 7">
              <a:extLst>
                <a:ext uri="{FF2B5EF4-FFF2-40B4-BE49-F238E27FC236}">
                  <a16:creationId xmlns:a16="http://schemas.microsoft.com/office/drawing/2014/main" id="{8EAEFD71-78D2-C4D6-47B7-305EFBBF19D7}"/>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0" name="Rectangle 9">
              <a:extLst>
                <a:ext uri="{FF2B5EF4-FFF2-40B4-BE49-F238E27FC236}">
                  <a16:creationId xmlns:a16="http://schemas.microsoft.com/office/drawing/2014/main" id="{04952D7E-9273-B4F1-E198-3BE36F95E7F8}"/>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2" name="Rectangle 11">
              <a:extLst>
                <a:ext uri="{FF2B5EF4-FFF2-40B4-BE49-F238E27FC236}">
                  <a16:creationId xmlns:a16="http://schemas.microsoft.com/office/drawing/2014/main" id="{431A0F8B-118A-F196-C7BF-CCDB38F48463}"/>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3" name="Rectangle 12">
              <a:extLst>
                <a:ext uri="{FF2B5EF4-FFF2-40B4-BE49-F238E27FC236}">
                  <a16:creationId xmlns:a16="http://schemas.microsoft.com/office/drawing/2014/main" id="{5D74594D-B697-5B7A-A5D6-FAAF0BDAE52E}"/>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4" name="Rectangle 13">
              <a:extLst>
                <a:ext uri="{FF2B5EF4-FFF2-40B4-BE49-F238E27FC236}">
                  <a16:creationId xmlns:a16="http://schemas.microsoft.com/office/drawing/2014/main" id="{62A0B5DE-8EF3-715E-ADEE-D1AA8568D998}"/>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5" name="Rectangle 14">
              <a:extLst>
                <a:ext uri="{FF2B5EF4-FFF2-40B4-BE49-F238E27FC236}">
                  <a16:creationId xmlns:a16="http://schemas.microsoft.com/office/drawing/2014/main" id="{C8D62DE4-C17B-2274-3F3B-E3FD0A61C36E}"/>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6" name="Rectangle 15">
              <a:extLst>
                <a:ext uri="{FF2B5EF4-FFF2-40B4-BE49-F238E27FC236}">
                  <a16:creationId xmlns:a16="http://schemas.microsoft.com/office/drawing/2014/main" id="{2460BAAE-0C1F-960D-A684-0D1EE430A618}"/>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7" name="Rectangle 16">
              <a:extLst>
                <a:ext uri="{FF2B5EF4-FFF2-40B4-BE49-F238E27FC236}">
                  <a16:creationId xmlns:a16="http://schemas.microsoft.com/office/drawing/2014/main" id="{023230E4-9938-14C8-E7FA-5947F84787DE}"/>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8" name="Rectangle 17">
              <a:extLst>
                <a:ext uri="{FF2B5EF4-FFF2-40B4-BE49-F238E27FC236}">
                  <a16:creationId xmlns:a16="http://schemas.microsoft.com/office/drawing/2014/main" id="{E7A1D46F-2B83-6F17-516E-D9E8DAB08AAB}"/>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9" name="Rectangle 18">
              <a:extLst>
                <a:ext uri="{FF2B5EF4-FFF2-40B4-BE49-F238E27FC236}">
                  <a16:creationId xmlns:a16="http://schemas.microsoft.com/office/drawing/2014/main" id="{0630AB80-BBE6-9D54-2143-EB8C173461D7}"/>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 name="Rectangle 19">
              <a:extLst>
                <a:ext uri="{FF2B5EF4-FFF2-40B4-BE49-F238E27FC236}">
                  <a16:creationId xmlns:a16="http://schemas.microsoft.com/office/drawing/2014/main" id="{674117D4-7DB3-BC48-B9C9-D066CE714C16}"/>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 name="Rectangle 20">
              <a:extLst>
                <a:ext uri="{FF2B5EF4-FFF2-40B4-BE49-F238E27FC236}">
                  <a16:creationId xmlns:a16="http://schemas.microsoft.com/office/drawing/2014/main" id="{C337FBE0-9D85-A371-AFDF-C3BD94788009}"/>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 name="Rectangle 22">
              <a:extLst>
                <a:ext uri="{FF2B5EF4-FFF2-40B4-BE49-F238E27FC236}">
                  <a16:creationId xmlns:a16="http://schemas.microsoft.com/office/drawing/2014/main" id="{1BB598F4-A35E-D887-E158-185B4A4300C7}"/>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 name="Rectangle 24">
              <a:extLst>
                <a:ext uri="{FF2B5EF4-FFF2-40B4-BE49-F238E27FC236}">
                  <a16:creationId xmlns:a16="http://schemas.microsoft.com/office/drawing/2014/main" id="{8B762F17-C93C-DFCC-2C6B-55F3F7031878}"/>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 name="Rectangle 26">
              <a:extLst>
                <a:ext uri="{FF2B5EF4-FFF2-40B4-BE49-F238E27FC236}">
                  <a16:creationId xmlns:a16="http://schemas.microsoft.com/office/drawing/2014/main" id="{992D076D-C891-D244-1B06-21BEAAD00A55}"/>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9" name="Rectangle 28">
              <a:extLst>
                <a:ext uri="{FF2B5EF4-FFF2-40B4-BE49-F238E27FC236}">
                  <a16:creationId xmlns:a16="http://schemas.microsoft.com/office/drawing/2014/main" id="{E731682A-26FB-178D-EEA8-24EAC3B3EADE}"/>
                </a:ext>
              </a:extLst>
            </p:cNvPr>
            <p:cNvSpPr/>
            <p:nvPr/>
          </p:nvSpPr>
          <p:spPr>
            <a:xfrm>
              <a:off x="8976032"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31" name="Rectangle 30">
              <a:extLst>
                <a:ext uri="{FF2B5EF4-FFF2-40B4-BE49-F238E27FC236}">
                  <a16:creationId xmlns:a16="http://schemas.microsoft.com/office/drawing/2014/main" id="{4FBAAB7C-C44A-62B3-19E5-E68690C9F1F0}"/>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2" name="Rectangle 31">
              <a:extLst>
                <a:ext uri="{FF2B5EF4-FFF2-40B4-BE49-F238E27FC236}">
                  <a16:creationId xmlns:a16="http://schemas.microsoft.com/office/drawing/2014/main" id="{5FD557CB-0BC8-C326-272C-4D47B88BEDD2}"/>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3" name="Rectangle 32">
              <a:extLst>
                <a:ext uri="{FF2B5EF4-FFF2-40B4-BE49-F238E27FC236}">
                  <a16:creationId xmlns:a16="http://schemas.microsoft.com/office/drawing/2014/main" id="{5AD110F9-027A-B908-6D2B-084884B3802B}"/>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4" name="Rectangle 33">
              <a:extLst>
                <a:ext uri="{FF2B5EF4-FFF2-40B4-BE49-F238E27FC236}">
                  <a16:creationId xmlns:a16="http://schemas.microsoft.com/office/drawing/2014/main" id="{3B88258E-8245-AA93-8F58-AF74A96CB199}"/>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5" name="Rectangle 34">
              <a:extLst>
                <a:ext uri="{FF2B5EF4-FFF2-40B4-BE49-F238E27FC236}">
                  <a16:creationId xmlns:a16="http://schemas.microsoft.com/office/drawing/2014/main" id="{9B82D67E-EB52-8796-8E0D-F0DE683BA317}"/>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6" name="Rectangle 35">
              <a:extLst>
                <a:ext uri="{FF2B5EF4-FFF2-40B4-BE49-F238E27FC236}">
                  <a16:creationId xmlns:a16="http://schemas.microsoft.com/office/drawing/2014/main" id="{2B389D2D-F4C5-D961-7C6B-2DB43C1C90ED}"/>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7" name="Rectangle 36">
              <a:extLst>
                <a:ext uri="{FF2B5EF4-FFF2-40B4-BE49-F238E27FC236}">
                  <a16:creationId xmlns:a16="http://schemas.microsoft.com/office/drawing/2014/main" id="{B5D1CED2-D78D-A564-EBE3-BAE69DBC0DC1}"/>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39" name="Rectangle 38">
              <a:extLst>
                <a:ext uri="{FF2B5EF4-FFF2-40B4-BE49-F238E27FC236}">
                  <a16:creationId xmlns:a16="http://schemas.microsoft.com/office/drawing/2014/main" id="{2FAC5066-FF9A-77F9-2049-553F97439DDB}"/>
                </a:ext>
              </a:extLst>
            </p:cNvPr>
            <p:cNvSpPr/>
            <p:nvPr/>
          </p:nvSpPr>
          <p:spPr>
            <a:xfrm>
              <a:off x="9696040"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grpSp>
      <p:grpSp>
        <p:nvGrpSpPr>
          <p:cNvPr id="41" name="Group 40">
            <a:extLst>
              <a:ext uri="{FF2B5EF4-FFF2-40B4-BE49-F238E27FC236}">
                <a16:creationId xmlns:a16="http://schemas.microsoft.com/office/drawing/2014/main" id="{F0419452-9E03-45A0-883C-9C3B88EDD133}"/>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43" name="Rectangle 42">
              <a:extLst>
                <a:ext uri="{FF2B5EF4-FFF2-40B4-BE49-F238E27FC236}">
                  <a16:creationId xmlns:a16="http://schemas.microsoft.com/office/drawing/2014/main" id="{7D007528-635B-FF0C-74E7-1A9CFECA53B1}"/>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5" name="Rectangle 44">
              <a:extLst>
                <a:ext uri="{FF2B5EF4-FFF2-40B4-BE49-F238E27FC236}">
                  <a16:creationId xmlns:a16="http://schemas.microsoft.com/office/drawing/2014/main" id="{5B17599D-DC14-78ED-DDC6-49B58BBECC1C}"/>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7" name="Rectangle 46">
              <a:extLst>
                <a:ext uri="{FF2B5EF4-FFF2-40B4-BE49-F238E27FC236}">
                  <a16:creationId xmlns:a16="http://schemas.microsoft.com/office/drawing/2014/main" id="{EEDBA653-6D4A-924A-345A-0314567A6567}"/>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49" name="Rectangle 48">
              <a:extLst>
                <a:ext uri="{FF2B5EF4-FFF2-40B4-BE49-F238E27FC236}">
                  <a16:creationId xmlns:a16="http://schemas.microsoft.com/office/drawing/2014/main" id="{AE5A6FC6-DD45-80C5-1492-8323D19E8ECF}"/>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1" name="Rectangle 50">
              <a:extLst>
                <a:ext uri="{FF2B5EF4-FFF2-40B4-BE49-F238E27FC236}">
                  <a16:creationId xmlns:a16="http://schemas.microsoft.com/office/drawing/2014/main" id="{0F956DFD-B4BD-BFCE-B8BA-C8E17B152036}"/>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2" name="Rectangle 51">
              <a:extLst>
                <a:ext uri="{FF2B5EF4-FFF2-40B4-BE49-F238E27FC236}">
                  <a16:creationId xmlns:a16="http://schemas.microsoft.com/office/drawing/2014/main" id="{52EDE29A-1F03-A56A-2D50-1F4702452C27}"/>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3" name="Rectangle 52">
              <a:extLst>
                <a:ext uri="{FF2B5EF4-FFF2-40B4-BE49-F238E27FC236}">
                  <a16:creationId xmlns:a16="http://schemas.microsoft.com/office/drawing/2014/main" id="{291AB991-5722-7ACC-3FF5-B5D8355F61C6}"/>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4" name="Rectangle 53">
              <a:extLst>
                <a:ext uri="{FF2B5EF4-FFF2-40B4-BE49-F238E27FC236}">
                  <a16:creationId xmlns:a16="http://schemas.microsoft.com/office/drawing/2014/main" id="{5168DC44-C916-BE91-8E7C-483EE45A1EFE}"/>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55" name="Rectangle 54">
              <a:extLst>
                <a:ext uri="{FF2B5EF4-FFF2-40B4-BE49-F238E27FC236}">
                  <a16:creationId xmlns:a16="http://schemas.microsoft.com/office/drawing/2014/main" id="{27027B85-FFE5-BE2F-200F-771C4C8EFEE2}"/>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57" name="Rectangle 56">
              <a:extLst>
                <a:ext uri="{FF2B5EF4-FFF2-40B4-BE49-F238E27FC236}">
                  <a16:creationId xmlns:a16="http://schemas.microsoft.com/office/drawing/2014/main" id="{98D42E3F-DCFB-1A1F-9301-CC6B668C7486}"/>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59" name="Rectangle 58">
              <a:extLst>
                <a:ext uri="{FF2B5EF4-FFF2-40B4-BE49-F238E27FC236}">
                  <a16:creationId xmlns:a16="http://schemas.microsoft.com/office/drawing/2014/main" id="{03BFBF8F-10BB-8237-EBA9-A5BFE535C6AF}"/>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0" name="Rectangle 59">
              <a:extLst>
                <a:ext uri="{FF2B5EF4-FFF2-40B4-BE49-F238E27FC236}">
                  <a16:creationId xmlns:a16="http://schemas.microsoft.com/office/drawing/2014/main" id="{D52F315C-90BB-45E5-10D9-7AE7B4FEC6DA}"/>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1" name="Rectangle 60">
              <a:extLst>
                <a:ext uri="{FF2B5EF4-FFF2-40B4-BE49-F238E27FC236}">
                  <a16:creationId xmlns:a16="http://schemas.microsoft.com/office/drawing/2014/main" id="{956365B5-8869-7F46-26A0-F9247AD1F8CC}"/>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3" name="Rectangle 62">
              <a:extLst>
                <a:ext uri="{FF2B5EF4-FFF2-40B4-BE49-F238E27FC236}">
                  <a16:creationId xmlns:a16="http://schemas.microsoft.com/office/drawing/2014/main" id="{FC01672D-811C-5167-2F35-EA474C6DFFBF}"/>
                </a:ext>
              </a:extLst>
            </p:cNvPr>
            <p:cNvSpPr/>
            <p:nvPr/>
          </p:nvSpPr>
          <p:spPr>
            <a:xfrm>
              <a:off x="7536016" y="1988984"/>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64" name="Rectangle 63">
              <a:extLst>
                <a:ext uri="{FF2B5EF4-FFF2-40B4-BE49-F238E27FC236}">
                  <a16:creationId xmlns:a16="http://schemas.microsoft.com/office/drawing/2014/main" id="{7BE6E094-B23E-2FFA-5C7D-77ED272D6F31}"/>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5" name="Rectangle 64">
              <a:extLst>
                <a:ext uri="{FF2B5EF4-FFF2-40B4-BE49-F238E27FC236}">
                  <a16:creationId xmlns:a16="http://schemas.microsoft.com/office/drawing/2014/main" id="{4FAC9776-ADAF-EB7D-D77C-33AE67E6A302}"/>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7" name="Rectangle 66">
              <a:extLst>
                <a:ext uri="{FF2B5EF4-FFF2-40B4-BE49-F238E27FC236}">
                  <a16:creationId xmlns:a16="http://schemas.microsoft.com/office/drawing/2014/main" id="{22A7F134-A80E-F262-3BAC-80D2C05E5147}"/>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9" name="Rectangle 68">
              <a:extLst>
                <a:ext uri="{FF2B5EF4-FFF2-40B4-BE49-F238E27FC236}">
                  <a16:creationId xmlns:a16="http://schemas.microsoft.com/office/drawing/2014/main" id="{084E651B-79AD-0CDA-CA94-2B5FA3227FD0}"/>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1" name="Rectangle 70">
              <a:extLst>
                <a:ext uri="{FF2B5EF4-FFF2-40B4-BE49-F238E27FC236}">
                  <a16:creationId xmlns:a16="http://schemas.microsoft.com/office/drawing/2014/main" id="{FAA958E9-01B1-765E-C358-85A9858C13BE}"/>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3" name="Rectangle 72">
              <a:extLst>
                <a:ext uri="{FF2B5EF4-FFF2-40B4-BE49-F238E27FC236}">
                  <a16:creationId xmlns:a16="http://schemas.microsoft.com/office/drawing/2014/main" id="{0C64AC65-09C6-BD19-7176-A09A3ECAD8AA}"/>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5" name="Rectangle 74">
              <a:extLst>
                <a:ext uri="{FF2B5EF4-FFF2-40B4-BE49-F238E27FC236}">
                  <a16:creationId xmlns:a16="http://schemas.microsoft.com/office/drawing/2014/main" id="{3C8EB09E-D5E3-0D85-58F3-695888399B5F}"/>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7" name="Rectangle 76">
              <a:extLst>
                <a:ext uri="{FF2B5EF4-FFF2-40B4-BE49-F238E27FC236}">
                  <a16:creationId xmlns:a16="http://schemas.microsoft.com/office/drawing/2014/main" id="{FDE1B346-63D5-2B68-BC61-FA9A2151AC92}"/>
                </a:ext>
              </a:extLst>
            </p:cNvPr>
            <p:cNvSpPr/>
            <p:nvPr/>
          </p:nvSpPr>
          <p:spPr>
            <a:xfrm>
              <a:off x="8256024" y="3429000"/>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79" name="Rectangle 78">
              <a:extLst>
                <a:ext uri="{FF2B5EF4-FFF2-40B4-BE49-F238E27FC236}">
                  <a16:creationId xmlns:a16="http://schemas.microsoft.com/office/drawing/2014/main" id="{9A9933C3-749B-658D-A7A9-2AA8AE16A1DC}"/>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1" name="Rectangle 80">
              <a:extLst>
                <a:ext uri="{FF2B5EF4-FFF2-40B4-BE49-F238E27FC236}">
                  <a16:creationId xmlns:a16="http://schemas.microsoft.com/office/drawing/2014/main" id="{EA120544-8417-1CDB-60C5-D51DC4E0D858}"/>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83" name="Group 82">
            <a:extLst>
              <a:ext uri="{FF2B5EF4-FFF2-40B4-BE49-F238E27FC236}">
                <a16:creationId xmlns:a16="http://schemas.microsoft.com/office/drawing/2014/main" id="{B79045C1-336D-F257-04E2-646FC86232F3}"/>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p:sp>
          <p:nvSpPr>
            <p:cNvPr id="85" name="Rectangle 84">
              <a:extLst>
                <a:ext uri="{FF2B5EF4-FFF2-40B4-BE49-F238E27FC236}">
                  <a16:creationId xmlns:a16="http://schemas.microsoft.com/office/drawing/2014/main" id="{35F05899-6B82-AEC7-B6C8-636CB2A08ED7}"/>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87" name="Rectangle 86">
              <a:extLst>
                <a:ext uri="{FF2B5EF4-FFF2-40B4-BE49-F238E27FC236}">
                  <a16:creationId xmlns:a16="http://schemas.microsoft.com/office/drawing/2014/main" id="{5DD0C682-24DF-48C5-7C40-ED88C74E1075}"/>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89" name="Rectangle 88">
              <a:extLst>
                <a:ext uri="{FF2B5EF4-FFF2-40B4-BE49-F238E27FC236}">
                  <a16:creationId xmlns:a16="http://schemas.microsoft.com/office/drawing/2014/main" id="{E69514A4-04D2-DC53-1E2F-84C97B7F12EC}"/>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2" name="Rectangle 91">
              <a:extLst>
                <a:ext uri="{FF2B5EF4-FFF2-40B4-BE49-F238E27FC236}">
                  <a16:creationId xmlns:a16="http://schemas.microsoft.com/office/drawing/2014/main" id="{D23837A0-3552-44F6-D0D2-1170E4C85024}"/>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3" name="Rectangle 92">
              <a:extLst>
                <a:ext uri="{FF2B5EF4-FFF2-40B4-BE49-F238E27FC236}">
                  <a16:creationId xmlns:a16="http://schemas.microsoft.com/office/drawing/2014/main" id="{72A64059-4BEA-FE5F-454B-7E361E86EFE3}"/>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4" name="Rectangle 93">
              <a:extLst>
                <a:ext uri="{FF2B5EF4-FFF2-40B4-BE49-F238E27FC236}">
                  <a16:creationId xmlns:a16="http://schemas.microsoft.com/office/drawing/2014/main" id="{2ECF42AB-F977-8265-AB64-341E07B3C434}"/>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5" name="Rectangle 94">
              <a:extLst>
                <a:ext uri="{FF2B5EF4-FFF2-40B4-BE49-F238E27FC236}">
                  <a16:creationId xmlns:a16="http://schemas.microsoft.com/office/drawing/2014/main" id="{2EAF1165-E94C-C0AC-A469-80D7DC87E9E3}"/>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6" name="Rectangle 95">
              <a:extLst>
                <a:ext uri="{FF2B5EF4-FFF2-40B4-BE49-F238E27FC236}">
                  <a16:creationId xmlns:a16="http://schemas.microsoft.com/office/drawing/2014/main" id="{9E5FABED-4CAA-34B9-673E-5C6175CEF95B}"/>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97" name="Rectangle 96">
              <a:extLst>
                <a:ext uri="{FF2B5EF4-FFF2-40B4-BE49-F238E27FC236}">
                  <a16:creationId xmlns:a16="http://schemas.microsoft.com/office/drawing/2014/main" id="{70161396-A9A8-06C6-F3C3-8E8AA7CBA5C8}"/>
                </a:ext>
              </a:extLst>
            </p:cNvPr>
            <p:cNvSpPr/>
            <p:nvPr/>
          </p:nvSpPr>
          <p:spPr>
            <a:xfrm>
              <a:off x="7536016"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8" name="Rectangle 97">
              <a:extLst>
                <a:ext uri="{FF2B5EF4-FFF2-40B4-BE49-F238E27FC236}">
                  <a16:creationId xmlns:a16="http://schemas.microsoft.com/office/drawing/2014/main" id="{0EBC05ED-976C-31F1-CF75-AA1C0AAE0BAF}"/>
                </a:ext>
              </a:extLst>
            </p:cNvPr>
            <p:cNvSpPr/>
            <p:nvPr/>
          </p:nvSpPr>
          <p:spPr>
            <a:xfrm>
              <a:off x="8256024"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9" name="Rectangle 98">
              <a:extLst>
                <a:ext uri="{FF2B5EF4-FFF2-40B4-BE49-F238E27FC236}">
                  <a16:creationId xmlns:a16="http://schemas.microsoft.com/office/drawing/2014/main" id="{A3A9837D-62C6-A912-CEC9-9F342E3B8AE6}"/>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0" name="Rectangle 99">
              <a:extLst>
                <a:ext uri="{FF2B5EF4-FFF2-40B4-BE49-F238E27FC236}">
                  <a16:creationId xmlns:a16="http://schemas.microsoft.com/office/drawing/2014/main" id="{388CF322-2B6E-E7FC-4092-9EFD9B55BB62}"/>
                </a:ext>
              </a:extLst>
            </p:cNvPr>
            <p:cNvSpPr/>
            <p:nvPr/>
          </p:nvSpPr>
          <p:spPr>
            <a:xfrm>
              <a:off x="8976032"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01" name="Rectangle 100">
              <a:extLst>
                <a:ext uri="{FF2B5EF4-FFF2-40B4-BE49-F238E27FC236}">
                  <a16:creationId xmlns:a16="http://schemas.microsoft.com/office/drawing/2014/main" id="{0872F862-CEE9-29F9-D6F5-092BA0D69BE8}"/>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2" name="Rectangle 101">
              <a:extLst>
                <a:ext uri="{FF2B5EF4-FFF2-40B4-BE49-F238E27FC236}">
                  <a16:creationId xmlns:a16="http://schemas.microsoft.com/office/drawing/2014/main" id="{256DF5E7-4E4C-4F61-3D0F-23AB34C253BD}"/>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3" name="Rectangle 102">
              <a:extLst>
                <a:ext uri="{FF2B5EF4-FFF2-40B4-BE49-F238E27FC236}">
                  <a16:creationId xmlns:a16="http://schemas.microsoft.com/office/drawing/2014/main" id="{20CA95E0-69F4-39F5-BBA8-4064A5E8C91E}"/>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4" name="Rectangle 103">
              <a:extLst>
                <a:ext uri="{FF2B5EF4-FFF2-40B4-BE49-F238E27FC236}">
                  <a16:creationId xmlns:a16="http://schemas.microsoft.com/office/drawing/2014/main" id="{FF718417-0330-CBA8-085E-3908AD4627A3}"/>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5" name="Rectangle 104">
              <a:extLst>
                <a:ext uri="{FF2B5EF4-FFF2-40B4-BE49-F238E27FC236}">
                  <a16:creationId xmlns:a16="http://schemas.microsoft.com/office/drawing/2014/main" id="{B7BFB8E8-F8EC-9E32-9FCD-6943B7F9848A}"/>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6" name="Rectangle 105">
              <a:extLst>
                <a:ext uri="{FF2B5EF4-FFF2-40B4-BE49-F238E27FC236}">
                  <a16:creationId xmlns:a16="http://schemas.microsoft.com/office/drawing/2014/main" id="{6105FF3A-3BB3-A4D7-84A1-5732663A0D9A}"/>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7" name="Rectangle 106">
              <a:extLst>
                <a:ext uri="{FF2B5EF4-FFF2-40B4-BE49-F238E27FC236}">
                  <a16:creationId xmlns:a16="http://schemas.microsoft.com/office/drawing/2014/main" id="{9EFF2847-6BBE-53EB-4F52-C22D7AFDC0E2}"/>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08" name="Rectangle 107">
              <a:extLst>
                <a:ext uri="{FF2B5EF4-FFF2-40B4-BE49-F238E27FC236}">
                  <a16:creationId xmlns:a16="http://schemas.microsoft.com/office/drawing/2014/main" id="{442C09D5-DC38-C32F-5738-D1F91B04814A}"/>
                </a:ext>
              </a:extLst>
            </p:cNvPr>
            <p:cNvSpPr/>
            <p:nvPr/>
          </p:nvSpPr>
          <p:spPr>
            <a:xfrm>
              <a:off x="9696040"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09" name="Rectangle 108">
              <a:extLst>
                <a:ext uri="{FF2B5EF4-FFF2-40B4-BE49-F238E27FC236}">
                  <a16:creationId xmlns:a16="http://schemas.microsoft.com/office/drawing/2014/main" id="{9E83900A-265F-079B-0852-A8DF4D3EBADC}"/>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0" name="Rectangle 109">
              <a:extLst>
                <a:ext uri="{FF2B5EF4-FFF2-40B4-BE49-F238E27FC236}">
                  <a16:creationId xmlns:a16="http://schemas.microsoft.com/office/drawing/2014/main" id="{85B7290F-062B-2855-F654-2A47D906C9C6}"/>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1" name="Rectangle 110">
              <a:extLst>
                <a:ext uri="{FF2B5EF4-FFF2-40B4-BE49-F238E27FC236}">
                  <a16:creationId xmlns:a16="http://schemas.microsoft.com/office/drawing/2014/main" id="{E3E0B7A4-C4BF-9C4C-EC25-2043B770BE63}"/>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12" name="Rectangle 111">
              <a:extLst>
                <a:ext uri="{FF2B5EF4-FFF2-40B4-BE49-F238E27FC236}">
                  <a16:creationId xmlns:a16="http://schemas.microsoft.com/office/drawing/2014/main" id="{19DB8196-B67E-6809-0B16-DA6A31C32791}"/>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113" name="Group 112">
            <a:extLst>
              <a:ext uri="{FF2B5EF4-FFF2-40B4-BE49-F238E27FC236}">
                <a16:creationId xmlns:a16="http://schemas.microsoft.com/office/drawing/2014/main" id="{0FA3AE49-A5D6-54C7-4437-194DB9667463}"/>
              </a:ext>
            </a:extLst>
          </p:cNvPr>
          <p:cNvGrpSpPr/>
          <p:nvPr/>
        </p:nvGrpSpPr>
        <p:grpSpPr>
          <a:xfrm>
            <a:off x="6906009" y="-3141073"/>
            <a:ext cx="3600040" cy="3600040"/>
            <a:chOff x="6816008" y="548968"/>
            <a:chExt cx="3600040" cy="3600040"/>
          </a:xfrm>
          <a:scene3d>
            <a:camera prst="perspectiveFront" fov="0">
              <a:rot lat="18600000" lon="2400000" rev="19620000"/>
            </a:camera>
            <a:lightRig rig="threePt" dir="t"/>
          </a:scene3d>
        </p:grpSpPr>
        <mc:AlternateContent xmlns:mc="http://schemas.openxmlformats.org/markup-compatibility/2006" xmlns:a14="http://schemas.microsoft.com/office/drawing/2010/main">
          <mc:Choice Requires="a14">
            <p:sp>
              <p:nvSpPr>
                <p:cNvPr id="114" name="Rectangle 113">
                  <a:extLst>
                    <a:ext uri="{FF2B5EF4-FFF2-40B4-BE49-F238E27FC236}">
                      <a16:creationId xmlns:a16="http://schemas.microsoft.com/office/drawing/2014/main" id="{420440C0-4A5C-D964-CDF2-2B5B2E133916}"/>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4" name="Rectangle 113">
                  <a:extLst>
                    <a:ext uri="{FF2B5EF4-FFF2-40B4-BE49-F238E27FC236}">
                      <a16:creationId xmlns:a16="http://schemas.microsoft.com/office/drawing/2014/main" id="{AF28F24C-757C-73A6-F16B-1F3ABD9953F9}"/>
                    </a:ext>
                  </a:extLst>
                </p:cNvPr>
                <p:cNvSpPr>
                  <a:spLocks noRot="1" noChangeAspect="1" noMove="1" noResize="1" noEditPoints="1" noAdjustHandles="1" noChangeArrowheads="1" noChangeShapeType="1" noTextEdit="1"/>
                </p:cNvSpPr>
                <p:nvPr/>
              </p:nvSpPr>
              <p:spPr>
                <a:xfrm>
                  <a:off x="7536016" y="548968"/>
                  <a:ext cx="720008" cy="720008"/>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5757785B-B637-9A48-CDC4-51C212FCC4C6}"/>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GB" sz="2800" i="1">
                                <a:solidFill>
                                  <a:schemeClr val="accent6"/>
                                </a:solidFill>
                                <a:latin typeface="Cambria Math" panose="02040503050406030204" pitchFamily="18" charset="0"/>
                              </a:rPr>
                              <m:t>0</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5" name="Rectangle 114">
                  <a:extLst>
                    <a:ext uri="{FF2B5EF4-FFF2-40B4-BE49-F238E27FC236}">
                      <a16:creationId xmlns:a16="http://schemas.microsoft.com/office/drawing/2014/main" id="{B1CDEF16-32A9-46EE-957E-D6752EAFD236}"/>
                    </a:ext>
                  </a:extLst>
                </p:cNvPr>
                <p:cNvSpPr>
                  <a:spLocks noRot="1" noChangeAspect="1" noMove="1" noResize="1" noEditPoints="1" noAdjustHandles="1" noChangeArrowheads="1" noChangeShapeType="1" noTextEdit="1"/>
                </p:cNvSpPr>
                <p:nvPr/>
              </p:nvSpPr>
              <p:spPr>
                <a:xfrm>
                  <a:off x="8256024" y="548968"/>
                  <a:ext cx="720008" cy="720008"/>
                </a:xfrm>
                <a:prstGeom prst="rect">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D506A9D9-63AB-EE9F-D519-E82BE43C3293}"/>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GB" sz="2800" i="1">
                                <a:solidFill>
                                  <a:schemeClr val="accent2">
                                    <a:lumMod val="7500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6" name="Rectangle 115">
                  <a:extLst>
                    <a:ext uri="{FF2B5EF4-FFF2-40B4-BE49-F238E27FC236}">
                      <a16:creationId xmlns:a16="http://schemas.microsoft.com/office/drawing/2014/main" id="{5E2312A8-8EF6-0C26-CD01-F6DB4D0807C2}"/>
                    </a:ext>
                  </a:extLst>
                </p:cNvPr>
                <p:cNvSpPr>
                  <a:spLocks noRot="1" noChangeAspect="1" noMove="1" noResize="1" noEditPoints="1" noAdjustHandles="1" noChangeArrowheads="1" noChangeShapeType="1" noTextEdit="1"/>
                </p:cNvSpPr>
                <p:nvPr/>
              </p:nvSpPr>
              <p:spPr>
                <a:xfrm>
                  <a:off x="8976032" y="548968"/>
                  <a:ext cx="720008" cy="720008"/>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7" name="Rectangle 116">
                  <a:extLst>
                    <a:ext uri="{FF2B5EF4-FFF2-40B4-BE49-F238E27FC236}">
                      <a16:creationId xmlns:a16="http://schemas.microsoft.com/office/drawing/2014/main" id="{817EB263-0F22-2294-7E85-C4ED49233D5F}"/>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𝑋</m:t>
                            </m:r>
                          </m:e>
                          <m:sub>
                            <m:r>
                              <a:rPr lang="en-US" sz="2800" b="0" i="1" smtClean="0">
                                <a:solidFill>
                                  <a:schemeClr val="accent6"/>
                                </a:solidFill>
                                <a:latin typeface="Cambria Math" panose="02040503050406030204" pitchFamily="18" charset="0"/>
                              </a:rPr>
                              <m:t>1</m:t>
                            </m:r>
                            <m:r>
                              <a:rPr lang="en-US" sz="2800" b="0" i="1" smtClean="0">
                                <a:solidFill>
                                  <a:schemeClr val="accent2">
                                    <a:lumMod val="75000"/>
                                  </a:schemeClr>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7" name="Rectangle 116">
                  <a:extLst>
                    <a:ext uri="{FF2B5EF4-FFF2-40B4-BE49-F238E27FC236}">
                      <a16:creationId xmlns:a16="http://schemas.microsoft.com/office/drawing/2014/main" id="{B81B10FD-A016-91C2-B8E5-D60866F2AF3B}"/>
                    </a:ext>
                  </a:extLst>
                </p:cNvPr>
                <p:cNvSpPr>
                  <a:spLocks noRot="1" noChangeAspect="1" noMove="1" noResize="1" noEditPoints="1" noAdjustHandles="1" noChangeArrowheads="1" noChangeShapeType="1" noTextEdit="1"/>
                </p:cNvSpPr>
                <p:nvPr/>
              </p:nvSpPr>
              <p:spPr>
                <a:xfrm>
                  <a:off x="9696040" y="548968"/>
                  <a:ext cx="720008" cy="720008"/>
                </a:xfrm>
                <a:prstGeom prst="rect">
                  <a:avLst/>
                </a:prstGeom>
                <a:blipFill>
                  <a:blip r:embed="rId1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4E9572CD-B8F2-6904-4DB8-786238017E38}"/>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18" name="Rectangle 117">
                  <a:extLst>
                    <a:ext uri="{FF2B5EF4-FFF2-40B4-BE49-F238E27FC236}">
                      <a16:creationId xmlns:a16="http://schemas.microsoft.com/office/drawing/2014/main" id="{4A5AC55A-CBB5-A2F2-BE67-03F737BB2A97}"/>
                    </a:ext>
                  </a:extLst>
                </p:cNvPr>
                <p:cNvSpPr>
                  <a:spLocks noRot="1" noChangeAspect="1" noMove="1" noResize="1" noEditPoints="1" noAdjustHandles="1" noChangeArrowheads="1" noChangeShapeType="1" noTextEdit="1"/>
                </p:cNvSpPr>
                <p:nvPr/>
              </p:nvSpPr>
              <p:spPr>
                <a:xfrm>
                  <a:off x="6816008" y="1268976"/>
                  <a:ext cx="720008" cy="720008"/>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416568CE-8575-3EE5-C757-E6A58D7610E2}"/>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GB" sz="2800" i="1">
                                <a:solidFill>
                                  <a:schemeClr val="accent2">
                                    <a:lumMod val="75000"/>
                                  </a:schemeClr>
                                </a:solidFill>
                                <a:latin typeface="Cambria Math" panose="02040503050406030204" pitchFamily="18" charset="0"/>
                              </a:rPr>
                              <m:t>0</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19" name="Rectangle 118">
                  <a:extLst>
                    <a:ext uri="{FF2B5EF4-FFF2-40B4-BE49-F238E27FC236}">
                      <a16:creationId xmlns:a16="http://schemas.microsoft.com/office/drawing/2014/main" id="{D514C436-2EB9-DA0A-7EE2-F88AC638F3FA}"/>
                    </a:ext>
                  </a:extLst>
                </p:cNvPr>
                <p:cNvSpPr>
                  <a:spLocks noRot="1" noChangeAspect="1" noMove="1" noResize="1" noEditPoints="1" noAdjustHandles="1" noChangeArrowheads="1" noChangeShapeType="1" noTextEdit="1"/>
                </p:cNvSpPr>
                <p:nvPr/>
              </p:nvSpPr>
              <p:spPr>
                <a:xfrm>
                  <a:off x="6816008" y="1988984"/>
                  <a:ext cx="720008" cy="720008"/>
                </a:xfrm>
                <a:prstGeom prst="rect">
                  <a:avLst/>
                </a:prstGeom>
                <a:blipFill>
                  <a:blip r:embed="rId1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AAD3DDE0-F562-FB37-2085-3EA7F8F137EC}"/>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GB" sz="2800" i="1">
                                <a:solidFill>
                                  <a:schemeClr val="accent1"/>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120" name="Rectangle 119">
                  <a:extLst>
                    <a:ext uri="{FF2B5EF4-FFF2-40B4-BE49-F238E27FC236}">
                      <a16:creationId xmlns:a16="http://schemas.microsoft.com/office/drawing/2014/main" id="{3CD0763B-1B52-9A69-AA66-A5489462E0D0}"/>
                    </a:ext>
                  </a:extLst>
                </p:cNvPr>
                <p:cNvSpPr>
                  <a:spLocks noRot="1" noChangeAspect="1" noMove="1" noResize="1" noEditPoints="1" noAdjustHandles="1" noChangeArrowheads="1" noChangeShapeType="1" noTextEdit="1"/>
                </p:cNvSpPr>
                <p:nvPr/>
              </p:nvSpPr>
              <p:spPr>
                <a:xfrm>
                  <a:off x="6816008" y="2708992"/>
                  <a:ext cx="720008" cy="720008"/>
                </a:xfrm>
                <a:prstGeom prst="rect">
                  <a:avLst/>
                </a:prstGeom>
                <a:blipFill>
                  <a:blip r:embed="rId1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EDE36B57-F8F2-E8A8-44AD-2F99CA9FE9BF}"/>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b="0" i="1" smtClean="0">
                                <a:solidFill>
                                  <a:schemeClr val="accent2">
                                    <a:lumMod val="75000"/>
                                  </a:schemeClr>
                                </a:solidFill>
                                <a:latin typeface="Cambria Math" panose="02040503050406030204" pitchFamily="18" charset="0"/>
                              </a:rPr>
                              <m:t>1</m:t>
                            </m:r>
                            <m:r>
                              <a:rPr lang="en-US" sz="2800" b="0" i="1" smtClean="0">
                                <a:solidFill>
                                  <a:schemeClr val="accent1"/>
                                </a:solidFill>
                                <a:latin typeface="Cambria Math" panose="02040503050406030204" pitchFamily="18" charset="0"/>
                              </a:rPr>
                              <m:t>1</m:t>
                            </m:r>
                          </m:sub>
                        </m:sSub>
                      </m:oMath>
                    </m:oMathPara>
                  </a14:m>
                  <a:endParaRPr lang="en-GB" sz="2800" dirty="0">
                    <a:solidFill>
                      <a:schemeClr val="tx1"/>
                    </a:solidFill>
                  </a:endParaRPr>
                </a:p>
              </p:txBody>
            </p:sp>
          </mc:Choice>
          <mc:Fallback xmlns="">
            <p:sp>
              <p:nvSpPr>
                <p:cNvPr id="121" name="Rectangle 120">
                  <a:extLst>
                    <a:ext uri="{FF2B5EF4-FFF2-40B4-BE49-F238E27FC236}">
                      <a16:creationId xmlns:a16="http://schemas.microsoft.com/office/drawing/2014/main" id="{04877F4F-7D4D-7636-02BE-85BCA2057A18}"/>
                    </a:ext>
                  </a:extLst>
                </p:cNvPr>
                <p:cNvSpPr>
                  <a:spLocks noRot="1" noChangeAspect="1" noMove="1" noResize="1" noEditPoints="1" noAdjustHandles="1" noChangeArrowheads="1" noChangeShapeType="1" noTextEdit="1"/>
                </p:cNvSpPr>
                <p:nvPr/>
              </p:nvSpPr>
              <p:spPr>
                <a:xfrm>
                  <a:off x="6816008" y="3429000"/>
                  <a:ext cx="720008" cy="720008"/>
                </a:xfrm>
                <a:prstGeom prst="rect">
                  <a:avLst/>
                </a:prstGeom>
                <a:blipFill>
                  <a:blip r:embed="rId16"/>
                  <a:stretch>
                    <a:fillRect/>
                  </a:stretch>
                </a:blipFill>
                <a:ln>
                  <a:noFill/>
                </a:ln>
              </p:spPr>
              <p:txBody>
                <a:bodyPr/>
                <a:lstStyle/>
                <a:p>
                  <a:r>
                    <a:rPr lang="en-GB">
                      <a:noFill/>
                    </a:rPr>
                    <a:t> </a:t>
                  </a:r>
                </a:p>
              </p:txBody>
            </p:sp>
          </mc:Fallback>
        </mc:AlternateContent>
        <p:sp>
          <p:nvSpPr>
            <p:cNvPr id="122" name="Rectangle 121">
              <a:extLst>
                <a:ext uri="{FF2B5EF4-FFF2-40B4-BE49-F238E27FC236}">
                  <a16:creationId xmlns:a16="http://schemas.microsoft.com/office/drawing/2014/main" id="{EF8EB1B6-051B-8D6B-C9E9-66D350A4DE86}"/>
                </a:ext>
              </a:extLst>
            </p:cNvPr>
            <p:cNvSpPr/>
            <p:nvPr/>
          </p:nvSpPr>
          <p:spPr>
            <a:xfrm>
              <a:off x="7536016" y="1268976"/>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23" name="Rectangle 122">
              <a:extLst>
                <a:ext uri="{FF2B5EF4-FFF2-40B4-BE49-F238E27FC236}">
                  <a16:creationId xmlns:a16="http://schemas.microsoft.com/office/drawing/2014/main" id="{FD5265E9-B665-6798-EA74-ABDB98BF0699}"/>
                </a:ext>
              </a:extLst>
            </p:cNvPr>
            <p:cNvSpPr/>
            <p:nvPr/>
          </p:nvSpPr>
          <p:spPr>
            <a:xfrm>
              <a:off x="8256024" y="2708992"/>
              <a:ext cx="630007" cy="630007"/>
            </a:xfrm>
            <a:prstGeom prst="rect">
              <a:avLst/>
            </a:prstGeom>
            <a:solidFill>
              <a:schemeClr val="accent1">
                <a:lumMod val="60000"/>
                <a:lumOff val="4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124" name="Rectangle 123">
              <a:extLst>
                <a:ext uri="{FF2B5EF4-FFF2-40B4-BE49-F238E27FC236}">
                  <a16:creationId xmlns:a16="http://schemas.microsoft.com/office/drawing/2014/main" id="{71F24EBF-9DF2-DB8E-45B7-C6985AECB46C}"/>
                </a:ext>
              </a:extLst>
            </p:cNvPr>
            <p:cNvSpPr/>
            <p:nvPr/>
          </p:nvSpPr>
          <p:spPr>
            <a:xfrm>
              <a:off x="8256024"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5" name="Rectangle 124">
              <a:extLst>
                <a:ext uri="{FF2B5EF4-FFF2-40B4-BE49-F238E27FC236}">
                  <a16:creationId xmlns:a16="http://schemas.microsoft.com/office/drawing/2014/main" id="{586C05A4-8B1F-FB07-422E-A6AEDBC4DB08}"/>
                </a:ext>
              </a:extLst>
            </p:cNvPr>
            <p:cNvSpPr/>
            <p:nvPr/>
          </p:nvSpPr>
          <p:spPr>
            <a:xfrm>
              <a:off x="8976032"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6" name="Rectangle 125">
              <a:extLst>
                <a:ext uri="{FF2B5EF4-FFF2-40B4-BE49-F238E27FC236}">
                  <a16:creationId xmlns:a16="http://schemas.microsoft.com/office/drawing/2014/main" id="{6A58B1C1-6CAB-B876-2238-D5CAE516999A}"/>
                </a:ext>
              </a:extLst>
            </p:cNvPr>
            <p:cNvSpPr/>
            <p:nvPr/>
          </p:nvSpPr>
          <p:spPr>
            <a:xfrm>
              <a:off x="9696040" y="1268976"/>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127" name="Rectangle 126">
              <a:extLst>
                <a:ext uri="{FF2B5EF4-FFF2-40B4-BE49-F238E27FC236}">
                  <a16:creationId xmlns:a16="http://schemas.microsoft.com/office/drawing/2014/main" id="{265C0D29-C9F7-22DB-221A-DB99A6FC4306}"/>
                </a:ext>
              </a:extLst>
            </p:cNvPr>
            <p:cNvSpPr/>
            <p:nvPr/>
          </p:nvSpPr>
          <p:spPr>
            <a:xfrm>
              <a:off x="7536016"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7" name="Rectangle 266">
              <a:extLst>
                <a:ext uri="{FF2B5EF4-FFF2-40B4-BE49-F238E27FC236}">
                  <a16:creationId xmlns:a16="http://schemas.microsoft.com/office/drawing/2014/main" id="{357B217C-9C2C-057E-69F3-BE362FAE630D}"/>
                </a:ext>
              </a:extLst>
            </p:cNvPr>
            <p:cNvSpPr/>
            <p:nvPr/>
          </p:nvSpPr>
          <p:spPr>
            <a:xfrm>
              <a:off x="8256024"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9" name="Rectangle 268">
              <a:extLst>
                <a:ext uri="{FF2B5EF4-FFF2-40B4-BE49-F238E27FC236}">
                  <a16:creationId xmlns:a16="http://schemas.microsoft.com/office/drawing/2014/main" id="{6E9F5CE1-873E-5D43-D385-ED897525C65C}"/>
                </a:ext>
              </a:extLst>
            </p:cNvPr>
            <p:cNvSpPr/>
            <p:nvPr/>
          </p:nvSpPr>
          <p:spPr>
            <a:xfrm>
              <a:off x="8976032"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0" name="Rectangle 269">
              <a:extLst>
                <a:ext uri="{FF2B5EF4-FFF2-40B4-BE49-F238E27FC236}">
                  <a16:creationId xmlns:a16="http://schemas.microsoft.com/office/drawing/2014/main" id="{180B013B-868C-067B-7A6F-6D9BF6B7BE3F}"/>
                </a:ext>
              </a:extLst>
            </p:cNvPr>
            <p:cNvSpPr/>
            <p:nvPr/>
          </p:nvSpPr>
          <p:spPr>
            <a:xfrm>
              <a:off x="9696040" y="1988984"/>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1" name="Rectangle 270">
              <a:extLst>
                <a:ext uri="{FF2B5EF4-FFF2-40B4-BE49-F238E27FC236}">
                  <a16:creationId xmlns:a16="http://schemas.microsoft.com/office/drawing/2014/main" id="{7FF50F8B-FCA0-46B1-384B-6245D6463498}"/>
                </a:ext>
              </a:extLst>
            </p:cNvPr>
            <p:cNvSpPr/>
            <p:nvPr/>
          </p:nvSpPr>
          <p:spPr>
            <a:xfrm>
              <a:off x="7536016"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2" name="Rectangle 271">
              <a:extLst>
                <a:ext uri="{FF2B5EF4-FFF2-40B4-BE49-F238E27FC236}">
                  <a16:creationId xmlns:a16="http://schemas.microsoft.com/office/drawing/2014/main" id="{406CE32A-E06B-46C0-7FD2-1E8EB7FADA3B}"/>
                </a:ext>
              </a:extLst>
            </p:cNvPr>
            <p:cNvSpPr/>
            <p:nvPr/>
          </p:nvSpPr>
          <p:spPr>
            <a:xfrm>
              <a:off x="8976032"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3" name="Rectangle 272">
              <a:extLst>
                <a:ext uri="{FF2B5EF4-FFF2-40B4-BE49-F238E27FC236}">
                  <a16:creationId xmlns:a16="http://schemas.microsoft.com/office/drawing/2014/main" id="{71C9A6C2-2A4B-AA33-3051-B8F31EEF03A6}"/>
                </a:ext>
              </a:extLst>
            </p:cNvPr>
            <p:cNvSpPr/>
            <p:nvPr/>
          </p:nvSpPr>
          <p:spPr>
            <a:xfrm>
              <a:off x="9696040" y="2708992"/>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4" name="Rectangle 273">
              <a:extLst>
                <a:ext uri="{FF2B5EF4-FFF2-40B4-BE49-F238E27FC236}">
                  <a16:creationId xmlns:a16="http://schemas.microsoft.com/office/drawing/2014/main" id="{2EBDD41D-FF11-5749-5880-9C30F68D0818}"/>
                </a:ext>
              </a:extLst>
            </p:cNvPr>
            <p:cNvSpPr/>
            <p:nvPr/>
          </p:nvSpPr>
          <p:spPr>
            <a:xfrm>
              <a:off x="7536016"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5" name="Rectangle 274">
              <a:extLst>
                <a:ext uri="{FF2B5EF4-FFF2-40B4-BE49-F238E27FC236}">
                  <a16:creationId xmlns:a16="http://schemas.microsoft.com/office/drawing/2014/main" id="{44F5E82B-B3F8-E738-4818-F059E7D405FE}"/>
                </a:ext>
              </a:extLst>
            </p:cNvPr>
            <p:cNvSpPr/>
            <p:nvPr/>
          </p:nvSpPr>
          <p:spPr>
            <a:xfrm>
              <a:off x="8256024"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6" name="Rectangle 275">
              <a:extLst>
                <a:ext uri="{FF2B5EF4-FFF2-40B4-BE49-F238E27FC236}">
                  <a16:creationId xmlns:a16="http://schemas.microsoft.com/office/drawing/2014/main" id="{6276492C-E6ED-1375-6E21-0E0F360DA108}"/>
                </a:ext>
              </a:extLst>
            </p:cNvPr>
            <p:cNvSpPr/>
            <p:nvPr/>
          </p:nvSpPr>
          <p:spPr>
            <a:xfrm>
              <a:off x="8976032"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77" name="Rectangle 276">
              <a:extLst>
                <a:ext uri="{FF2B5EF4-FFF2-40B4-BE49-F238E27FC236}">
                  <a16:creationId xmlns:a16="http://schemas.microsoft.com/office/drawing/2014/main" id="{460B3686-C37F-9A6D-F6BE-6DBC0EB24CB2}"/>
                </a:ext>
              </a:extLst>
            </p:cNvPr>
            <p:cNvSpPr/>
            <p:nvPr/>
          </p:nvSpPr>
          <p:spPr>
            <a:xfrm>
              <a:off x="9696040" y="3429000"/>
              <a:ext cx="630007" cy="630007"/>
            </a:xfrm>
            <a:prstGeom prst="rect">
              <a:avLst/>
            </a:prstGeom>
            <a:solidFill>
              <a:schemeClr val="accent5">
                <a:lumMod val="40000"/>
                <a:lumOff val="60000"/>
                <a:alpha val="85000"/>
              </a:schemeClr>
            </a:solidFill>
            <a:ln w="12700">
              <a:solidFill>
                <a:schemeClr val="tx1"/>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61AD5415-B516-77D5-894A-6474A59E2AA0}"/>
                  </a:ext>
                </a:extLst>
              </p:cNvPr>
              <p:cNvSpPr txBox="1"/>
              <p:nvPr/>
            </p:nvSpPr>
            <p:spPr>
              <a:xfrm>
                <a:off x="2946000" y="2619000"/>
                <a:ext cx="7131000" cy="584775"/>
              </a:xfrm>
              <a:prstGeom prst="rect">
                <a:avLst/>
              </a:prstGeom>
              <a:noFill/>
            </p:spPr>
            <p:txBody>
              <a:bodyPr wrap="square" rtlCol="0">
                <a:spAutoFit/>
              </a:bodyPr>
              <a:lstStyle/>
              <a:p>
                <a:pPr/>
                <a14:m>
                  <m:oMathPara xmlns:m="http://schemas.openxmlformats.org/officeDocument/2006/math">
                    <m:oMath>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0</m:t>
                              </m:r>
                              <m:r>
                                <a:rPr lang="en-GB" sz="3200" b="0" i="1" smtClean="0">
                                  <a:solidFill>
                                    <a:schemeClr val="accent2">
                                      <a:lumMod val="75000"/>
                                    </a:schemeClr>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1</m:t>
                              </m:r>
                              <m:r>
                                <a:rPr lang="en-GB" sz="3200" i="1">
                                  <a:solidFill>
                                    <a:schemeClr val="accent2">
                                      <a:lumMod val="75000"/>
                                    </a:schemeClr>
                                  </a:solidFill>
                                  <a:latin typeface="Cambria Math" panose="02040503050406030204" pitchFamily="18" charset="0"/>
                                </a:rPr>
                                <m:t>1</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0</m:t>
                              </m:r>
                              <m:r>
                                <a:rPr lang="en-GB" sz="3200" i="1">
                                  <a:solidFill>
                                    <a:schemeClr val="accent1"/>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1</m:t>
                              </m:r>
                              <m:r>
                                <a:rPr lang="en-GB" sz="3200" i="1">
                                  <a:solidFill>
                                    <a:schemeClr val="accent1"/>
                                  </a:solidFill>
                                  <a:latin typeface="Cambria Math" panose="02040503050406030204" pitchFamily="18" charset="0"/>
                                </a:rPr>
                                <m:t>1</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0</m:t>
                              </m:r>
                              <m:r>
                                <a:rPr lang="en-GB" sz="3200" i="1">
                                  <a:solidFill>
                                    <a:schemeClr val="accent6"/>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i="1">
                                  <a:solidFill>
                                    <a:schemeClr val="accent6"/>
                                  </a:solidFill>
                                  <a:latin typeface="Cambria Math" panose="02040503050406030204" pitchFamily="18" charset="0"/>
                                </a:rPr>
                                <m:t>1</m:t>
                              </m:r>
                            </m:sub>
                          </m:sSub>
                        </m:e>
                      </m:d>
                    </m:oMath>
                  </m:oMathPara>
                </a14:m>
                <a:endParaRPr lang="en-GB" sz="3200" dirty="0"/>
              </a:p>
            </p:txBody>
          </p:sp>
        </mc:Choice>
        <mc:Fallback xmlns="">
          <p:sp>
            <p:nvSpPr>
              <p:cNvPr id="279" name="TextBox 278">
                <a:extLst>
                  <a:ext uri="{FF2B5EF4-FFF2-40B4-BE49-F238E27FC236}">
                    <a16:creationId xmlns:a16="http://schemas.microsoft.com/office/drawing/2014/main" id="{61AD5415-B516-77D5-894A-6474A59E2AA0}"/>
                  </a:ext>
                </a:extLst>
              </p:cNvPr>
              <p:cNvSpPr txBox="1">
                <a:spLocks noRot="1" noChangeAspect="1" noMove="1" noResize="1" noEditPoints="1" noAdjustHandles="1" noChangeArrowheads="1" noChangeShapeType="1" noTextEdit="1"/>
              </p:cNvSpPr>
              <p:nvPr/>
            </p:nvSpPr>
            <p:spPr>
              <a:xfrm>
                <a:off x="2946000" y="2619000"/>
                <a:ext cx="7131000" cy="584775"/>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1" name="TextBox 280">
                <a:extLst>
                  <a:ext uri="{FF2B5EF4-FFF2-40B4-BE49-F238E27FC236}">
                    <a16:creationId xmlns:a16="http://schemas.microsoft.com/office/drawing/2014/main" id="{58264B12-12AF-96BA-A6A0-936C39A09380}"/>
                  </a:ext>
                </a:extLst>
              </p:cNvPr>
              <p:cNvSpPr txBox="1"/>
              <p:nvPr/>
            </p:nvSpPr>
            <p:spPr>
              <a:xfrm>
                <a:off x="-114000" y="333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1</m:t>
                              </m:r>
                              <m:r>
                                <a:rPr lang="en-GB" sz="3200" i="1">
                                  <a:solidFill>
                                    <a:schemeClr val="accent2">
                                      <a:lumMod val="75000"/>
                                    </a:schemeClr>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1</m:t>
                              </m:r>
                              <m:r>
                                <a:rPr lang="en-GB" sz="3200" i="1">
                                  <a:solidFill>
                                    <a:schemeClr val="accent2">
                                      <a:lumMod val="75000"/>
                                    </a:schemeClr>
                                  </a:solidFill>
                                  <a:latin typeface="Cambria Math" panose="02040503050406030204" pitchFamily="18" charset="0"/>
                                </a:rPr>
                                <m:t>1</m:t>
                              </m:r>
                            </m:sub>
                          </m:sSub>
                        </m:e>
                      </m:d>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0</m:t>
                          </m:r>
                          <m:r>
                            <a:rPr lang="en-GB" sz="3200" i="1">
                              <a:solidFill>
                                <a:schemeClr val="accent1"/>
                              </a:solidFill>
                              <a:latin typeface="Cambria Math" panose="02040503050406030204" pitchFamily="18" charset="0"/>
                            </a:rPr>
                            <m:t>0</m:t>
                          </m:r>
                        </m:sub>
                      </m:sSub>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i="1">
                                  <a:solidFill>
                                    <a:schemeClr val="accent6"/>
                                  </a:solidFill>
                                  <a:latin typeface="Cambria Math" panose="02040503050406030204" pitchFamily="18" charset="0"/>
                                </a:rPr>
                                <m:t>0</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i="1">
                                  <a:solidFill>
                                    <a:schemeClr val="accent6"/>
                                  </a:solidFill>
                                  <a:latin typeface="Cambria Math" panose="02040503050406030204" pitchFamily="18" charset="0"/>
                                </a:rPr>
                                <m:t>1</m:t>
                              </m:r>
                            </m:sub>
                          </m:sSub>
                        </m:e>
                      </m:d>
                    </m:oMath>
                  </m:oMathPara>
                </a14:m>
                <a:endParaRPr lang="en-GB" sz="3200" dirty="0"/>
              </a:p>
            </p:txBody>
          </p:sp>
        </mc:Choice>
        <mc:Fallback xmlns="">
          <p:sp>
            <p:nvSpPr>
              <p:cNvPr id="281" name="TextBox 280">
                <a:extLst>
                  <a:ext uri="{FF2B5EF4-FFF2-40B4-BE49-F238E27FC236}">
                    <a16:creationId xmlns:a16="http://schemas.microsoft.com/office/drawing/2014/main" id="{58264B12-12AF-96BA-A6A0-936C39A09380}"/>
                  </a:ext>
                </a:extLst>
              </p:cNvPr>
              <p:cNvSpPr txBox="1">
                <a:spLocks noRot="1" noChangeAspect="1" noMove="1" noResize="1" noEditPoints="1" noAdjustHandles="1" noChangeArrowheads="1" noChangeShapeType="1" noTextEdit="1"/>
              </p:cNvSpPr>
              <p:nvPr/>
            </p:nvSpPr>
            <p:spPr>
              <a:xfrm>
                <a:off x="-114000" y="3339000"/>
                <a:ext cx="7131000" cy="584775"/>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3" name="TextBox 282">
                <a:extLst>
                  <a:ext uri="{FF2B5EF4-FFF2-40B4-BE49-F238E27FC236}">
                    <a16:creationId xmlns:a16="http://schemas.microsoft.com/office/drawing/2014/main" id="{71C10073-F194-A6D2-DFFF-57A38C275912}"/>
                  </a:ext>
                </a:extLst>
              </p:cNvPr>
              <p:cNvSpPr txBox="1"/>
              <p:nvPr/>
            </p:nvSpPr>
            <p:spPr>
              <a:xfrm>
                <a:off x="5376000" y="333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0</m:t>
                          </m:r>
                          <m:r>
                            <a:rPr lang="en-GB" sz="3200" i="1">
                              <a:solidFill>
                                <a:schemeClr val="accent2">
                                  <a:lumMod val="75000"/>
                                </a:schemeClr>
                              </a:solidFill>
                              <a:latin typeface="Cambria Math" panose="02040503050406030204" pitchFamily="18" charset="0"/>
                            </a:rPr>
                            <m:t>0</m:t>
                          </m:r>
                        </m:sub>
                      </m:sSub>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0</m:t>
                              </m:r>
                              <m:r>
                                <a:rPr lang="en-GB" sz="3200" b="0" i="1" smtClean="0">
                                  <a:solidFill>
                                    <a:schemeClr val="accent1"/>
                                  </a:solidFill>
                                  <a:latin typeface="Cambria Math" panose="02040503050406030204" pitchFamily="18" charset="0"/>
                                </a:rPr>
                                <m:t>1</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1</m:t>
                              </m:r>
                              <m:r>
                                <a:rPr lang="en-GB" sz="3200" i="1">
                                  <a:solidFill>
                                    <a:schemeClr val="accent1"/>
                                  </a:solidFill>
                                  <a:latin typeface="Cambria Math" panose="02040503050406030204" pitchFamily="18" charset="0"/>
                                </a:rPr>
                                <m:t>1</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0</m:t>
                              </m:r>
                              <m:r>
                                <a:rPr lang="en-GB" sz="3200" b="0" i="1" smtClean="0">
                                  <a:solidFill>
                                    <a:schemeClr val="accent6"/>
                                  </a:solidFill>
                                  <a:latin typeface="Cambria Math" panose="02040503050406030204" pitchFamily="18" charset="0"/>
                                </a:rPr>
                                <m:t>1</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i="1">
                                  <a:solidFill>
                                    <a:schemeClr val="accent6"/>
                                  </a:solidFill>
                                  <a:latin typeface="Cambria Math" panose="02040503050406030204" pitchFamily="18" charset="0"/>
                                </a:rPr>
                                <m:t>1</m:t>
                              </m:r>
                            </m:sub>
                          </m:sSub>
                        </m:e>
                      </m:d>
                    </m:oMath>
                  </m:oMathPara>
                </a14:m>
                <a:endParaRPr lang="en-GB" sz="3200" dirty="0"/>
              </a:p>
            </p:txBody>
          </p:sp>
        </mc:Choice>
        <mc:Fallback xmlns="">
          <p:sp>
            <p:nvSpPr>
              <p:cNvPr id="283" name="TextBox 282">
                <a:extLst>
                  <a:ext uri="{FF2B5EF4-FFF2-40B4-BE49-F238E27FC236}">
                    <a16:creationId xmlns:a16="http://schemas.microsoft.com/office/drawing/2014/main" id="{71C10073-F194-A6D2-DFFF-57A38C275912}"/>
                  </a:ext>
                </a:extLst>
              </p:cNvPr>
              <p:cNvSpPr txBox="1">
                <a:spLocks noRot="1" noChangeAspect="1" noMove="1" noResize="1" noEditPoints="1" noAdjustHandles="1" noChangeArrowheads="1" noChangeShapeType="1" noTextEdit="1"/>
              </p:cNvSpPr>
              <p:nvPr/>
            </p:nvSpPr>
            <p:spPr>
              <a:xfrm>
                <a:off x="5376000" y="3339000"/>
                <a:ext cx="7131000" cy="584775"/>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5" name="TextBox 284">
                <a:extLst>
                  <a:ext uri="{FF2B5EF4-FFF2-40B4-BE49-F238E27FC236}">
                    <a16:creationId xmlns:a16="http://schemas.microsoft.com/office/drawing/2014/main" id="{1DE4FDA5-695E-A978-A395-5247244DD4EC}"/>
                  </a:ext>
                </a:extLst>
              </p:cNvPr>
              <p:cNvSpPr txBox="1"/>
              <p:nvPr/>
            </p:nvSpPr>
            <p:spPr>
              <a:xfrm>
                <a:off x="-114000" y="396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1</m:t>
                          </m:r>
                          <m:r>
                            <a:rPr lang="en-GB" sz="3200" b="0" i="1" smtClean="0">
                              <a:solidFill>
                                <a:schemeClr val="accent2">
                                  <a:lumMod val="75000"/>
                                </a:schemeClr>
                              </a:solidFill>
                              <a:latin typeface="Cambria Math" panose="02040503050406030204" pitchFamily="18" charset="0"/>
                            </a:rPr>
                            <m:t>1</m:t>
                          </m:r>
                        </m:sub>
                      </m:sSub>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0</m:t>
                              </m:r>
                              <m:r>
                                <a:rPr lang="en-GB" sz="3200" b="0" i="1" smtClean="0">
                                  <a:solidFill>
                                    <a:schemeClr val="accent1"/>
                                  </a:solidFill>
                                  <a:latin typeface="Cambria Math" panose="02040503050406030204" pitchFamily="18" charset="0"/>
                                </a:rPr>
                                <m:t>0</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1</m:t>
                              </m:r>
                              <m:r>
                                <a:rPr lang="en-GB" sz="3200" b="0" i="1" smtClean="0">
                                  <a:solidFill>
                                    <a:schemeClr val="accent1"/>
                                  </a:solidFill>
                                  <a:latin typeface="Cambria Math" panose="02040503050406030204" pitchFamily="18" charset="0"/>
                                </a:rPr>
                                <m:t>0</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0</m:t>
                              </m:r>
                              <m:r>
                                <a:rPr lang="en-GB" sz="3200" b="0" i="1" smtClean="0">
                                  <a:solidFill>
                                    <a:schemeClr val="accent6"/>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b="0" i="1" smtClean="0">
                                  <a:solidFill>
                                    <a:schemeClr val="accent6"/>
                                  </a:solidFill>
                                  <a:latin typeface="Cambria Math" panose="02040503050406030204" pitchFamily="18" charset="0"/>
                                </a:rPr>
                                <m:t>0</m:t>
                              </m:r>
                            </m:sub>
                          </m:sSub>
                        </m:e>
                      </m:d>
                    </m:oMath>
                  </m:oMathPara>
                </a14:m>
                <a:endParaRPr lang="en-GB" sz="3200" dirty="0"/>
              </a:p>
            </p:txBody>
          </p:sp>
        </mc:Choice>
        <mc:Fallback xmlns="">
          <p:sp>
            <p:nvSpPr>
              <p:cNvPr id="285" name="TextBox 284">
                <a:extLst>
                  <a:ext uri="{FF2B5EF4-FFF2-40B4-BE49-F238E27FC236}">
                    <a16:creationId xmlns:a16="http://schemas.microsoft.com/office/drawing/2014/main" id="{1DE4FDA5-695E-A978-A395-5247244DD4EC}"/>
                  </a:ext>
                </a:extLst>
              </p:cNvPr>
              <p:cNvSpPr txBox="1">
                <a:spLocks noRot="1" noChangeAspect="1" noMove="1" noResize="1" noEditPoints="1" noAdjustHandles="1" noChangeArrowheads="1" noChangeShapeType="1" noTextEdit="1"/>
              </p:cNvSpPr>
              <p:nvPr/>
            </p:nvSpPr>
            <p:spPr>
              <a:xfrm>
                <a:off x="-114000" y="3969000"/>
                <a:ext cx="7131000" cy="584775"/>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7" name="TextBox 286">
                <a:extLst>
                  <a:ext uri="{FF2B5EF4-FFF2-40B4-BE49-F238E27FC236}">
                    <a16:creationId xmlns:a16="http://schemas.microsoft.com/office/drawing/2014/main" id="{A9C26446-44A1-A696-6339-8034FAAB41B4}"/>
                  </a:ext>
                </a:extLst>
              </p:cNvPr>
              <p:cNvSpPr txBox="1"/>
              <p:nvPr/>
            </p:nvSpPr>
            <p:spPr>
              <a:xfrm>
                <a:off x="5376000" y="396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0</m:t>
                              </m:r>
                              <m:r>
                                <a:rPr lang="en-GB" sz="3200" b="0" i="1" smtClean="0">
                                  <a:solidFill>
                                    <a:schemeClr val="accent2">
                                      <a:lumMod val="75000"/>
                                    </a:schemeClr>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0</m:t>
                              </m:r>
                              <m:r>
                                <a:rPr lang="en-GB" sz="3200" i="1">
                                  <a:solidFill>
                                    <a:schemeClr val="accent2">
                                      <a:lumMod val="75000"/>
                                    </a:schemeClr>
                                  </a:solidFill>
                                  <a:latin typeface="Cambria Math" panose="02040503050406030204" pitchFamily="18" charset="0"/>
                                </a:rPr>
                                <m:t>1</m:t>
                              </m:r>
                            </m:sub>
                          </m:sSub>
                        </m:e>
                      </m:d>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1</m:t>
                          </m:r>
                          <m:r>
                            <a:rPr lang="en-GB" sz="3200" i="1">
                              <a:solidFill>
                                <a:schemeClr val="accent1"/>
                              </a:solidFill>
                              <a:latin typeface="Cambria Math" panose="02040503050406030204" pitchFamily="18" charset="0"/>
                            </a:rPr>
                            <m:t>1</m:t>
                          </m:r>
                        </m:sub>
                      </m:sSub>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0</m:t>
                              </m:r>
                              <m:r>
                                <a:rPr lang="en-GB" sz="3200" i="1">
                                  <a:solidFill>
                                    <a:schemeClr val="accent6"/>
                                  </a:solidFill>
                                  <a:latin typeface="Cambria Math" panose="02040503050406030204" pitchFamily="18" charset="0"/>
                                </a:rPr>
                                <m:t>0</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b="0" i="1" smtClean="0">
                                  <a:solidFill>
                                    <a:schemeClr val="accent1"/>
                                  </a:solidFill>
                                  <a:latin typeface="Cambria Math" panose="02040503050406030204" pitchFamily="18" charset="0"/>
                                </a:rPr>
                                <m:t>0</m:t>
                              </m:r>
                              <m:r>
                                <a:rPr lang="en-GB" sz="3200" i="1">
                                  <a:solidFill>
                                    <a:schemeClr val="accent6"/>
                                  </a:solidFill>
                                  <a:latin typeface="Cambria Math" panose="02040503050406030204" pitchFamily="18" charset="0"/>
                                </a:rPr>
                                <m:t>1</m:t>
                              </m:r>
                            </m:sub>
                          </m:sSub>
                        </m:e>
                      </m:d>
                    </m:oMath>
                  </m:oMathPara>
                </a14:m>
                <a:endParaRPr lang="en-GB" sz="3200" dirty="0"/>
              </a:p>
            </p:txBody>
          </p:sp>
        </mc:Choice>
        <mc:Fallback xmlns="">
          <p:sp>
            <p:nvSpPr>
              <p:cNvPr id="287" name="TextBox 286">
                <a:extLst>
                  <a:ext uri="{FF2B5EF4-FFF2-40B4-BE49-F238E27FC236}">
                    <a16:creationId xmlns:a16="http://schemas.microsoft.com/office/drawing/2014/main" id="{A9C26446-44A1-A696-6339-8034FAAB41B4}"/>
                  </a:ext>
                </a:extLst>
              </p:cNvPr>
              <p:cNvSpPr txBox="1">
                <a:spLocks noRot="1" noChangeAspect="1" noMove="1" noResize="1" noEditPoints="1" noAdjustHandles="1" noChangeArrowheads="1" noChangeShapeType="1" noTextEdit="1"/>
              </p:cNvSpPr>
              <p:nvPr/>
            </p:nvSpPr>
            <p:spPr>
              <a:xfrm>
                <a:off x="5376000" y="3969000"/>
                <a:ext cx="7131000" cy="584775"/>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9" name="TextBox 288">
                <a:extLst>
                  <a:ext uri="{FF2B5EF4-FFF2-40B4-BE49-F238E27FC236}">
                    <a16:creationId xmlns:a16="http://schemas.microsoft.com/office/drawing/2014/main" id="{9507CA24-D2C4-3860-3F77-88C9F7BD6228}"/>
                  </a:ext>
                </a:extLst>
              </p:cNvPr>
              <p:cNvSpPr txBox="1"/>
              <p:nvPr/>
            </p:nvSpPr>
            <p:spPr>
              <a:xfrm>
                <a:off x="-114000" y="459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0</m:t>
                              </m:r>
                              <m:r>
                                <a:rPr lang="en-GB" sz="3200" b="0" i="1" smtClean="0">
                                  <a:solidFill>
                                    <a:schemeClr val="accent2">
                                      <a:lumMod val="75000"/>
                                    </a:schemeClr>
                                  </a:solidFill>
                                  <a:latin typeface="Cambria Math" panose="02040503050406030204" pitchFamily="18" charset="0"/>
                                </a:rPr>
                                <m:t>0</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1</m:t>
                              </m:r>
                              <m:r>
                                <a:rPr lang="en-GB" sz="3200" b="0" i="1" smtClean="0">
                                  <a:solidFill>
                                    <a:schemeClr val="accent2">
                                      <a:lumMod val="75000"/>
                                    </a:schemeClr>
                                  </a:solidFill>
                                  <a:latin typeface="Cambria Math" panose="02040503050406030204" pitchFamily="18" charset="0"/>
                                </a:rPr>
                                <m:t>0</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0</m:t>
                              </m:r>
                              <m:r>
                                <a:rPr lang="en-GB" sz="3200" i="1">
                                  <a:solidFill>
                                    <a:schemeClr val="accent1"/>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b="0" i="1" smtClean="0">
                                  <a:solidFill>
                                    <a:schemeClr val="accent2">
                                      <a:lumMod val="75000"/>
                                    </a:schemeClr>
                                  </a:solidFill>
                                  <a:latin typeface="Cambria Math" panose="02040503050406030204" pitchFamily="18" charset="0"/>
                                </a:rPr>
                                <m:t>0</m:t>
                              </m:r>
                              <m:r>
                                <a:rPr lang="en-GB" sz="3200" i="1">
                                  <a:solidFill>
                                    <a:schemeClr val="accent1"/>
                                  </a:solidFill>
                                  <a:latin typeface="Cambria Math" panose="02040503050406030204" pitchFamily="18" charset="0"/>
                                </a:rPr>
                                <m:t>1</m:t>
                              </m:r>
                            </m:sub>
                          </m:sSub>
                        </m:e>
                      </m:d>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1</m:t>
                          </m:r>
                          <m:r>
                            <a:rPr lang="en-GB" sz="3200" i="1">
                              <a:solidFill>
                                <a:schemeClr val="accent6"/>
                              </a:solidFill>
                              <a:latin typeface="Cambria Math" panose="02040503050406030204" pitchFamily="18" charset="0"/>
                            </a:rPr>
                            <m:t>1</m:t>
                          </m:r>
                        </m:sub>
                      </m:sSub>
                    </m:oMath>
                  </m:oMathPara>
                </a14:m>
                <a:endParaRPr lang="en-GB" sz="3200" dirty="0"/>
              </a:p>
            </p:txBody>
          </p:sp>
        </mc:Choice>
        <mc:Fallback xmlns="">
          <p:sp>
            <p:nvSpPr>
              <p:cNvPr id="289" name="TextBox 288">
                <a:extLst>
                  <a:ext uri="{FF2B5EF4-FFF2-40B4-BE49-F238E27FC236}">
                    <a16:creationId xmlns:a16="http://schemas.microsoft.com/office/drawing/2014/main" id="{9507CA24-D2C4-3860-3F77-88C9F7BD6228}"/>
                  </a:ext>
                </a:extLst>
              </p:cNvPr>
              <p:cNvSpPr txBox="1">
                <a:spLocks noRot="1" noChangeAspect="1" noMove="1" noResize="1" noEditPoints="1" noAdjustHandles="1" noChangeArrowheads="1" noChangeShapeType="1" noTextEdit="1"/>
              </p:cNvSpPr>
              <p:nvPr/>
            </p:nvSpPr>
            <p:spPr>
              <a:xfrm>
                <a:off x="-114000" y="4599000"/>
                <a:ext cx="7131000" cy="584775"/>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1" name="TextBox 290">
                <a:extLst>
                  <a:ext uri="{FF2B5EF4-FFF2-40B4-BE49-F238E27FC236}">
                    <a16:creationId xmlns:a16="http://schemas.microsoft.com/office/drawing/2014/main" id="{D88D9C5F-F31E-8BE0-9CB0-280B1D08556A}"/>
                  </a:ext>
                </a:extLst>
              </p:cNvPr>
              <p:cNvSpPr txBox="1"/>
              <p:nvPr/>
            </p:nvSpPr>
            <p:spPr>
              <a:xfrm>
                <a:off x="5376000" y="4599000"/>
                <a:ext cx="7131000"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b="0" i="1" smtClean="0">
                                  <a:solidFill>
                                    <a:schemeClr val="accent6"/>
                                  </a:solidFill>
                                  <a:latin typeface="Cambria Math" panose="02040503050406030204" pitchFamily="18" charset="0"/>
                                </a:rPr>
                                <m:t>0</m:t>
                              </m:r>
                              <m:r>
                                <a:rPr lang="en-GB" sz="3200" b="0" i="1" smtClean="0">
                                  <a:solidFill>
                                    <a:schemeClr val="accent2">
                                      <a:lumMod val="75000"/>
                                    </a:schemeClr>
                                  </a:solidFill>
                                  <a:latin typeface="Cambria Math" panose="02040503050406030204" pitchFamily="18" charset="0"/>
                                </a:rPr>
                                <m:t>1</m:t>
                              </m:r>
                            </m:sub>
                          </m:sSub>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𝑋</m:t>
                              </m:r>
                            </m:e>
                            <m:sub>
                              <m:r>
                                <a:rPr lang="en-GB" sz="3200" i="1">
                                  <a:solidFill>
                                    <a:schemeClr val="accent6"/>
                                  </a:solidFill>
                                  <a:latin typeface="Cambria Math" panose="02040503050406030204" pitchFamily="18" charset="0"/>
                                </a:rPr>
                                <m:t>1</m:t>
                              </m:r>
                              <m:r>
                                <a:rPr lang="en-GB" sz="3200" i="1">
                                  <a:solidFill>
                                    <a:schemeClr val="accent2">
                                      <a:lumMod val="75000"/>
                                    </a:schemeClr>
                                  </a:solidFill>
                                  <a:latin typeface="Cambria Math" panose="02040503050406030204" pitchFamily="18" charset="0"/>
                                </a:rPr>
                                <m:t>1</m:t>
                              </m:r>
                            </m:sub>
                          </m:sSub>
                        </m:e>
                      </m:d>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b="0" i="1" smtClean="0">
                                  <a:solidFill>
                                    <a:schemeClr val="accent2">
                                      <a:lumMod val="75000"/>
                                    </a:schemeClr>
                                  </a:solidFill>
                                  <a:latin typeface="Cambria Math" panose="02040503050406030204" pitchFamily="18" charset="0"/>
                                </a:rPr>
                                <m:t>1</m:t>
                              </m:r>
                              <m:r>
                                <a:rPr lang="en-GB" sz="3200" i="1">
                                  <a:solidFill>
                                    <a:schemeClr val="accent1"/>
                                  </a:solidFill>
                                  <a:latin typeface="Cambria Math" panose="02040503050406030204" pitchFamily="18" charset="0"/>
                                </a:rPr>
                                <m:t>0</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𝑌</m:t>
                              </m:r>
                            </m:e>
                            <m:sub>
                              <m:r>
                                <a:rPr lang="en-GB" sz="3200" i="1">
                                  <a:solidFill>
                                    <a:schemeClr val="accent2">
                                      <a:lumMod val="75000"/>
                                    </a:schemeClr>
                                  </a:solidFill>
                                  <a:latin typeface="Cambria Math" panose="02040503050406030204" pitchFamily="18" charset="0"/>
                                </a:rPr>
                                <m:t>1</m:t>
                              </m:r>
                              <m:r>
                                <a:rPr lang="en-GB" sz="3200" i="1">
                                  <a:solidFill>
                                    <a:schemeClr val="accent1"/>
                                  </a:solidFill>
                                  <a:latin typeface="Cambria Math" panose="02040503050406030204" pitchFamily="18" charset="0"/>
                                </a:rPr>
                                <m:t>1</m:t>
                              </m:r>
                            </m:sub>
                          </m:sSub>
                        </m:e>
                      </m:d>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r>
                            <a:rPr lang="en-GB" sz="3200" i="1">
                              <a:solidFill>
                                <a:schemeClr val="accent1"/>
                              </a:solidFill>
                              <a:latin typeface="Cambria Math" panose="02040503050406030204" pitchFamily="18" charset="0"/>
                            </a:rPr>
                            <m:t>0</m:t>
                          </m:r>
                          <m:r>
                            <a:rPr lang="en-GB" sz="3200" i="1">
                              <a:solidFill>
                                <a:schemeClr val="accent6"/>
                              </a:solidFill>
                              <a:latin typeface="Cambria Math" panose="02040503050406030204" pitchFamily="18" charset="0"/>
                            </a:rPr>
                            <m:t>0</m:t>
                          </m:r>
                        </m:sub>
                      </m:sSub>
                    </m:oMath>
                  </m:oMathPara>
                </a14:m>
                <a:endParaRPr lang="en-GB" sz="3200" dirty="0"/>
              </a:p>
            </p:txBody>
          </p:sp>
        </mc:Choice>
        <mc:Fallback xmlns="">
          <p:sp>
            <p:nvSpPr>
              <p:cNvPr id="291" name="TextBox 290">
                <a:extLst>
                  <a:ext uri="{FF2B5EF4-FFF2-40B4-BE49-F238E27FC236}">
                    <a16:creationId xmlns:a16="http://schemas.microsoft.com/office/drawing/2014/main" id="{D88D9C5F-F31E-8BE0-9CB0-280B1D08556A}"/>
                  </a:ext>
                </a:extLst>
              </p:cNvPr>
              <p:cNvSpPr txBox="1">
                <a:spLocks noRot="1" noChangeAspect="1" noMove="1" noResize="1" noEditPoints="1" noAdjustHandles="1" noChangeArrowheads="1" noChangeShapeType="1" noTextEdit="1"/>
              </p:cNvSpPr>
              <p:nvPr/>
            </p:nvSpPr>
            <p:spPr>
              <a:xfrm>
                <a:off x="5376000" y="4599000"/>
                <a:ext cx="7131000" cy="584775"/>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0BB52775-7EBB-5BE5-30B9-4DE8A5AD4CF4}"/>
                  </a:ext>
                </a:extLst>
              </p:cNvPr>
              <p:cNvSpPr txBox="1"/>
              <p:nvPr/>
            </p:nvSpPr>
            <p:spPr>
              <a:xfrm>
                <a:off x="2765963" y="2618991"/>
                <a:ext cx="990011" cy="646331"/>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GB" sz="3600" dirty="0"/>
              </a:p>
            </p:txBody>
          </p:sp>
        </mc:Choice>
        <mc:Fallback xmlns="">
          <p:sp>
            <p:nvSpPr>
              <p:cNvPr id="293" name="TextBox 292">
                <a:extLst>
                  <a:ext uri="{FF2B5EF4-FFF2-40B4-BE49-F238E27FC236}">
                    <a16:creationId xmlns:a16="http://schemas.microsoft.com/office/drawing/2014/main" id="{0BB52775-7EBB-5BE5-30B9-4DE8A5AD4CF4}"/>
                  </a:ext>
                </a:extLst>
              </p:cNvPr>
              <p:cNvSpPr txBox="1">
                <a:spLocks noRot="1" noChangeAspect="1" noMove="1" noResize="1" noEditPoints="1" noAdjustHandles="1" noChangeArrowheads="1" noChangeShapeType="1" noTextEdit="1"/>
              </p:cNvSpPr>
              <p:nvPr/>
            </p:nvSpPr>
            <p:spPr>
              <a:xfrm>
                <a:off x="2765963" y="2618991"/>
                <a:ext cx="990011" cy="646331"/>
              </a:xfrm>
              <a:prstGeom prst="rect">
                <a:avLst/>
              </a:prstGeom>
              <a:blipFill>
                <a:blip r:embed="rId2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182593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animBg="1"/>
      <p:bldP spid="26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19232-0F9B-FFA3-8AFA-97A0FA15B1D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8D61DBE-6DA0-A96F-0600-B7DCB58E14AE}"/>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solidFill>
                            <a:schemeClr val="tx1">
                              <a:alpha val="0"/>
                            </a:schemeClr>
                          </a:solidFill>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E8D61DBE-6DA0-A96F-0600-B7DCB58E14AE}"/>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842E8290-E72C-86FB-68FD-F0C89CC2EEE9}"/>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A1EEC532-DF6A-45BA-4C20-C69EB368E62C}"/>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cxnSp>
        <p:nvCxnSpPr>
          <p:cNvPr id="18" name="Connector: Curved 17">
            <a:extLst>
              <a:ext uri="{FF2B5EF4-FFF2-40B4-BE49-F238E27FC236}">
                <a16:creationId xmlns:a16="http://schemas.microsoft.com/office/drawing/2014/main" id="{1FC70D46-6F5D-E7E7-7D75-0817EBDBE062}"/>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B5859A1A-CC5E-C8CB-CF75-4D760C2B7837}"/>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EB5DA8-281D-5428-B2EA-D2E6F4701CDA}"/>
                  </a:ext>
                </a:extLst>
              </p:cNvPr>
              <p:cNvSpPr txBox="1"/>
              <p:nvPr/>
            </p:nvSpPr>
            <p:spPr>
              <a:xfrm>
                <a:off x="3048000" y="1449000"/>
                <a:ext cx="6096000" cy="1323439"/>
              </a:xfrm>
              <a:prstGeom prst="rect">
                <a:avLst/>
              </a:prstGeom>
              <a:noFill/>
            </p:spPr>
            <p:txBody>
              <a:bodyPr wrap="square">
                <a:spAutoFit/>
              </a:bodyPr>
              <a:lstStyle/>
              <a:p>
                <a:pPr/>
                <a14:m>
                  <m:oMathPara xmlns:m="http://schemas.openxmlformats.org/officeDocument/2006/math">
                    <m:oMath>
                      <m:r>
                        <a:rPr lang="en-GB" sz="8000" i="1">
                          <a:solidFill>
                            <a:srgbClr val="000000"/>
                          </a:solidFill>
                          <a:latin typeface="Cambria Math" panose="02040503050406030204" pitchFamily="18" charset="0"/>
                          <a:ea typeface="Cambria Math" panose="02040503050406030204" pitchFamily="18" charset="0"/>
                        </a:rPr>
                        <m:t>≿</m:t>
                      </m:r>
                    </m:oMath>
                  </m:oMathPara>
                </a14:m>
                <a:endParaRPr lang="en-GB" sz="8000" dirty="0"/>
              </a:p>
            </p:txBody>
          </p:sp>
        </mc:Choice>
        <mc:Fallback xmlns="">
          <p:sp>
            <p:nvSpPr>
              <p:cNvPr id="9" name="TextBox 8">
                <a:extLst>
                  <a:ext uri="{FF2B5EF4-FFF2-40B4-BE49-F238E27FC236}">
                    <a16:creationId xmlns:a16="http://schemas.microsoft.com/office/drawing/2014/main" id="{7CEB5DA8-281D-5428-B2EA-D2E6F4701CDA}"/>
                  </a:ext>
                </a:extLst>
              </p:cNvPr>
              <p:cNvSpPr txBox="1">
                <a:spLocks noRot="1" noChangeAspect="1" noMove="1" noResize="1" noEditPoints="1" noAdjustHandles="1" noChangeArrowheads="1" noChangeShapeType="1" noTextEdit="1"/>
              </p:cNvSpPr>
              <p:nvPr/>
            </p:nvSpPr>
            <p:spPr>
              <a:xfrm>
                <a:off x="3048000" y="1449000"/>
                <a:ext cx="6096000" cy="1323439"/>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18137078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32232-3BA2-D74F-FC51-7CB483E63D0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DAAD6C-7C0E-A3E4-22D2-420796BD2A76}"/>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solidFill>
                            <a:schemeClr val="tx1">
                              <a:alpha val="0"/>
                            </a:schemeClr>
                          </a:solidFill>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31DAAD6C-7C0E-A3E4-22D2-420796BD2A76}"/>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DEDA8CA8-2E6B-9097-934B-651CCEEA26C3}"/>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89A2FBF2-9E8B-E966-3D29-820FE4839C1D}"/>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sp>
        <p:nvSpPr>
          <p:cNvPr id="8" name="TextBox 7">
            <a:extLst>
              <a:ext uri="{FF2B5EF4-FFF2-40B4-BE49-F238E27FC236}">
                <a16:creationId xmlns:a16="http://schemas.microsoft.com/office/drawing/2014/main" id="{01215678-E8BF-6570-292D-A04DB243C5F3}"/>
              </a:ext>
            </a:extLst>
          </p:cNvPr>
          <p:cNvSpPr txBox="1"/>
          <p:nvPr/>
        </p:nvSpPr>
        <p:spPr>
          <a:xfrm>
            <a:off x="4408481" y="3322675"/>
            <a:ext cx="3375038" cy="646331"/>
          </a:xfrm>
          <a:prstGeom prst="rect">
            <a:avLst/>
          </a:prstGeom>
          <a:noFill/>
        </p:spPr>
        <p:txBody>
          <a:bodyPr wrap="square" rtlCol="0">
            <a:spAutoFit/>
          </a:bodyPr>
          <a:lstStyle/>
          <a:p>
            <a:pPr algn="ctr"/>
            <a:r>
              <a:rPr lang="en-GB" sz="3600" dirty="0">
                <a:solidFill>
                  <a:schemeClr val="accent6"/>
                </a:solidFill>
              </a:rPr>
              <a:t>3-tensor</a:t>
            </a:r>
          </a:p>
        </p:txBody>
      </p:sp>
      <p:cxnSp>
        <p:nvCxnSpPr>
          <p:cNvPr id="18" name="Connector: Curved 17">
            <a:extLst>
              <a:ext uri="{FF2B5EF4-FFF2-40B4-BE49-F238E27FC236}">
                <a16:creationId xmlns:a16="http://schemas.microsoft.com/office/drawing/2014/main" id="{029E91F7-67AE-89E7-A7E3-827F5E8795E7}"/>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75DFF018-DBEF-8B8F-7B88-A5468D9AF1B4}"/>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021A2529-7368-05B3-B9B5-F539713CA6C4}"/>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B3C76C-430F-C795-4E0F-379FF44053E2}"/>
                  </a:ext>
                </a:extLst>
              </p:cNvPr>
              <p:cNvSpPr txBox="1"/>
              <p:nvPr/>
            </p:nvSpPr>
            <p:spPr>
              <a:xfrm>
                <a:off x="3048000" y="1449000"/>
                <a:ext cx="6096000" cy="1323439"/>
              </a:xfrm>
              <a:prstGeom prst="rect">
                <a:avLst/>
              </a:prstGeom>
              <a:noFill/>
            </p:spPr>
            <p:txBody>
              <a:bodyPr wrap="square">
                <a:spAutoFit/>
              </a:bodyPr>
              <a:lstStyle/>
              <a:p>
                <a:pPr/>
                <a14:m>
                  <m:oMathPara xmlns:m="http://schemas.openxmlformats.org/officeDocument/2006/math">
                    <m:oMath>
                      <m:r>
                        <a:rPr lang="en-GB" sz="8000" i="1" smtClean="0">
                          <a:solidFill>
                            <a:schemeClr val="tx1"/>
                          </a:solidFill>
                          <a:latin typeface="Cambria Math" panose="02040503050406030204" pitchFamily="18" charset="0"/>
                        </a:rPr>
                        <m:t>≈</m:t>
                      </m:r>
                    </m:oMath>
                  </m:oMathPara>
                </a14:m>
                <a:endParaRPr lang="en-GB" sz="6600" dirty="0">
                  <a:solidFill>
                    <a:schemeClr val="tx1"/>
                  </a:solidFill>
                </a:endParaRPr>
              </a:p>
            </p:txBody>
          </p:sp>
        </mc:Choice>
        <mc:Fallback xmlns="">
          <p:sp>
            <p:nvSpPr>
              <p:cNvPr id="9" name="TextBox 8">
                <a:extLst>
                  <a:ext uri="{FF2B5EF4-FFF2-40B4-BE49-F238E27FC236}">
                    <a16:creationId xmlns:a16="http://schemas.microsoft.com/office/drawing/2014/main" id="{92B3C76C-430F-C795-4E0F-379FF44053E2}"/>
                  </a:ext>
                </a:extLst>
              </p:cNvPr>
              <p:cNvSpPr txBox="1">
                <a:spLocks noRot="1" noChangeAspect="1" noMove="1" noResize="1" noEditPoints="1" noAdjustHandles="1" noChangeArrowheads="1" noChangeShapeType="1" noTextEdit="1"/>
              </p:cNvSpPr>
              <p:nvPr/>
            </p:nvSpPr>
            <p:spPr>
              <a:xfrm>
                <a:off x="3048000" y="1449000"/>
                <a:ext cx="6096000" cy="1323439"/>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196145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66D8989-ACB4-030F-C6A6-B7B7373305A2}"/>
                  </a:ext>
                </a:extLst>
              </p:cNvPr>
              <p:cNvSpPr txBox="1"/>
              <p:nvPr/>
            </p:nvSpPr>
            <p:spPr>
              <a:xfrm>
                <a:off x="1775952" y="2979021"/>
                <a:ext cx="8640096" cy="1754326"/>
              </a:xfrm>
              <a:prstGeom prst="rect">
                <a:avLst/>
              </a:prstGeom>
              <a:noFill/>
            </p:spPr>
            <p:txBody>
              <a:bodyPr wrap="square" rtlCol="0">
                <a:spAutoFit/>
              </a:bodyPr>
              <a:lstStyle/>
              <a:p>
                <a:pPr/>
                <a14:m>
                  <m:oMathPara xmlns:m="http://schemas.openxmlformats.org/officeDocument/2006/math">
                    <m:oMathParaPr>
                      <m:jc m:val="center"/>
                    </m:oMathParaPr>
                    <m:oMath>
                      <m:r>
                        <a:rPr lang="en-GB" sz="10800" b="0" i="1" smtClean="0">
                          <a:solidFill>
                            <a:schemeClr val="accent3"/>
                          </a:solidFill>
                          <a:latin typeface="Cambria Math" panose="02040503050406030204" pitchFamily="18" charset="0"/>
                        </a:rPr>
                        <m:t>𝑅</m:t>
                      </m:r>
                      <m:d>
                        <m:dPr>
                          <m:ctrlPr>
                            <a:rPr lang="en-GB" sz="10800" b="0" i="1" smtClean="0">
                              <a:solidFill>
                                <a:schemeClr val="accent6"/>
                              </a:solidFill>
                              <a:latin typeface="Cambria Math" panose="02040503050406030204" pitchFamily="18" charset="0"/>
                            </a:rPr>
                          </m:ctrlPr>
                        </m:dPr>
                        <m:e>
                          <m:r>
                            <a:rPr lang="en-GB" sz="10800" b="0" i="1" smtClean="0">
                              <a:solidFill>
                                <a:schemeClr val="accent6"/>
                              </a:solidFill>
                              <a:latin typeface="Cambria Math" panose="02040503050406030204" pitchFamily="18" charset="0"/>
                            </a:rPr>
                            <m:t>𝑇</m:t>
                          </m:r>
                        </m:e>
                      </m:d>
                      <m:r>
                        <a:rPr lang="en-GB" sz="10800" b="0" i="1" smtClean="0">
                          <a:solidFill>
                            <a:schemeClr val="tx1">
                              <a:alpha val="0"/>
                            </a:schemeClr>
                          </a:solidFill>
                          <a:latin typeface="Cambria Math" panose="02040503050406030204" pitchFamily="18" charset="0"/>
                        </a:rPr>
                        <m:t>≈</m:t>
                      </m:r>
                      <m:r>
                        <a:rPr lang="en-GB" sz="10800" b="0" i="1" smtClean="0">
                          <a:solidFill>
                            <a:schemeClr val="accent2"/>
                          </a:solidFill>
                          <a:latin typeface="Cambria Math" panose="02040503050406030204" pitchFamily="18" charset="0"/>
                        </a:rPr>
                        <m:t>𝐶</m:t>
                      </m:r>
                      <m:d>
                        <m:dPr>
                          <m:ctrlPr>
                            <a:rPr lang="en-GB" sz="10800" b="0" i="1" smtClean="0">
                              <a:solidFill>
                                <a:schemeClr val="accent6"/>
                              </a:solidFill>
                              <a:latin typeface="Cambria Math" panose="02040503050406030204" pitchFamily="18" charset="0"/>
                            </a:rPr>
                          </m:ctrlPr>
                        </m:dPr>
                        <m:e>
                          <m:r>
                            <a:rPr lang="en-GB" sz="10800" b="0" i="1" smtClean="0">
                              <a:solidFill>
                                <a:schemeClr val="accent6"/>
                              </a:solidFill>
                              <a:latin typeface="Cambria Math" panose="02040503050406030204" pitchFamily="18" charset="0"/>
                            </a:rPr>
                            <m:t>𝑇</m:t>
                          </m:r>
                        </m:e>
                      </m:d>
                    </m:oMath>
                  </m:oMathPara>
                </a14:m>
                <a:endParaRPr lang="en-GB" sz="10800" dirty="0"/>
              </a:p>
            </p:txBody>
          </p:sp>
        </mc:Choice>
        <mc:Fallback xmlns="">
          <p:sp>
            <p:nvSpPr>
              <p:cNvPr id="2" name="TextBox 1">
                <a:extLst>
                  <a:ext uri="{FF2B5EF4-FFF2-40B4-BE49-F238E27FC236}">
                    <a16:creationId xmlns:a16="http://schemas.microsoft.com/office/drawing/2014/main" id="{B66D8989-ACB4-030F-C6A6-B7B7373305A2}"/>
                  </a:ext>
                </a:extLst>
              </p:cNvPr>
              <p:cNvSpPr txBox="1">
                <a:spLocks noRot="1" noChangeAspect="1" noMove="1" noResize="1" noEditPoints="1" noAdjustHandles="1" noChangeArrowheads="1" noChangeShapeType="1" noTextEdit="1"/>
              </p:cNvSpPr>
              <p:nvPr/>
            </p:nvSpPr>
            <p:spPr>
              <a:xfrm>
                <a:off x="1775952" y="2979021"/>
                <a:ext cx="8640096" cy="1754326"/>
              </a:xfrm>
              <a:prstGeom prst="rect">
                <a:avLst/>
              </a:prstGeom>
              <a:blipFill>
                <a:blip r:embed="rId2"/>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E0065159-1DDD-F58F-FAAF-D0958277B208}"/>
              </a:ext>
            </a:extLst>
          </p:cNvPr>
          <p:cNvSpPr txBox="1"/>
          <p:nvPr/>
        </p:nvSpPr>
        <p:spPr>
          <a:xfrm>
            <a:off x="2495960" y="1089000"/>
            <a:ext cx="7200080" cy="1446550"/>
          </a:xfrm>
          <a:prstGeom prst="rect">
            <a:avLst/>
          </a:prstGeom>
          <a:noFill/>
        </p:spPr>
        <p:txBody>
          <a:bodyPr wrap="square" rtlCol="0">
            <a:spAutoFit/>
          </a:bodyPr>
          <a:lstStyle/>
          <a:p>
            <a:pPr algn="ctr"/>
            <a:r>
              <a:rPr lang="en-GB" sz="4400" dirty="0"/>
              <a:t>„</a:t>
            </a:r>
            <a:r>
              <a:rPr lang="en-GB" sz="4400" dirty="0" err="1"/>
              <a:t>Vermeidung</a:t>
            </a:r>
            <a:r>
              <a:rPr lang="en-GB" sz="4400"/>
              <a:t> von </a:t>
            </a:r>
            <a:r>
              <a:rPr lang="en-GB" sz="4400" dirty="0" err="1"/>
              <a:t>Divisionen</a:t>
            </a:r>
            <a:r>
              <a:rPr lang="en-GB" sz="4400" dirty="0"/>
              <a:t>“</a:t>
            </a:r>
          </a:p>
          <a:p>
            <a:pPr algn="ctr"/>
            <a:r>
              <a:rPr lang="en-GB" sz="4400" dirty="0"/>
              <a:t>Strassen, 1973</a:t>
            </a:r>
          </a:p>
        </p:txBody>
      </p:sp>
      <p:sp>
        <p:nvSpPr>
          <p:cNvPr id="6" name="TextBox 5" hidden="1">
            <a:extLst>
              <a:ext uri="{FF2B5EF4-FFF2-40B4-BE49-F238E27FC236}">
                <a16:creationId xmlns:a16="http://schemas.microsoft.com/office/drawing/2014/main" id="{5A7269DD-1B02-BF64-696E-63D1A2BC2398}"/>
              </a:ext>
            </a:extLst>
          </p:cNvPr>
          <p:cNvSpPr txBox="1"/>
          <p:nvPr/>
        </p:nvSpPr>
        <p:spPr>
          <a:xfrm>
            <a:off x="1055944" y="3158997"/>
            <a:ext cx="10080112" cy="1754326"/>
          </a:xfrm>
          <a:prstGeom prst="rect">
            <a:avLst/>
          </a:prstGeom>
          <a:noFill/>
        </p:spPr>
        <p:txBody>
          <a:bodyPr wrap="square" rtlCol="0">
            <a:spAutoFit/>
          </a:bodyPr>
          <a:lstStyle/>
          <a:p>
            <a:pPr algn="ctr"/>
            <a:r>
              <a:rPr lang="en-GB" sz="10800" dirty="0"/>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66F0F7B-562C-EBD2-EAE8-65C16828CC05}"/>
                  </a:ext>
                </a:extLst>
              </p:cNvPr>
              <p:cNvSpPr txBox="1"/>
              <p:nvPr/>
            </p:nvSpPr>
            <p:spPr>
              <a:xfrm>
                <a:off x="3048000" y="2979023"/>
                <a:ext cx="6096000" cy="1754326"/>
              </a:xfrm>
              <a:prstGeom prst="rect">
                <a:avLst/>
              </a:prstGeom>
              <a:noFill/>
            </p:spPr>
            <p:txBody>
              <a:bodyPr wrap="square">
                <a:spAutoFit/>
              </a:bodyPr>
              <a:lstStyle/>
              <a:p>
                <a:pPr/>
                <a14:m>
                  <m:oMathPara xmlns:m="http://schemas.openxmlformats.org/officeDocument/2006/math">
                    <m:oMath>
                      <m:r>
                        <a:rPr kumimoji="0" lang="en-GB" sz="10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8" name="TextBox 7">
                <a:extLst>
                  <a:ext uri="{FF2B5EF4-FFF2-40B4-BE49-F238E27FC236}">
                    <a16:creationId xmlns:a16="http://schemas.microsoft.com/office/drawing/2014/main" id="{C66F0F7B-562C-EBD2-EAE8-65C16828CC05}"/>
                  </a:ext>
                </a:extLst>
              </p:cNvPr>
              <p:cNvSpPr txBox="1">
                <a:spLocks noRot="1" noChangeAspect="1" noMove="1" noResize="1" noEditPoints="1" noAdjustHandles="1" noChangeArrowheads="1" noChangeShapeType="1" noTextEdit="1"/>
              </p:cNvSpPr>
              <p:nvPr/>
            </p:nvSpPr>
            <p:spPr>
              <a:xfrm>
                <a:off x="3048000" y="2979023"/>
                <a:ext cx="6096000" cy="1754326"/>
              </a:xfrm>
              <a:prstGeom prst="rect">
                <a:avLst/>
              </a:prstGeom>
              <a:blipFill>
                <a:blip r:embed="rId3"/>
                <a:stretch>
                  <a:fillRect/>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F5B5395B-2B63-DAF7-EC53-3FCD99BB3601}"/>
              </a:ext>
            </a:extLst>
          </p:cNvPr>
          <p:cNvSpPr txBox="1"/>
          <p:nvPr/>
        </p:nvSpPr>
        <p:spPr>
          <a:xfrm>
            <a:off x="4408481" y="5229023"/>
            <a:ext cx="3375038" cy="769441"/>
          </a:xfrm>
          <a:prstGeom prst="rect">
            <a:avLst/>
          </a:prstGeom>
          <a:noFill/>
        </p:spPr>
        <p:txBody>
          <a:bodyPr wrap="square" rtlCol="0">
            <a:spAutoFit/>
          </a:bodyPr>
          <a:lstStyle/>
          <a:p>
            <a:pPr algn="ctr"/>
            <a:r>
              <a:rPr lang="en-GB" sz="4400" dirty="0">
                <a:solidFill>
                  <a:schemeClr val="accent6"/>
                </a:solidFill>
              </a:rPr>
              <a:t>3-tensor</a:t>
            </a:r>
          </a:p>
        </p:txBody>
      </p:sp>
      <p:sp>
        <p:nvSpPr>
          <p:cNvPr id="12" name="Left Brace 11">
            <a:extLst>
              <a:ext uri="{FF2B5EF4-FFF2-40B4-BE49-F238E27FC236}">
                <a16:creationId xmlns:a16="http://schemas.microsoft.com/office/drawing/2014/main" id="{7FCFFE8A-1CCA-46B7-C143-17D89C34DB09}"/>
              </a:ext>
            </a:extLst>
          </p:cNvPr>
          <p:cNvSpPr/>
          <p:nvPr/>
        </p:nvSpPr>
        <p:spPr>
          <a:xfrm rot="16200000">
            <a:off x="5848499" y="2146526"/>
            <a:ext cx="450005" cy="5715000"/>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936853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3FA688B-FCAF-17B5-1852-500BE9CA11DC}"/>
                  </a:ext>
                </a:extLst>
              </p:cNvPr>
              <p:cNvSpPr txBox="1"/>
              <p:nvPr/>
            </p:nvSpPr>
            <p:spPr>
              <a:xfrm>
                <a:off x="3048000" y="2105561"/>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accent6"/>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63FA688B-FCAF-17B5-1852-500BE9CA11DC}"/>
                  </a:ext>
                </a:extLst>
              </p:cNvPr>
              <p:cNvSpPr txBox="1">
                <a:spLocks noRot="1" noChangeAspect="1" noMove="1" noResize="1" noEditPoints="1" noAdjustHandles="1" noChangeArrowheads="1" noChangeShapeType="1" noTextEdit="1"/>
              </p:cNvSpPr>
              <p:nvPr/>
            </p:nvSpPr>
            <p:spPr>
              <a:xfrm>
                <a:off x="3048000" y="2105561"/>
                <a:ext cx="6096000"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A29C40-E35E-03E7-219C-A898712EE167}"/>
                  </a:ext>
                </a:extLst>
              </p:cNvPr>
              <p:cNvSpPr txBox="1"/>
              <p:nvPr/>
            </p:nvSpPr>
            <p:spPr>
              <a:xfrm>
                <a:off x="1775952" y="3481487"/>
                <a:ext cx="8640096" cy="1131464"/>
              </a:xfrm>
              <a:prstGeom prst="rect">
                <a:avLst/>
              </a:prstGeom>
              <a:noFill/>
            </p:spPr>
            <p:txBody>
              <a:bodyPr wrap="square">
                <a:spAutoFit/>
              </a:bodyPr>
              <a:lstStyle/>
              <a:p>
                <a:pPr/>
                <a14:m>
                  <m:oMathPara xmlns:m="http://schemas.openxmlformats.org/officeDocument/2006/math">
                    <m:oMath>
                      <m:sSub>
                        <m:sSubPr>
                          <m:ctrlPr>
                            <a:rPr lang="en-GB" sz="6000" b="0" i="1" smtClean="0">
                              <a:solidFill>
                                <a:schemeClr val="tx1"/>
                              </a:solidFill>
                              <a:latin typeface="Cambria Math" panose="02040503050406030204" pitchFamily="18" charset="0"/>
                            </a:rPr>
                          </m:ctrlPr>
                        </m:sSubPr>
                        <m:e>
                          <m:r>
                            <a:rPr lang="en-GB" sz="6000" b="0" i="1" smtClean="0">
                              <a:solidFill>
                                <a:schemeClr val="tx1"/>
                              </a:solidFill>
                              <a:latin typeface="Cambria Math" panose="02040503050406030204" pitchFamily="18" charset="0"/>
                            </a:rPr>
                            <m:t>𝑇</m:t>
                          </m:r>
                        </m:e>
                        <m:sub>
                          <m:r>
                            <a:rPr lang="en-GB" sz="6000" b="0" i="1" smtClean="0">
                              <a:solidFill>
                                <a:schemeClr val="accent6"/>
                              </a:solidFill>
                              <a:latin typeface="Cambria Math" panose="02040503050406030204" pitchFamily="18" charset="0"/>
                            </a:rPr>
                            <m:t>𝑖</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𝑖</m:t>
                              </m:r>
                            </m:e>
                            <m:sup>
                              <m:r>
                                <a:rPr lang="en-GB" sz="6000" b="0" i="1" smtClean="0">
                                  <a:solidFill>
                                    <a:schemeClr val="accent1"/>
                                  </a:solidFill>
                                  <a:latin typeface="Cambria Math" panose="02040503050406030204" pitchFamily="18" charset="0"/>
                                </a:rPr>
                                <m:t>′</m:t>
                              </m:r>
                            </m:sup>
                          </m:sSup>
                          <m:r>
                            <a:rPr lang="en-GB" sz="6000" b="0" i="1" smtClean="0">
                              <a:solidFill>
                                <a:schemeClr val="tx1"/>
                              </a:solidFill>
                              <a:latin typeface="Cambria Math" panose="02040503050406030204" pitchFamily="18" charset="0"/>
                            </a:rPr>
                            <m:t>,</m:t>
                          </m:r>
                          <m:r>
                            <a:rPr lang="en-GB" sz="6000" b="0" i="1" smtClean="0">
                              <a:solidFill>
                                <a:schemeClr val="accent6"/>
                              </a:solidFill>
                              <a:latin typeface="Cambria Math" panose="02040503050406030204" pitchFamily="18" charset="0"/>
                            </a:rPr>
                            <m:t>𝑗</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𝑗</m:t>
                              </m:r>
                            </m:e>
                            <m:sup>
                              <m:r>
                                <a:rPr lang="en-GB" sz="6000" b="0" i="1" smtClean="0">
                                  <a:solidFill>
                                    <a:schemeClr val="accent1"/>
                                  </a:solidFill>
                                  <a:latin typeface="Cambria Math" panose="02040503050406030204" pitchFamily="18" charset="0"/>
                                </a:rPr>
                                <m:t>′</m:t>
                              </m:r>
                            </m:sup>
                          </m:sSup>
                          <m:r>
                            <a:rPr lang="en-GB" sz="6000" b="0" i="1" smtClean="0">
                              <a:solidFill>
                                <a:schemeClr val="tx1"/>
                              </a:solidFill>
                              <a:latin typeface="Cambria Math" panose="02040503050406030204" pitchFamily="18" charset="0"/>
                            </a:rPr>
                            <m:t>,</m:t>
                          </m:r>
                          <m:r>
                            <a:rPr lang="en-GB" sz="6000" b="0" i="1" smtClean="0">
                              <a:solidFill>
                                <a:schemeClr val="accent6"/>
                              </a:solidFill>
                              <a:latin typeface="Cambria Math" panose="02040503050406030204" pitchFamily="18" charset="0"/>
                            </a:rPr>
                            <m:t>𝑘</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𝑘</m:t>
                              </m:r>
                            </m:e>
                            <m:sup>
                              <m:r>
                                <a:rPr lang="en-GB" sz="6000" b="0" i="1" smtClean="0">
                                  <a:solidFill>
                                    <a:schemeClr val="accent1"/>
                                  </a:solidFill>
                                  <a:latin typeface="Cambria Math" panose="02040503050406030204" pitchFamily="18" charset="0"/>
                                </a:rPr>
                                <m:t>′</m:t>
                              </m:r>
                            </m:sup>
                          </m:sSup>
                        </m:sub>
                      </m:sSub>
                      <m:r>
                        <a:rPr lang="en-GB" sz="6000" b="0" i="1" smtClean="0">
                          <a:solidFill>
                            <a:schemeClr val="tx1"/>
                          </a:solidFill>
                          <a:latin typeface="Cambria Math" panose="02040503050406030204" pitchFamily="18" charset="0"/>
                        </a:rPr>
                        <m:t>=</m:t>
                      </m:r>
                      <m:sSub>
                        <m:sSubPr>
                          <m:ctrlPr>
                            <a:rPr lang="en-GB" sz="6000" b="0" i="1" smtClean="0">
                              <a:solidFill>
                                <a:schemeClr val="accent6"/>
                              </a:solidFill>
                              <a:latin typeface="Cambria Math" panose="02040503050406030204" pitchFamily="18" charset="0"/>
                            </a:rPr>
                          </m:ctrlPr>
                        </m:sSubPr>
                        <m:e>
                          <m:r>
                            <a:rPr lang="en-GB" sz="6000" b="0" i="1" smtClean="0">
                              <a:solidFill>
                                <a:schemeClr val="accent6"/>
                              </a:solidFill>
                              <a:latin typeface="Cambria Math" panose="02040503050406030204" pitchFamily="18" charset="0"/>
                            </a:rPr>
                            <m:t>𝑈</m:t>
                          </m:r>
                        </m:e>
                        <m:sub>
                          <m:r>
                            <a:rPr lang="en-GB" sz="6000" b="0" i="1" smtClean="0">
                              <a:solidFill>
                                <a:schemeClr val="accent6"/>
                              </a:solidFill>
                              <a:latin typeface="Cambria Math" panose="02040503050406030204" pitchFamily="18" charset="0"/>
                            </a:rPr>
                            <m:t>𝑖𝑗𝑘</m:t>
                          </m:r>
                        </m:sub>
                      </m:sSub>
                      <m:r>
                        <a:rPr lang="en-GB" sz="6000" b="0" i="1" smtClean="0">
                          <a:solidFill>
                            <a:schemeClr val="tx1"/>
                          </a:solidFill>
                          <a:latin typeface="Cambria Math" panose="02040503050406030204" pitchFamily="18" charset="0"/>
                        </a:rPr>
                        <m:t>⋅</m:t>
                      </m:r>
                      <m:sSub>
                        <m:sSubPr>
                          <m:ctrlPr>
                            <a:rPr lang="en-GB" sz="6000" b="0" i="1" smtClean="0">
                              <a:solidFill>
                                <a:schemeClr val="accent1"/>
                              </a:solidFill>
                              <a:latin typeface="Cambria Math" panose="02040503050406030204" pitchFamily="18" charset="0"/>
                            </a:rPr>
                          </m:ctrlPr>
                        </m:sSubPr>
                        <m:e>
                          <m:r>
                            <a:rPr lang="en-GB" sz="6000" b="0" i="1" smtClean="0">
                              <a:solidFill>
                                <a:schemeClr val="accent1"/>
                              </a:solidFill>
                              <a:latin typeface="Cambria Math" panose="02040503050406030204" pitchFamily="18" charset="0"/>
                            </a:rPr>
                            <m:t>𝑉</m:t>
                          </m:r>
                        </m:e>
                        <m:sub>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𝑖</m:t>
                              </m:r>
                            </m:e>
                            <m:sup>
                              <m:r>
                                <a:rPr lang="en-GB" sz="6000" b="0" i="1" smtClean="0">
                                  <a:solidFill>
                                    <a:schemeClr val="accent1"/>
                                  </a:solidFill>
                                  <a:latin typeface="Cambria Math" panose="02040503050406030204" pitchFamily="18" charset="0"/>
                                </a:rPr>
                                <m:t>′</m:t>
                              </m:r>
                            </m:sup>
                          </m:sSup>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𝑗</m:t>
                              </m:r>
                            </m:e>
                            <m:sup>
                              <m:r>
                                <a:rPr lang="en-GB" sz="6000" b="0" i="1" smtClean="0">
                                  <a:solidFill>
                                    <a:schemeClr val="accent1"/>
                                  </a:solidFill>
                                  <a:latin typeface="Cambria Math" panose="02040503050406030204" pitchFamily="18" charset="0"/>
                                </a:rPr>
                                <m:t>′</m:t>
                              </m:r>
                            </m:sup>
                          </m:sSup>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𝑘</m:t>
                              </m:r>
                            </m:e>
                            <m:sup>
                              <m:r>
                                <a:rPr lang="en-GB" sz="6000" b="0" i="1" smtClean="0">
                                  <a:solidFill>
                                    <a:schemeClr val="accent1"/>
                                  </a:solidFill>
                                  <a:latin typeface="Cambria Math" panose="02040503050406030204" pitchFamily="18" charset="0"/>
                                </a:rPr>
                                <m:t>′</m:t>
                              </m:r>
                            </m:sup>
                          </m:sSup>
                        </m:sub>
                      </m:sSub>
                    </m:oMath>
                  </m:oMathPara>
                </a14:m>
                <a:endParaRPr lang="en-GB" sz="1400" dirty="0">
                  <a:solidFill>
                    <a:schemeClr val="tx1"/>
                  </a:solidFill>
                </a:endParaRPr>
              </a:p>
            </p:txBody>
          </p:sp>
        </mc:Choice>
        <mc:Fallback xmlns="">
          <p:sp>
            <p:nvSpPr>
              <p:cNvPr id="30" name="TextBox 29">
                <a:extLst>
                  <a:ext uri="{FF2B5EF4-FFF2-40B4-BE49-F238E27FC236}">
                    <a16:creationId xmlns:a16="http://schemas.microsoft.com/office/drawing/2014/main" id="{25A29C40-E35E-03E7-219C-A898712EE167}"/>
                  </a:ext>
                </a:extLst>
              </p:cNvPr>
              <p:cNvSpPr txBox="1">
                <a:spLocks noRot="1" noChangeAspect="1" noMove="1" noResize="1" noEditPoints="1" noAdjustHandles="1" noChangeArrowheads="1" noChangeShapeType="1" noTextEdit="1"/>
              </p:cNvSpPr>
              <p:nvPr/>
            </p:nvSpPr>
            <p:spPr>
              <a:xfrm>
                <a:off x="1775952" y="3481487"/>
                <a:ext cx="8640096" cy="1131464"/>
              </a:xfrm>
              <a:prstGeom prst="rect">
                <a:avLst/>
              </a:prstGeom>
              <a:blipFill>
                <a:blip r:embed="rId4"/>
                <a:stretch>
                  <a:fillRect/>
                </a:stretch>
              </a:blipFill>
            </p:spPr>
            <p:txBody>
              <a:bodyPr/>
              <a:lstStyle/>
              <a:p>
                <a:r>
                  <a:rPr lang="en-GB">
                    <a:noFill/>
                  </a:rPr>
                  <a:t> </a:t>
                </a:r>
              </a:p>
            </p:txBody>
          </p:sp>
        </mc:Fallback>
      </mc:AlternateContent>
      <p:sp>
        <p:nvSpPr>
          <p:cNvPr id="34" name="TextBox 33">
            <a:extLst>
              <a:ext uri="{FF2B5EF4-FFF2-40B4-BE49-F238E27FC236}">
                <a16:creationId xmlns:a16="http://schemas.microsoft.com/office/drawing/2014/main" id="{5B637855-38C3-27FD-7825-680DF0DDB4BF}"/>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Kronecker</a:t>
            </a:r>
            <a:r>
              <a:rPr lang="en-GB" sz="6000" dirty="0">
                <a:solidFill>
                  <a:schemeClr val="tx1"/>
                </a:solidFill>
              </a:rPr>
              <a:t> product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81829BF-48F6-4120-2DCB-96BE3946D4AE}"/>
                  </a:ext>
                </a:extLst>
              </p:cNvPr>
              <p:cNvSpPr txBox="1"/>
              <p:nvPr/>
            </p:nvSpPr>
            <p:spPr>
              <a:xfrm>
                <a:off x="5285991" y="2105561"/>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381829BF-48F6-4120-2DCB-96BE3946D4AE}"/>
                  </a:ext>
                </a:extLst>
              </p:cNvPr>
              <p:cNvSpPr txBox="1">
                <a:spLocks noRot="1" noChangeAspect="1" noMove="1" noResize="1" noEditPoints="1" noAdjustHandles="1" noChangeArrowheads="1" noChangeShapeType="1" noTextEdit="1"/>
              </p:cNvSpPr>
              <p:nvPr/>
            </p:nvSpPr>
            <p:spPr>
              <a:xfrm>
                <a:off x="5285991" y="2105561"/>
                <a:ext cx="1440016" cy="132343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C175BF-6630-CF43-450A-23622AD3A029}"/>
                  </a:ext>
                </a:extLst>
              </p:cNvPr>
              <p:cNvSpPr txBox="1"/>
              <p:nvPr/>
            </p:nvSpPr>
            <p:spPr>
              <a:xfrm>
                <a:off x="7446015" y="2115845"/>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1"/>
                          </a:solidFill>
                          <a:latin typeface="Cambria Math" panose="02040503050406030204" pitchFamily="18" charset="0"/>
                        </a:rPr>
                        <m:t>𝑉</m:t>
                      </m:r>
                    </m:oMath>
                  </m:oMathPara>
                </a14:m>
                <a:endParaRPr lang="en-GB" sz="4800" dirty="0">
                  <a:solidFill>
                    <a:schemeClr val="accent1"/>
                  </a:solidFill>
                </a:endParaRPr>
              </a:p>
            </p:txBody>
          </p:sp>
        </mc:Choice>
        <mc:Fallback xmlns="">
          <p:sp>
            <p:nvSpPr>
              <p:cNvPr id="38" name="TextBox 37">
                <a:extLst>
                  <a:ext uri="{FF2B5EF4-FFF2-40B4-BE49-F238E27FC236}">
                    <a16:creationId xmlns:a16="http://schemas.microsoft.com/office/drawing/2014/main" id="{06C175BF-6630-CF43-450A-23622AD3A029}"/>
                  </a:ext>
                </a:extLst>
              </p:cNvPr>
              <p:cNvSpPr txBox="1">
                <a:spLocks noRot="1" noChangeAspect="1" noMove="1" noResize="1" noEditPoints="1" noAdjustHandles="1" noChangeArrowheads="1" noChangeShapeType="1" noTextEdit="1"/>
              </p:cNvSpPr>
              <p:nvPr/>
            </p:nvSpPr>
            <p:spPr>
              <a:xfrm>
                <a:off x="7446015" y="2115845"/>
                <a:ext cx="1440016" cy="1323439"/>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4094820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6476-268E-AF0F-F6F5-B4A1CF3B5CA5}"/>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9CA4A702-5644-723B-1704-17E036C6317B}"/>
              </a:ext>
            </a:extLst>
          </p:cNvPr>
          <p:cNvGrpSpPr/>
          <p:nvPr/>
        </p:nvGrpSpPr>
        <p:grpSpPr>
          <a:xfrm>
            <a:off x="965943" y="2438989"/>
            <a:ext cx="1710019" cy="1710020"/>
            <a:chOff x="1775952" y="2438989"/>
            <a:chExt cx="1710019" cy="1710020"/>
          </a:xfrm>
        </p:grpSpPr>
        <p:sp>
          <p:nvSpPr>
            <p:cNvPr id="2" name="Cube 1">
              <a:extLst>
                <a:ext uri="{FF2B5EF4-FFF2-40B4-BE49-F238E27FC236}">
                  <a16:creationId xmlns:a16="http://schemas.microsoft.com/office/drawing/2014/main" id="{92C2BCA3-AE07-61E0-9F48-6024F2DBBFCC}"/>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ube 3">
              <a:extLst>
                <a:ext uri="{FF2B5EF4-FFF2-40B4-BE49-F238E27FC236}">
                  <a16:creationId xmlns:a16="http://schemas.microsoft.com/office/drawing/2014/main" id="{8AC5993A-1863-FBCB-28BA-173D2A3EFB35}"/>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ube 7">
              <a:extLst>
                <a:ext uri="{FF2B5EF4-FFF2-40B4-BE49-F238E27FC236}">
                  <a16:creationId xmlns:a16="http://schemas.microsoft.com/office/drawing/2014/main" id="{36CE91E9-0B2A-CD2D-3990-F68DB91FEA7C}"/>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ube 9">
              <a:extLst>
                <a:ext uri="{FF2B5EF4-FFF2-40B4-BE49-F238E27FC236}">
                  <a16:creationId xmlns:a16="http://schemas.microsoft.com/office/drawing/2014/main" id="{F554F95E-B80D-E951-81C2-1E530644F7CE}"/>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ube 19">
              <a:extLst>
                <a:ext uri="{FF2B5EF4-FFF2-40B4-BE49-F238E27FC236}">
                  <a16:creationId xmlns:a16="http://schemas.microsoft.com/office/drawing/2014/main" id="{73C1CE0B-DA01-415C-4B1C-FCBA1B5ED250}"/>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ube 21">
              <a:extLst>
                <a:ext uri="{FF2B5EF4-FFF2-40B4-BE49-F238E27FC236}">
                  <a16:creationId xmlns:a16="http://schemas.microsoft.com/office/drawing/2014/main" id="{948258B8-610E-D73B-5EFA-715EF4293EAD}"/>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ube 23">
              <a:extLst>
                <a:ext uri="{FF2B5EF4-FFF2-40B4-BE49-F238E27FC236}">
                  <a16:creationId xmlns:a16="http://schemas.microsoft.com/office/drawing/2014/main" id="{B83F8384-06CC-EE03-EB45-A1FED6DC1304}"/>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ube 25">
              <a:extLst>
                <a:ext uri="{FF2B5EF4-FFF2-40B4-BE49-F238E27FC236}">
                  <a16:creationId xmlns:a16="http://schemas.microsoft.com/office/drawing/2014/main" id="{F4F7DBC6-0EEA-DFB3-A3C0-227C17421741}"/>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9B12285-7342-0AFE-395B-C18D64AF8293}"/>
                  </a:ext>
                </a:extLst>
              </p:cNvPr>
              <p:cNvSpPr txBox="1"/>
              <p:nvPr/>
            </p:nvSpPr>
            <p:spPr>
              <a:xfrm>
                <a:off x="425937" y="795651"/>
                <a:ext cx="6096000" cy="923330"/>
              </a:xfrm>
              <a:prstGeom prst="rect">
                <a:avLst/>
              </a:prstGeom>
              <a:noFill/>
            </p:spPr>
            <p:txBody>
              <a:bodyPr wrap="square">
                <a:spAutoFit/>
              </a:bodyPr>
              <a:lstStyle/>
              <a:p>
                <a:pPr/>
                <a14:m>
                  <m:oMathPara xmlns:m="http://schemas.openxmlformats.org/officeDocument/2006/math">
                    <m:oMath>
                      <m:r>
                        <a:rPr lang="en-GB" sz="5400" b="0" i="1" smtClean="0">
                          <a:solidFill>
                            <a:schemeClr val="tx1"/>
                          </a:solidFill>
                          <a:latin typeface="Cambria Math" panose="02040503050406030204" pitchFamily="18" charset="0"/>
                        </a:rPr>
                        <m:t>𝑇</m:t>
                      </m:r>
                      <m:r>
                        <a:rPr lang="en-GB" sz="5400" b="0" i="1" smtClean="0">
                          <a:solidFill>
                            <a:schemeClr val="tx1"/>
                          </a:solidFill>
                          <a:latin typeface="Cambria Math" panose="02040503050406030204" pitchFamily="18" charset="0"/>
                        </a:rPr>
                        <m:t>=</m:t>
                      </m:r>
                      <m:r>
                        <a:rPr lang="en-GB" sz="5400" b="0" i="1" smtClean="0">
                          <a:solidFill>
                            <a:schemeClr val="accent6"/>
                          </a:solidFill>
                          <a:latin typeface="Cambria Math" panose="02040503050406030204" pitchFamily="18" charset="0"/>
                        </a:rPr>
                        <m:t>𝑈</m:t>
                      </m:r>
                      <m:r>
                        <a:rPr lang="en-GB" sz="5400" b="0" i="1" smtClean="0">
                          <a:solidFill>
                            <a:schemeClr val="tx1"/>
                          </a:solidFill>
                          <a:latin typeface="Cambria Math" panose="02040503050406030204" pitchFamily="18" charset="0"/>
                        </a:rPr>
                        <m:t>⊗</m:t>
                      </m:r>
                      <m:r>
                        <a:rPr lang="en-GB" sz="5400" b="0" i="1" smtClean="0">
                          <a:solidFill>
                            <a:schemeClr val="accent1"/>
                          </a:solidFill>
                          <a:latin typeface="Cambria Math" panose="02040503050406030204" pitchFamily="18" charset="0"/>
                        </a:rPr>
                        <m:t>𝑉</m:t>
                      </m:r>
                    </m:oMath>
                  </m:oMathPara>
                </a14:m>
                <a:endParaRPr lang="en-GB" sz="1200" dirty="0">
                  <a:solidFill>
                    <a:schemeClr val="tx1"/>
                  </a:solidFill>
                </a:endParaRPr>
              </a:p>
            </p:txBody>
          </p:sp>
        </mc:Choice>
        <mc:Fallback xmlns="">
          <p:sp>
            <p:nvSpPr>
              <p:cNvPr id="28" name="TextBox 27">
                <a:extLst>
                  <a:ext uri="{FF2B5EF4-FFF2-40B4-BE49-F238E27FC236}">
                    <a16:creationId xmlns:a16="http://schemas.microsoft.com/office/drawing/2014/main" id="{09B12285-7342-0AFE-395B-C18D64AF8293}"/>
                  </a:ext>
                </a:extLst>
              </p:cNvPr>
              <p:cNvSpPr txBox="1">
                <a:spLocks noRot="1" noChangeAspect="1" noMove="1" noResize="1" noEditPoints="1" noAdjustHandles="1" noChangeArrowheads="1" noChangeShapeType="1" noTextEdit="1"/>
              </p:cNvSpPr>
              <p:nvPr/>
            </p:nvSpPr>
            <p:spPr>
              <a:xfrm>
                <a:off x="425937" y="795651"/>
                <a:ext cx="6096000"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D71B45E-BF78-C5CC-098C-9E5C87BAC313}"/>
                  </a:ext>
                </a:extLst>
              </p:cNvPr>
              <p:cNvSpPr txBox="1"/>
              <p:nvPr/>
            </p:nvSpPr>
            <p:spPr>
              <a:xfrm>
                <a:off x="1055944"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𝑈</m:t>
                      </m:r>
                    </m:oMath>
                  </m:oMathPara>
                </a14:m>
                <a:endParaRPr lang="en-GB" sz="2800" dirty="0"/>
              </a:p>
            </p:txBody>
          </p:sp>
        </mc:Choice>
        <mc:Fallback xmlns="">
          <p:sp>
            <p:nvSpPr>
              <p:cNvPr id="5" name="TextBox 4">
                <a:extLst>
                  <a:ext uri="{FF2B5EF4-FFF2-40B4-BE49-F238E27FC236}">
                    <a16:creationId xmlns:a16="http://schemas.microsoft.com/office/drawing/2014/main" id="{2D71B45E-BF78-C5CC-098C-9E5C87BAC313}"/>
                  </a:ext>
                </a:extLst>
              </p:cNvPr>
              <p:cNvSpPr txBox="1">
                <a:spLocks noRot="1" noChangeAspect="1" noMove="1" noResize="1" noEditPoints="1" noAdjustHandles="1" noChangeArrowheads="1" noChangeShapeType="1" noTextEdit="1"/>
              </p:cNvSpPr>
              <p:nvPr/>
            </p:nvSpPr>
            <p:spPr>
              <a:xfrm>
                <a:off x="1055944" y="5229020"/>
                <a:ext cx="1440016" cy="83099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3F69A26-869D-B0EA-9870-B4C02CDEC938}"/>
                  </a:ext>
                </a:extLst>
              </p:cNvPr>
              <p:cNvSpPr txBox="1"/>
              <p:nvPr/>
            </p:nvSpPr>
            <p:spPr>
              <a:xfrm>
                <a:off x="2675962" y="3068996"/>
                <a:ext cx="900010"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m:t>
                      </m:r>
                    </m:oMath>
                  </m:oMathPara>
                </a14:m>
                <a:endParaRPr lang="en-GB" sz="3600" dirty="0"/>
              </a:p>
            </p:txBody>
          </p:sp>
        </mc:Choice>
        <mc:Fallback xmlns="">
          <p:sp>
            <p:nvSpPr>
              <p:cNvPr id="53" name="TextBox 52">
                <a:extLst>
                  <a:ext uri="{FF2B5EF4-FFF2-40B4-BE49-F238E27FC236}">
                    <a16:creationId xmlns:a16="http://schemas.microsoft.com/office/drawing/2014/main" id="{33F69A26-869D-B0EA-9870-B4C02CDEC938}"/>
                  </a:ext>
                </a:extLst>
              </p:cNvPr>
              <p:cNvSpPr txBox="1">
                <a:spLocks noRot="1" noChangeAspect="1" noMove="1" noResize="1" noEditPoints="1" noAdjustHandles="1" noChangeArrowheads="1" noChangeShapeType="1" noTextEdit="1"/>
              </p:cNvSpPr>
              <p:nvPr/>
            </p:nvSpPr>
            <p:spPr>
              <a:xfrm>
                <a:off x="2675962" y="3068996"/>
                <a:ext cx="900010" cy="646331"/>
              </a:xfrm>
              <a:prstGeom prst="rect">
                <a:avLst/>
              </a:prstGeom>
              <a:blipFill>
                <a:blip r:embed="rId4"/>
                <a:stretch>
                  <a:fillRect/>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3C857E79-F6FC-1171-8D9E-94540507163E}"/>
              </a:ext>
            </a:extLst>
          </p:cNvPr>
          <p:cNvGrpSpPr/>
          <p:nvPr/>
        </p:nvGrpSpPr>
        <p:grpSpPr>
          <a:xfrm>
            <a:off x="965943" y="2438989"/>
            <a:ext cx="1710019" cy="1710020"/>
            <a:chOff x="1775952" y="2438989"/>
            <a:chExt cx="1710019" cy="1710020"/>
          </a:xfrm>
        </p:grpSpPr>
        <p:sp>
          <p:nvSpPr>
            <p:cNvPr id="6" name="Cube 5">
              <a:extLst>
                <a:ext uri="{FF2B5EF4-FFF2-40B4-BE49-F238E27FC236}">
                  <a16:creationId xmlns:a16="http://schemas.microsoft.com/office/drawing/2014/main" id="{9AF3DDD1-55F9-95AC-88C4-7159B39F626C}"/>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ube 6">
              <a:extLst>
                <a:ext uri="{FF2B5EF4-FFF2-40B4-BE49-F238E27FC236}">
                  <a16:creationId xmlns:a16="http://schemas.microsoft.com/office/drawing/2014/main" id="{880C5480-BD7E-655D-B119-BDF8F7504F9D}"/>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ube 8">
              <a:extLst>
                <a:ext uri="{FF2B5EF4-FFF2-40B4-BE49-F238E27FC236}">
                  <a16:creationId xmlns:a16="http://schemas.microsoft.com/office/drawing/2014/main" id="{C2F65FFD-AC0D-3A58-FC3F-B52006428008}"/>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ube 10">
              <a:extLst>
                <a:ext uri="{FF2B5EF4-FFF2-40B4-BE49-F238E27FC236}">
                  <a16:creationId xmlns:a16="http://schemas.microsoft.com/office/drawing/2014/main" id="{A238CCA3-0E4F-E7FD-688E-5E3F24E13B53}"/>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Cube 11">
              <a:extLst>
                <a:ext uri="{FF2B5EF4-FFF2-40B4-BE49-F238E27FC236}">
                  <a16:creationId xmlns:a16="http://schemas.microsoft.com/office/drawing/2014/main" id="{386DD75D-373C-67E6-0595-304B3CB3FB8A}"/>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ube 12">
              <a:extLst>
                <a:ext uri="{FF2B5EF4-FFF2-40B4-BE49-F238E27FC236}">
                  <a16:creationId xmlns:a16="http://schemas.microsoft.com/office/drawing/2014/main" id="{C7059316-F2C8-40EC-8BFE-79DA6629582A}"/>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ube 13">
              <a:extLst>
                <a:ext uri="{FF2B5EF4-FFF2-40B4-BE49-F238E27FC236}">
                  <a16:creationId xmlns:a16="http://schemas.microsoft.com/office/drawing/2014/main" id="{E0D57ABB-B6E3-52FD-A3E8-8130D9AC0292}"/>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ube 14">
              <a:extLst>
                <a:ext uri="{FF2B5EF4-FFF2-40B4-BE49-F238E27FC236}">
                  <a16:creationId xmlns:a16="http://schemas.microsoft.com/office/drawing/2014/main" id="{52A68FA9-64AD-F6A7-6B95-E42C664596A9}"/>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8" name="Group 17">
            <a:extLst>
              <a:ext uri="{FF2B5EF4-FFF2-40B4-BE49-F238E27FC236}">
                <a16:creationId xmlns:a16="http://schemas.microsoft.com/office/drawing/2014/main" id="{EB09892E-B086-E1F5-788F-DDF6D9C3A9E0}"/>
              </a:ext>
            </a:extLst>
          </p:cNvPr>
          <p:cNvGrpSpPr/>
          <p:nvPr/>
        </p:nvGrpSpPr>
        <p:grpSpPr>
          <a:xfrm>
            <a:off x="3575972" y="2348988"/>
            <a:ext cx="2070023" cy="2070023"/>
            <a:chOff x="4655984" y="2348988"/>
            <a:chExt cx="2070023" cy="2070023"/>
          </a:xfrm>
        </p:grpSpPr>
        <p:sp>
          <p:nvSpPr>
            <p:cNvPr id="19" name="Cube 18">
              <a:extLst>
                <a:ext uri="{FF2B5EF4-FFF2-40B4-BE49-F238E27FC236}">
                  <a16:creationId xmlns:a16="http://schemas.microsoft.com/office/drawing/2014/main" id="{2B2F61FA-F336-24B5-2725-87592C52FC15}"/>
                </a:ext>
              </a:extLst>
            </p:cNvPr>
            <p:cNvSpPr/>
            <p:nvPr/>
          </p:nvSpPr>
          <p:spPr>
            <a:xfrm>
              <a:off x="4655984" y="3789004"/>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Cube 20">
              <a:extLst>
                <a:ext uri="{FF2B5EF4-FFF2-40B4-BE49-F238E27FC236}">
                  <a16:creationId xmlns:a16="http://schemas.microsoft.com/office/drawing/2014/main" id="{AFD17C86-2230-E0D7-A9E8-C499D5DCDBC3}"/>
                </a:ext>
              </a:extLst>
            </p:cNvPr>
            <p:cNvSpPr/>
            <p:nvPr/>
          </p:nvSpPr>
          <p:spPr>
            <a:xfrm>
              <a:off x="5375992"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Cube 22">
              <a:extLst>
                <a:ext uri="{FF2B5EF4-FFF2-40B4-BE49-F238E27FC236}">
                  <a16:creationId xmlns:a16="http://schemas.microsoft.com/office/drawing/2014/main" id="{79C902CF-9602-BB2B-DD17-BCD2544D10F8}"/>
                </a:ext>
              </a:extLst>
            </p:cNvPr>
            <p:cNvSpPr/>
            <p:nvPr/>
          </p:nvSpPr>
          <p:spPr>
            <a:xfrm>
              <a:off x="6096000"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Cube 24">
              <a:extLst>
                <a:ext uri="{FF2B5EF4-FFF2-40B4-BE49-F238E27FC236}">
                  <a16:creationId xmlns:a16="http://schemas.microsoft.com/office/drawing/2014/main" id="{C8D1B1C7-2A7F-55EF-29D0-DC38A01ED2E9}"/>
                </a:ext>
              </a:extLst>
            </p:cNvPr>
            <p:cNvSpPr/>
            <p:nvPr/>
          </p:nvSpPr>
          <p:spPr>
            <a:xfrm>
              <a:off x="4655984" y="3068996"/>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Cube 26">
              <a:extLst>
                <a:ext uri="{FF2B5EF4-FFF2-40B4-BE49-F238E27FC236}">
                  <a16:creationId xmlns:a16="http://schemas.microsoft.com/office/drawing/2014/main" id="{D0855A02-64F8-9DB4-3882-55181AC8A149}"/>
                </a:ext>
              </a:extLst>
            </p:cNvPr>
            <p:cNvSpPr/>
            <p:nvPr/>
          </p:nvSpPr>
          <p:spPr>
            <a:xfrm>
              <a:off x="5375992" y="3068996"/>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9" name="Cube 28">
              <a:extLst>
                <a:ext uri="{FF2B5EF4-FFF2-40B4-BE49-F238E27FC236}">
                  <a16:creationId xmlns:a16="http://schemas.microsoft.com/office/drawing/2014/main" id="{63E267BD-F2C1-43B1-6CD2-8706C92A5D34}"/>
                </a:ext>
              </a:extLst>
            </p:cNvPr>
            <p:cNvSpPr/>
            <p:nvPr/>
          </p:nvSpPr>
          <p:spPr>
            <a:xfrm>
              <a:off x="6096000" y="3068996"/>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Cube 29">
              <a:extLst>
                <a:ext uri="{FF2B5EF4-FFF2-40B4-BE49-F238E27FC236}">
                  <a16:creationId xmlns:a16="http://schemas.microsoft.com/office/drawing/2014/main" id="{9528C468-C6A3-540C-EAC4-755A99F5551D}"/>
                </a:ext>
              </a:extLst>
            </p:cNvPr>
            <p:cNvSpPr/>
            <p:nvPr/>
          </p:nvSpPr>
          <p:spPr>
            <a:xfrm>
              <a:off x="4655984" y="2348988"/>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Cube 63">
              <a:extLst>
                <a:ext uri="{FF2B5EF4-FFF2-40B4-BE49-F238E27FC236}">
                  <a16:creationId xmlns:a16="http://schemas.microsoft.com/office/drawing/2014/main" id="{4A1DF65F-983A-9DB2-18F8-29EECE3EFFA3}"/>
                </a:ext>
              </a:extLst>
            </p:cNvPr>
            <p:cNvSpPr/>
            <p:nvPr/>
          </p:nvSpPr>
          <p:spPr>
            <a:xfrm>
              <a:off x="5375992" y="2348988"/>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5" name="Cube 64">
              <a:extLst>
                <a:ext uri="{FF2B5EF4-FFF2-40B4-BE49-F238E27FC236}">
                  <a16:creationId xmlns:a16="http://schemas.microsoft.com/office/drawing/2014/main" id="{766CC663-1591-2665-F126-E192EE5C64BE}"/>
                </a:ext>
              </a:extLst>
            </p:cNvPr>
            <p:cNvSpPr/>
            <p:nvPr/>
          </p:nvSpPr>
          <p:spPr>
            <a:xfrm>
              <a:off x="6096000" y="2348988"/>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3" name="Cube 182">
            <a:extLst>
              <a:ext uri="{FF2B5EF4-FFF2-40B4-BE49-F238E27FC236}">
                <a16:creationId xmlns:a16="http://schemas.microsoft.com/office/drawing/2014/main" id="{1A68CC95-36F9-7AA8-1473-DF6992480F24}"/>
              </a:ext>
            </a:extLst>
          </p:cNvPr>
          <p:cNvSpPr/>
          <p:nvPr/>
        </p:nvSpPr>
        <p:spPr>
          <a:xfrm>
            <a:off x="3575972" y="3789004"/>
            <a:ext cx="630000" cy="630000"/>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918752AE-C5F2-21D6-A34B-D71ABE981A70}"/>
              </a:ext>
            </a:extLst>
          </p:cNvPr>
          <p:cNvGrpSpPr/>
          <p:nvPr/>
        </p:nvGrpSpPr>
        <p:grpSpPr>
          <a:xfrm>
            <a:off x="965943" y="2438989"/>
            <a:ext cx="1710019" cy="1710020"/>
            <a:chOff x="1775952" y="2438989"/>
            <a:chExt cx="1710019" cy="1710020"/>
          </a:xfrm>
        </p:grpSpPr>
        <p:sp>
          <p:nvSpPr>
            <p:cNvPr id="17" name="Cube 16">
              <a:extLst>
                <a:ext uri="{FF2B5EF4-FFF2-40B4-BE49-F238E27FC236}">
                  <a16:creationId xmlns:a16="http://schemas.microsoft.com/office/drawing/2014/main" id="{2F7058A5-5C39-A601-E2A1-4BBDDA0548A3}"/>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ube 30">
              <a:extLst>
                <a:ext uri="{FF2B5EF4-FFF2-40B4-BE49-F238E27FC236}">
                  <a16:creationId xmlns:a16="http://schemas.microsoft.com/office/drawing/2014/main" id="{1AF5DEE4-A33A-65B0-84F0-BFB06D37ECB6}"/>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Cube 31">
              <a:extLst>
                <a:ext uri="{FF2B5EF4-FFF2-40B4-BE49-F238E27FC236}">
                  <a16:creationId xmlns:a16="http://schemas.microsoft.com/office/drawing/2014/main" id="{377CF58D-2BD2-492E-4BB2-CC6B8A0BE3A5}"/>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ube 32">
              <a:extLst>
                <a:ext uri="{FF2B5EF4-FFF2-40B4-BE49-F238E27FC236}">
                  <a16:creationId xmlns:a16="http://schemas.microsoft.com/office/drawing/2014/main" id="{E150A0DB-49A6-95B6-4B45-538EBE5B52F2}"/>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ube 33">
              <a:extLst>
                <a:ext uri="{FF2B5EF4-FFF2-40B4-BE49-F238E27FC236}">
                  <a16:creationId xmlns:a16="http://schemas.microsoft.com/office/drawing/2014/main" id="{86B1B649-7DFE-81BD-234E-EE4BAEEB765D}"/>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Cube 34">
              <a:extLst>
                <a:ext uri="{FF2B5EF4-FFF2-40B4-BE49-F238E27FC236}">
                  <a16:creationId xmlns:a16="http://schemas.microsoft.com/office/drawing/2014/main" id="{34B8FA07-662A-4E90-5979-1B54D4DA6D0B}"/>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ube 35">
              <a:extLst>
                <a:ext uri="{FF2B5EF4-FFF2-40B4-BE49-F238E27FC236}">
                  <a16:creationId xmlns:a16="http://schemas.microsoft.com/office/drawing/2014/main" id="{D895312A-5BBF-1AE9-A286-C80761838870}"/>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ube 36">
              <a:extLst>
                <a:ext uri="{FF2B5EF4-FFF2-40B4-BE49-F238E27FC236}">
                  <a16:creationId xmlns:a16="http://schemas.microsoft.com/office/drawing/2014/main" id="{6FD1E5A9-FC07-872E-2511-151088453405}"/>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4" name="Cube 183">
            <a:extLst>
              <a:ext uri="{FF2B5EF4-FFF2-40B4-BE49-F238E27FC236}">
                <a16:creationId xmlns:a16="http://schemas.microsoft.com/office/drawing/2014/main" id="{575A5747-6482-CCC5-A6BD-AB68D335814F}"/>
              </a:ext>
            </a:extLst>
          </p:cNvPr>
          <p:cNvSpPr/>
          <p:nvPr/>
        </p:nvSpPr>
        <p:spPr>
          <a:xfrm>
            <a:off x="4295980" y="3789004"/>
            <a:ext cx="630000" cy="630000"/>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8" name="Group 37">
            <a:extLst>
              <a:ext uri="{FF2B5EF4-FFF2-40B4-BE49-F238E27FC236}">
                <a16:creationId xmlns:a16="http://schemas.microsoft.com/office/drawing/2014/main" id="{CFA7F485-A69D-6F7A-9AE0-4A393C398A7B}"/>
              </a:ext>
            </a:extLst>
          </p:cNvPr>
          <p:cNvGrpSpPr/>
          <p:nvPr/>
        </p:nvGrpSpPr>
        <p:grpSpPr>
          <a:xfrm>
            <a:off x="965943" y="2438989"/>
            <a:ext cx="1710019" cy="1710020"/>
            <a:chOff x="1775952" y="2438989"/>
            <a:chExt cx="1710019" cy="1710020"/>
          </a:xfrm>
        </p:grpSpPr>
        <p:sp>
          <p:nvSpPr>
            <p:cNvPr id="39" name="Cube 38">
              <a:extLst>
                <a:ext uri="{FF2B5EF4-FFF2-40B4-BE49-F238E27FC236}">
                  <a16:creationId xmlns:a16="http://schemas.microsoft.com/office/drawing/2014/main" id="{EB9212D1-818E-F8F5-F3D9-EB73F0EBDE20}"/>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Cube 39">
              <a:extLst>
                <a:ext uri="{FF2B5EF4-FFF2-40B4-BE49-F238E27FC236}">
                  <a16:creationId xmlns:a16="http://schemas.microsoft.com/office/drawing/2014/main" id="{F290C78C-1480-49E4-D604-F882F7659D27}"/>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Cube 40">
              <a:extLst>
                <a:ext uri="{FF2B5EF4-FFF2-40B4-BE49-F238E27FC236}">
                  <a16:creationId xmlns:a16="http://schemas.microsoft.com/office/drawing/2014/main" id="{9E989223-0D29-55BA-FAEF-450C88578A27}"/>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ube 41">
              <a:extLst>
                <a:ext uri="{FF2B5EF4-FFF2-40B4-BE49-F238E27FC236}">
                  <a16:creationId xmlns:a16="http://schemas.microsoft.com/office/drawing/2014/main" id="{D4553E1A-1EEC-4B3E-F501-C047046F7541}"/>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Cube 42">
              <a:extLst>
                <a:ext uri="{FF2B5EF4-FFF2-40B4-BE49-F238E27FC236}">
                  <a16:creationId xmlns:a16="http://schemas.microsoft.com/office/drawing/2014/main" id="{7CB27F22-FF6E-3104-5CBA-E85C9E485E9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Cube 43">
              <a:extLst>
                <a:ext uri="{FF2B5EF4-FFF2-40B4-BE49-F238E27FC236}">
                  <a16:creationId xmlns:a16="http://schemas.microsoft.com/office/drawing/2014/main" id="{BEE72BDB-4BEF-86FD-4C20-401F21FD1BAD}"/>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Cube 44">
              <a:extLst>
                <a:ext uri="{FF2B5EF4-FFF2-40B4-BE49-F238E27FC236}">
                  <a16:creationId xmlns:a16="http://schemas.microsoft.com/office/drawing/2014/main" id="{16A5075F-8B0A-F781-2B36-361D4BFC64DB}"/>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Cube 45">
              <a:extLst>
                <a:ext uri="{FF2B5EF4-FFF2-40B4-BE49-F238E27FC236}">
                  <a16:creationId xmlns:a16="http://schemas.microsoft.com/office/drawing/2014/main" id="{A50310B3-7794-0F80-313C-71D1C10F457F}"/>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5" name="Cube 184">
            <a:extLst>
              <a:ext uri="{FF2B5EF4-FFF2-40B4-BE49-F238E27FC236}">
                <a16:creationId xmlns:a16="http://schemas.microsoft.com/office/drawing/2014/main" id="{2BE6559B-A02E-62C1-18F7-EA4EAF1EFEE5}"/>
              </a:ext>
            </a:extLst>
          </p:cNvPr>
          <p:cNvSpPr/>
          <p:nvPr/>
        </p:nvSpPr>
        <p:spPr>
          <a:xfrm>
            <a:off x="5015988" y="3789004"/>
            <a:ext cx="630000" cy="630000"/>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AFE3DB69-B351-69E9-A541-49ABB01B9664}"/>
              </a:ext>
            </a:extLst>
          </p:cNvPr>
          <p:cNvGrpSpPr/>
          <p:nvPr/>
        </p:nvGrpSpPr>
        <p:grpSpPr>
          <a:xfrm>
            <a:off x="965943" y="2438989"/>
            <a:ext cx="1710019" cy="1710020"/>
            <a:chOff x="1775952" y="2438989"/>
            <a:chExt cx="1710019" cy="1710020"/>
          </a:xfrm>
        </p:grpSpPr>
        <p:sp>
          <p:nvSpPr>
            <p:cNvPr id="48" name="Cube 47">
              <a:extLst>
                <a:ext uri="{FF2B5EF4-FFF2-40B4-BE49-F238E27FC236}">
                  <a16:creationId xmlns:a16="http://schemas.microsoft.com/office/drawing/2014/main" id="{DC2C764A-6FA5-AF92-B7C5-A7D40C380432}"/>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Cube 50">
              <a:extLst>
                <a:ext uri="{FF2B5EF4-FFF2-40B4-BE49-F238E27FC236}">
                  <a16:creationId xmlns:a16="http://schemas.microsoft.com/office/drawing/2014/main" id="{D977B7A2-CBC8-61A4-340B-B24DD34596AF}"/>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Cube 62">
              <a:extLst>
                <a:ext uri="{FF2B5EF4-FFF2-40B4-BE49-F238E27FC236}">
                  <a16:creationId xmlns:a16="http://schemas.microsoft.com/office/drawing/2014/main" id="{CEF45F8D-D16A-57F3-B0A8-A299C133D04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Cube 71">
              <a:extLst>
                <a:ext uri="{FF2B5EF4-FFF2-40B4-BE49-F238E27FC236}">
                  <a16:creationId xmlns:a16="http://schemas.microsoft.com/office/drawing/2014/main" id="{83EB25F5-0A0E-BC72-5122-4E630D7ECC5F}"/>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Cube 80">
              <a:extLst>
                <a:ext uri="{FF2B5EF4-FFF2-40B4-BE49-F238E27FC236}">
                  <a16:creationId xmlns:a16="http://schemas.microsoft.com/office/drawing/2014/main" id="{C4C3D716-0400-0177-83B3-FC292A375913}"/>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Cube 89">
              <a:extLst>
                <a:ext uri="{FF2B5EF4-FFF2-40B4-BE49-F238E27FC236}">
                  <a16:creationId xmlns:a16="http://schemas.microsoft.com/office/drawing/2014/main" id="{3369FBFA-BA45-8C31-D1F0-49BE96A8734B}"/>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Cube 98">
              <a:extLst>
                <a:ext uri="{FF2B5EF4-FFF2-40B4-BE49-F238E27FC236}">
                  <a16:creationId xmlns:a16="http://schemas.microsoft.com/office/drawing/2014/main" id="{7E1D225F-D35A-8041-11EB-93CADF7DB1ED}"/>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Cube 107">
              <a:extLst>
                <a:ext uri="{FF2B5EF4-FFF2-40B4-BE49-F238E27FC236}">
                  <a16:creationId xmlns:a16="http://schemas.microsoft.com/office/drawing/2014/main" id="{000595C2-A545-0D4A-8AE6-91B4D54B62C2}"/>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6" name="Cube 185">
            <a:extLst>
              <a:ext uri="{FF2B5EF4-FFF2-40B4-BE49-F238E27FC236}">
                <a16:creationId xmlns:a16="http://schemas.microsoft.com/office/drawing/2014/main" id="{0218CC2C-5077-4B42-AEB3-9616A271D8B3}"/>
              </a:ext>
            </a:extLst>
          </p:cNvPr>
          <p:cNvSpPr/>
          <p:nvPr/>
        </p:nvSpPr>
        <p:spPr>
          <a:xfrm>
            <a:off x="3575972" y="3068996"/>
            <a:ext cx="630000" cy="630000"/>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7" name="Group 116">
            <a:extLst>
              <a:ext uri="{FF2B5EF4-FFF2-40B4-BE49-F238E27FC236}">
                <a16:creationId xmlns:a16="http://schemas.microsoft.com/office/drawing/2014/main" id="{01C2D4CC-1A4D-2157-4C94-583A5AC360F4}"/>
              </a:ext>
            </a:extLst>
          </p:cNvPr>
          <p:cNvGrpSpPr/>
          <p:nvPr/>
        </p:nvGrpSpPr>
        <p:grpSpPr>
          <a:xfrm>
            <a:off x="965943" y="2438989"/>
            <a:ext cx="1710019" cy="1710020"/>
            <a:chOff x="1775952" y="2438989"/>
            <a:chExt cx="1710019" cy="1710020"/>
          </a:xfrm>
        </p:grpSpPr>
        <p:sp>
          <p:nvSpPr>
            <p:cNvPr id="126" name="Cube 125">
              <a:extLst>
                <a:ext uri="{FF2B5EF4-FFF2-40B4-BE49-F238E27FC236}">
                  <a16:creationId xmlns:a16="http://schemas.microsoft.com/office/drawing/2014/main" id="{A8B2091A-BF58-275A-231E-9F550F52F7FA}"/>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Cube 135">
              <a:extLst>
                <a:ext uri="{FF2B5EF4-FFF2-40B4-BE49-F238E27FC236}">
                  <a16:creationId xmlns:a16="http://schemas.microsoft.com/office/drawing/2014/main" id="{ACEB365E-CB62-1CB5-7985-84A6E0801A6B}"/>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Cube 136">
              <a:extLst>
                <a:ext uri="{FF2B5EF4-FFF2-40B4-BE49-F238E27FC236}">
                  <a16:creationId xmlns:a16="http://schemas.microsoft.com/office/drawing/2014/main" id="{ED70228A-F266-1B99-A742-B217643E32B7}"/>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Cube 137">
              <a:extLst>
                <a:ext uri="{FF2B5EF4-FFF2-40B4-BE49-F238E27FC236}">
                  <a16:creationId xmlns:a16="http://schemas.microsoft.com/office/drawing/2014/main" id="{F9E91FDC-D470-FAFA-2A74-6BD4A355C754}"/>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Cube 138">
              <a:extLst>
                <a:ext uri="{FF2B5EF4-FFF2-40B4-BE49-F238E27FC236}">
                  <a16:creationId xmlns:a16="http://schemas.microsoft.com/office/drawing/2014/main" id="{3FF7E85E-BA5D-3B04-E8B0-94E28481298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Cube 139">
              <a:extLst>
                <a:ext uri="{FF2B5EF4-FFF2-40B4-BE49-F238E27FC236}">
                  <a16:creationId xmlns:a16="http://schemas.microsoft.com/office/drawing/2014/main" id="{6F11BD2B-8118-FC88-30B7-DEBCD60DC791}"/>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Cube 140">
              <a:extLst>
                <a:ext uri="{FF2B5EF4-FFF2-40B4-BE49-F238E27FC236}">
                  <a16:creationId xmlns:a16="http://schemas.microsoft.com/office/drawing/2014/main" id="{C2EEC433-01F1-6B86-B5B9-E3E14D8F2982}"/>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Cube 141">
              <a:extLst>
                <a:ext uri="{FF2B5EF4-FFF2-40B4-BE49-F238E27FC236}">
                  <a16:creationId xmlns:a16="http://schemas.microsoft.com/office/drawing/2014/main" id="{F1BA0BC3-22D7-AD78-5F24-77A554D66863}"/>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7" name="Cube 186">
            <a:extLst>
              <a:ext uri="{FF2B5EF4-FFF2-40B4-BE49-F238E27FC236}">
                <a16:creationId xmlns:a16="http://schemas.microsoft.com/office/drawing/2014/main" id="{6194B47D-7199-3D6A-142F-EDC73A8448E0}"/>
              </a:ext>
            </a:extLst>
          </p:cNvPr>
          <p:cNvSpPr/>
          <p:nvPr/>
        </p:nvSpPr>
        <p:spPr>
          <a:xfrm>
            <a:off x="4295980" y="3068996"/>
            <a:ext cx="630000" cy="630000"/>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grpSp>
        <p:nvGrpSpPr>
          <p:cNvPr id="143" name="Group 142">
            <a:extLst>
              <a:ext uri="{FF2B5EF4-FFF2-40B4-BE49-F238E27FC236}">
                <a16:creationId xmlns:a16="http://schemas.microsoft.com/office/drawing/2014/main" id="{01294BA3-3AE8-9D90-D9E0-6E38C6957E51}"/>
              </a:ext>
            </a:extLst>
          </p:cNvPr>
          <p:cNvGrpSpPr/>
          <p:nvPr/>
        </p:nvGrpSpPr>
        <p:grpSpPr>
          <a:xfrm>
            <a:off x="965943" y="2438989"/>
            <a:ext cx="1710019" cy="1710020"/>
            <a:chOff x="1775952" y="2438989"/>
            <a:chExt cx="1710019" cy="1710020"/>
          </a:xfrm>
        </p:grpSpPr>
        <p:sp>
          <p:nvSpPr>
            <p:cNvPr id="144" name="Cube 143">
              <a:extLst>
                <a:ext uri="{FF2B5EF4-FFF2-40B4-BE49-F238E27FC236}">
                  <a16:creationId xmlns:a16="http://schemas.microsoft.com/office/drawing/2014/main" id="{F2AC1848-7F1C-7B97-C45C-3B076A3C9B53}"/>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Cube 144">
              <a:extLst>
                <a:ext uri="{FF2B5EF4-FFF2-40B4-BE49-F238E27FC236}">
                  <a16:creationId xmlns:a16="http://schemas.microsoft.com/office/drawing/2014/main" id="{5945E604-E8E6-D97B-B3B2-43B4A97F3430}"/>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Cube 145">
              <a:extLst>
                <a:ext uri="{FF2B5EF4-FFF2-40B4-BE49-F238E27FC236}">
                  <a16:creationId xmlns:a16="http://schemas.microsoft.com/office/drawing/2014/main" id="{A888C21F-D31E-53F3-D949-E17CF8925B03}"/>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Cube 146">
              <a:extLst>
                <a:ext uri="{FF2B5EF4-FFF2-40B4-BE49-F238E27FC236}">
                  <a16:creationId xmlns:a16="http://schemas.microsoft.com/office/drawing/2014/main" id="{DE82DCC1-9223-7B8F-753B-43C70D570828}"/>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Cube 147">
              <a:extLst>
                <a:ext uri="{FF2B5EF4-FFF2-40B4-BE49-F238E27FC236}">
                  <a16:creationId xmlns:a16="http://schemas.microsoft.com/office/drawing/2014/main" id="{07A040E7-6D96-5735-08FC-DF648DD2B406}"/>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Cube 148">
              <a:extLst>
                <a:ext uri="{FF2B5EF4-FFF2-40B4-BE49-F238E27FC236}">
                  <a16:creationId xmlns:a16="http://schemas.microsoft.com/office/drawing/2014/main" id="{FCDE24C9-B21C-E909-B329-2E25E325A513}"/>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Cube 149">
              <a:extLst>
                <a:ext uri="{FF2B5EF4-FFF2-40B4-BE49-F238E27FC236}">
                  <a16:creationId xmlns:a16="http://schemas.microsoft.com/office/drawing/2014/main" id="{0DE3E6B4-7036-9554-932F-78CF640C58A0}"/>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Cube 150">
              <a:extLst>
                <a:ext uri="{FF2B5EF4-FFF2-40B4-BE49-F238E27FC236}">
                  <a16:creationId xmlns:a16="http://schemas.microsoft.com/office/drawing/2014/main" id="{F3A07DE1-6C2F-36BE-83F6-78BBA9337494}"/>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8" name="Cube 187">
            <a:extLst>
              <a:ext uri="{FF2B5EF4-FFF2-40B4-BE49-F238E27FC236}">
                <a16:creationId xmlns:a16="http://schemas.microsoft.com/office/drawing/2014/main" id="{B735C86D-4528-F58B-4A5D-E92510212866}"/>
              </a:ext>
            </a:extLst>
          </p:cNvPr>
          <p:cNvSpPr/>
          <p:nvPr/>
        </p:nvSpPr>
        <p:spPr>
          <a:xfrm>
            <a:off x="5015988" y="3068996"/>
            <a:ext cx="630000" cy="630000"/>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2" name="Group 151">
            <a:extLst>
              <a:ext uri="{FF2B5EF4-FFF2-40B4-BE49-F238E27FC236}">
                <a16:creationId xmlns:a16="http://schemas.microsoft.com/office/drawing/2014/main" id="{C3DA2EE4-96DC-95E9-30E5-ECB461A3C04C}"/>
              </a:ext>
            </a:extLst>
          </p:cNvPr>
          <p:cNvGrpSpPr/>
          <p:nvPr/>
        </p:nvGrpSpPr>
        <p:grpSpPr>
          <a:xfrm>
            <a:off x="965943" y="2438989"/>
            <a:ext cx="1710019" cy="1710020"/>
            <a:chOff x="1775952" y="2438989"/>
            <a:chExt cx="1710019" cy="1710020"/>
          </a:xfrm>
        </p:grpSpPr>
        <p:sp>
          <p:nvSpPr>
            <p:cNvPr id="153" name="Cube 152">
              <a:extLst>
                <a:ext uri="{FF2B5EF4-FFF2-40B4-BE49-F238E27FC236}">
                  <a16:creationId xmlns:a16="http://schemas.microsoft.com/office/drawing/2014/main" id="{8CF9A150-37E8-C8FB-3FC9-0F35A80F08AC}"/>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Cube 153">
              <a:extLst>
                <a:ext uri="{FF2B5EF4-FFF2-40B4-BE49-F238E27FC236}">
                  <a16:creationId xmlns:a16="http://schemas.microsoft.com/office/drawing/2014/main" id="{51903F90-5E4C-A9EE-C298-1B16AED7341A}"/>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Cube 154">
              <a:extLst>
                <a:ext uri="{FF2B5EF4-FFF2-40B4-BE49-F238E27FC236}">
                  <a16:creationId xmlns:a16="http://schemas.microsoft.com/office/drawing/2014/main" id="{647A9A2C-19E4-D395-2140-ADBA3DF80CC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Cube 155">
              <a:extLst>
                <a:ext uri="{FF2B5EF4-FFF2-40B4-BE49-F238E27FC236}">
                  <a16:creationId xmlns:a16="http://schemas.microsoft.com/office/drawing/2014/main" id="{134B441F-F970-404E-82FF-F812E4AAB635}"/>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Cube 156">
              <a:extLst>
                <a:ext uri="{FF2B5EF4-FFF2-40B4-BE49-F238E27FC236}">
                  <a16:creationId xmlns:a16="http://schemas.microsoft.com/office/drawing/2014/main" id="{7454D202-0D97-9E19-6793-CC441AFB4CE4}"/>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Cube 157">
              <a:extLst>
                <a:ext uri="{FF2B5EF4-FFF2-40B4-BE49-F238E27FC236}">
                  <a16:creationId xmlns:a16="http://schemas.microsoft.com/office/drawing/2014/main" id="{C64AF38F-A782-A3AD-3D86-64C9213F7DFD}"/>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Cube 158">
              <a:extLst>
                <a:ext uri="{FF2B5EF4-FFF2-40B4-BE49-F238E27FC236}">
                  <a16:creationId xmlns:a16="http://schemas.microsoft.com/office/drawing/2014/main" id="{E123B28C-6E28-6714-5E9B-3D4EE75ED284}"/>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Cube 159">
              <a:extLst>
                <a:ext uri="{FF2B5EF4-FFF2-40B4-BE49-F238E27FC236}">
                  <a16:creationId xmlns:a16="http://schemas.microsoft.com/office/drawing/2014/main" id="{A957BBD4-4AF3-7C73-DB8E-3C61188170C3}"/>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Cube 188">
            <a:extLst>
              <a:ext uri="{FF2B5EF4-FFF2-40B4-BE49-F238E27FC236}">
                <a16:creationId xmlns:a16="http://schemas.microsoft.com/office/drawing/2014/main" id="{2156E321-81C5-E562-8F8E-44E0F014E4BE}"/>
              </a:ext>
            </a:extLst>
          </p:cNvPr>
          <p:cNvSpPr/>
          <p:nvPr/>
        </p:nvSpPr>
        <p:spPr>
          <a:xfrm>
            <a:off x="3575972" y="2348988"/>
            <a:ext cx="630000" cy="630000"/>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1" name="Group 160">
            <a:extLst>
              <a:ext uri="{FF2B5EF4-FFF2-40B4-BE49-F238E27FC236}">
                <a16:creationId xmlns:a16="http://schemas.microsoft.com/office/drawing/2014/main" id="{7825881A-0510-1434-A687-94318D9EBDE2}"/>
              </a:ext>
            </a:extLst>
          </p:cNvPr>
          <p:cNvGrpSpPr/>
          <p:nvPr/>
        </p:nvGrpSpPr>
        <p:grpSpPr>
          <a:xfrm>
            <a:off x="965943" y="2438989"/>
            <a:ext cx="1710019" cy="1710020"/>
            <a:chOff x="1775952" y="2438989"/>
            <a:chExt cx="1710019" cy="1710020"/>
          </a:xfrm>
        </p:grpSpPr>
        <p:sp>
          <p:nvSpPr>
            <p:cNvPr id="162" name="Cube 161">
              <a:extLst>
                <a:ext uri="{FF2B5EF4-FFF2-40B4-BE49-F238E27FC236}">
                  <a16:creationId xmlns:a16="http://schemas.microsoft.com/office/drawing/2014/main" id="{6F61D00E-8041-CADB-43A3-627BF72E1F90}"/>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Cube 162">
              <a:extLst>
                <a:ext uri="{FF2B5EF4-FFF2-40B4-BE49-F238E27FC236}">
                  <a16:creationId xmlns:a16="http://schemas.microsoft.com/office/drawing/2014/main" id="{0BE045EE-78A9-CF1D-CA1A-922B46377EB6}"/>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Cube 163">
              <a:extLst>
                <a:ext uri="{FF2B5EF4-FFF2-40B4-BE49-F238E27FC236}">
                  <a16:creationId xmlns:a16="http://schemas.microsoft.com/office/drawing/2014/main" id="{21709EBE-1D56-F9BE-5FD0-419ADE74AF95}"/>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Cube 164">
              <a:extLst>
                <a:ext uri="{FF2B5EF4-FFF2-40B4-BE49-F238E27FC236}">
                  <a16:creationId xmlns:a16="http://schemas.microsoft.com/office/drawing/2014/main" id="{DE689178-4741-A4D7-4065-1EA3CBE81AFF}"/>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Cube 165">
              <a:extLst>
                <a:ext uri="{FF2B5EF4-FFF2-40B4-BE49-F238E27FC236}">
                  <a16:creationId xmlns:a16="http://schemas.microsoft.com/office/drawing/2014/main" id="{D05BBEFA-DED0-1BD6-C961-C8553D808826}"/>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Cube 166">
              <a:extLst>
                <a:ext uri="{FF2B5EF4-FFF2-40B4-BE49-F238E27FC236}">
                  <a16:creationId xmlns:a16="http://schemas.microsoft.com/office/drawing/2014/main" id="{FBE9ADE4-1B11-9104-72F4-936839E0A7C8}"/>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Cube 167">
              <a:extLst>
                <a:ext uri="{FF2B5EF4-FFF2-40B4-BE49-F238E27FC236}">
                  <a16:creationId xmlns:a16="http://schemas.microsoft.com/office/drawing/2014/main" id="{410FF751-FC3C-0F7F-1857-2CD82E544F35}"/>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Cube 168">
              <a:extLst>
                <a:ext uri="{FF2B5EF4-FFF2-40B4-BE49-F238E27FC236}">
                  <a16:creationId xmlns:a16="http://schemas.microsoft.com/office/drawing/2014/main" id="{517EE638-8C5F-AFC3-C912-F46DC72DADA9}"/>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0" name="Cube 189">
            <a:extLst>
              <a:ext uri="{FF2B5EF4-FFF2-40B4-BE49-F238E27FC236}">
                <a16:creationId xmlns:a16="http://schemas.microsoft.com/office/drawing/2014/main" id="{D0B36061-CE04-9CAD-4670-E17835848DFB}"/>
              </a:ext>
            </a:extLst>
          </p:cNvPr>
          <p:cNvSpPr/>
          <p:nvPr/>
        </p:nvSpPr>
        <p:spPr>
          <a:xfrm>
            <a:off x="4295980" y="2348988"/>
            <a:ext cx="630000" cy="630000"/>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nvGrpSpPr>
          <p:cNvPr id="170" name="Group 169">
            <a:extLst>
              <a:ext uri="{FF2B5EF4-FFF2-40B4-BE49-F238E27FC236}">
                <a16:creationId xmlns:a16="http://schemas.microsoft.com/office/drawing/2014/main" id="{D543826A-30C4-B276-EDC5-390F0698F984}"/>
              </a:ext>
            </a:extLst>
          </p:cNvPr>
          <p:cNvGrpSpPr/>
          <p:nvPr/>
        </p:nvGrpSpPr>
        <p:grpSpPr>
          <a:xfrm>
            <a:off x="965943" y="2438989"/>
            <a:ext cx="1710019" cy="1710020"/>
            <a:chOff x="1775952" y="2438989"/>
            <a:chExt cx="1710019" cy="1710020"/>
          </a:xfrm>
        </p:grpSpPr>
        <p:sp>
          <p:nvSpPr>
            <p:cNvPr id="171" name="Cube 170">
              <a:extLst>
                <a:ext uri="{FF2B5EF4-FFF2-40B4-BE49-F238E27FC236}">
                  <a16:creationId xmlns:a16="http://schemas.microsoft.com/office/drawing/2014/main" id="{3AF460B9-5A86-7E91-F6C4-4396B1B4C569}"/>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Cube 171">
              <a:extLst>
                <a:ext uri="{FF2B5EF4-FFF2-40B4-BE49-F238E27FC236}">
                  <a16:creationId xmlns:a16="http://schemas.microsoft.com/office/drawing/2014/main" id="{B11CB376-ADA6-9C3D-3A40-7FCD0CA38AF5}"/>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Cube 172">
              <a:extLst>
                <a:ext uri="{FF2B5EF4-FFF2-40B4-BE49-F238E27FC236}">
                  <a16:creationId xmlns:a16="http://schemas.microsoft.com/office/drawing/2014/main" id="{FAC28B62-6A4E-BF37-F765-0AEFF5F85D7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Cube 173">
              <a:extLst>
                <a:ext uri="{FF2B5EF4-FFF2-40B4-BE49-F238E27FC236}">
                  <a16:creationId xmlns:a16="http://schemas.microsoft.com/office/drawing/2014/main" id="{A5A75810-B18B-1C17-563B-6F33801EBBE2}"/>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Cube 174">
              <a:extLst>
                <a:ext uri="{FF2B5EF4-FFF2-40B4-BE49-F238E27FC236}">
                  <a16:creationId xmlns:a16="http://schemas.microsoft.com/office/drawing/2014/main" id="{40937D8C-589F-A6EC-91EA-BFF5D3987BB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Cube 175">
              <a:extLst>
                <a:ext uri="{FF2B5EF4-FFF2-40B4-BE49-F238E27FC236}">
                  <a16:creationId xmlns:a16="http://schemas.microsoft.com/office/drawing/2014/main" id="{8D9C8DED-6120-E9A3-A8FF-2D0309D9A373}"/>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Cube 176">
              <a:extLst>
                <a:ext uri="{FF2B5EF4-FFF2-40B4-BE49-F238E27FC236}">
                  <a16:creationId xmlns:a16="http://schemas.microsoft.com/office/drawing/2014/main" id="{45C156D3-8F68-855A-E40A-7B24D291B657}"/>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Cube 177">
              <a:extLst>
                <a:ext uri="{FF2B5EF4-FFF2-40B4-BE49-F238E27FC236}">
                  <a16:creationId xmlns:a16="http://schemas.microsoft.com/office/drawing/2014/main" id="{35764D28-B1D1-7686-DFBB-C5954533D0A9}"/>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1" name="Cube 190">
            <a:extLst>
              <a:ext uri="{FF2B5EF4-FFF2-40B4-BE49-F238E27FC236}">
                <a16:creationId xmlns:a16="http://schemas.microsoft.com/office/drawing/2014/main" id="{23D9A200-CA35-300D-7A51-47D090AE43EC}"/>
              </a:ext>
            </a:extLst>
          </p:cNvPr>
          <p:cNvSpPr/>
          <p:nvPr/>
        </p:nvSpPr>
        <p:spPr>
          <a:xfrm>
            <a:off x="5015988" y="2348988"/>
            <a:ext cx="630000" cy="630000"/>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5F5B0945-630D-9AE0-6E6B-FE7AD436D38D}"/>
                  </a:ext>
                </a:extLst>
              </p:cNvPr>
              <p:cNvSpPr txBox="1"/>
              <p:nvPr/>
            </p:nvSpPr>
            <p:spPr>
              <a:xfrm>
                <a:off x="3665973"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1"/>
                          </a:solidFill>
                          <a:latin typeface="Cambria Math" panose="02040503050406030204" pitchFamily="18" charset="0"/>
                        </a:rPr>
                        <m:t>𝑉</m:t>
                      </m:r>
                    </m:oMath>
                  </m:oMathPara>
                </a14:m>
                <a:endParaRPr lang="en-GB" sz="2800" dirty="0">
                  <a:solidFill>
                    <a:schemeClr val="accent1"/>
                  </a:solidFill>
                </a:endParaRPr>
              </a:p>
            </p:txBody>
          </p:sp>
        </mc:Choice>
        <mc:Fallback xmlns="">
          <p:sp>
            <p:nvSpPr>
              <p:cNvPr id="67" name="TextBox 66">
                <a:extLst>
                  <a:ext uri="{FF2B5EF4-FFF2-40B4-BE49-F238E27FC236}">
                    <a16:creationId xmlns:a16="http://schemas.microsoft.com/office/drawing/2014/main" id="{5F5B0945-630D-9AE0-6E6B-FE7AD436D38D}"/>
                  </a:ext>
                </a:extLst>
              </p:cNvPr>
              <p:cNvSpPr txBox="1">
                <a:spLocks noRot="1" noChangeAspect="1" noMove="1" noResize="1" noEditPoints="1" noAdjustHandles="1" noChangeArrowheads="1" noChangeShapeType="1" noTextEdit="1"/>
              </p:cNvSpPr>
              <p:nvPr/>
            </p:nvSpPr>
            <p:spPr>
              <a:xfrm>
                <a:off x="3665973" y="5229020"/>
                <a:ext cx="1440016" cy="830997"/>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117454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50384-C6FB-4A9A-825D-AB6A0BA08D76}"/>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6C8FDFB2-8F4B-2891-7A17-33809465B962}"/>
              </a:ext>
            </a:extLst>
          </p:cNvPr>
          <p:cNvGrpSpPr/>
          <p:nvPr/>
        </p:nvGrpSpPr>
        <p:grpSpPr>
          <a:xfrm>
            <a:off x="965943" y="2438989"/>
            <a:ext cx="1710019" cy="1710020"/>
            <a:chOff x="1775952" y="2438989"/>
            <a:chExt cx="1710019" cy="1710020"/>
          </a:xfrm>
        </p:grpSpPr>
        <p:sp>
          <p:nvSpPr>
            <p:cNvPr id="2" name="Cube 1">
              <a:extLst>
                <a:ext uri="{FF2B5EF4-FFF2-40B4-BE49-F238E27FC236}">
                  <a16:creationId xmlns:a16="http://schemas.microsoft.com/office/drawing/2014/main" id="{539F36BE-5B87-F838-861E-EF0F64B5CCD7}"/>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ube 3">
              <a:extLst>
                <a:ext uri="{FF2B5EF4-FFF2-40B4-BE49-F238E27FC236}">
                  <a16:creationId xmlns:a16="http://schemas.microsoft.com/office/drawing/2014/main" id="{EA945A02-B99F-123F-85D9-B4E50FF34E05}"/>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ube 7">
              <a:extLst>
                <a:ext uri="{FF2B5EF4-FFF2-40B4-BE49-F238E27FC236}">
                  <a16:creationId xmlns:a16="http://schemas.microsoft.com/office/drawing/2014/main" id="{09AA8DBF-F44C-9AC7-4B70-A7EA550C5ACE}"/>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ube 9">
              <a:extLst>
                <a:ext uri="{FF2B5EF4-FFF2-40B4-BE49-F238E27FC236}">
                  <a16:creationId xmlns:a16="http://schemas.microsoft.com/office/drawing/2014/main" id="{41487763-B8A1-4FF9-B367-5B3016BA9F95}"/>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ube 19">
              <a:extLst>
                <a:ext uri="{FF2B5EF4-FFF2-40B4-BE49-F238E27FC236}">
                  <a16:creationId xmlns:a16="http://schemas.microsoft.com/office/drawing/2014/main" id="{A96EC676-2E45-3314-8DDB-8B1C018703F4}"/>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ube 21">
              <a:extLst>
                <a:ext uri="{FF2B5EF4-FFF2-40B4-BE49-F238E27FC236}">
                  <a16:creationId xmlns:a16="http://schemas.microsoft.com/office/drawing/2014/main" id="{759F219F-E497-64EB-AE66-6AD5CAD95EBA}"/>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ube 23">
              <a:extLst>
                <a:ext uri="{FF2B5EF4-FFF2-40B4-BE49-F238E27FC236}">
                  <a16:creationId xmlns:a16="http://schemas.microsoft.com/office/drawing/2014/main" id="{983BB298-62F3-DCD5-7F76-82E790697735}"/>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ube 25">
              <a:extLst>
                <a:ext uri="{FF2B5EF4-FFF2-40B4-BE49-F238E27FC236}">
                  <a16:creationId xmlns:a16="http://schemas.microsoft.com/office/drawing/2014/main" id="{9FF1D600-A2BA-D025-DB9C-006DF9FC0098}"/>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1DE6C45-187B-CAC2-F5E6-E6DCB428DF16}"/>
                  </a:ext>
                </a:extLst>
              </p:cNvPr>
              <p:cNvSpPr txBox="1"/>
              <p:nvPr/>
            </p:nvSpPr>
            <p:spPr>
              <a:xfrm>
                <a:off x="425937" y="795651"/>
                <a:ext cx="6096000" cy="923330"/>
              </a:xfrm>
              <a:prstGeom prst="rect">
                <a:avLst/>
              </a:prstGeom>
              <a:noFill/>
            </p:spPr>
            <p:txBody>
              <a:bodyPr wrap="square">
                <a:spAutoFit/>
              </a:bodyPr>
              <a:lstStyle/>
              <a:p>
                <a:pPr/>
                <a14:m>
                  <m:oMathPara xmlns:m="http://schemas.openxmlformats.org/officeDocument/2006/math">
                    <m:oMath>
                      <m:r>
                        <a:rPr lang="en-GB" sz="5400" b="0" i="1" smtClean="0">
                          <a:solidFill>
                            <a:schemeClr val="tx1"/>
                          </a:solidFill>
                          <a:latin typeface="Cambria Math" panose="02040503050406030204" pitchFamily="18" charset="0"/>
                        </a:rPr>
                        <m:t>𝑇</m:t>
                      </m:r>
                      <m:r>
                        <a:rPr lang="en-GB" sz="5400" b="0" i="1" smtClean="0">
                          <a:solidFill>
                            <a:schemeClr val="tx1"/>
                          </a:solidFill>
                          <a:latin typeface="Cambria Math" panose="02040503050406030204" pitchFamily="18" charset="0"/>
                        </a:rPr>
                        <m:t>=</m:t>
                      </m:r>
                      <m:r>
                        <a:rPr lang="en-GB" sz="5400" b="0" i="1" smtClean="0">
                          <a:solidFill>
                            <a:schemeClr val="accent6"/>
                          </a:solidFill>
                          <a:latin typeface="Cambria Math" panose="02040503050406030204" pitchFamily="18" charset="0"/>
                        </a:rPr>
                        <m:t>𝑈</m:t>
                      </m:r>
                      <m:r>
                        <a:rPr lang="en-GB" sz="5400" b="0" i="1" smtClean="0">
                          <a:solidFill>
                            <a:schemeClr val="tx1"/>
                          </a:solidFill>
                          <a:latin typeface="Cambria Math" panose="02040503050406030204" pitchFamily="18" charset="0"/>
                        </a:rPr>
                        <m:t>⊗</m:t>
                      </m:r>
                      <m:r>
                        <a:rPr lang="en-GB" sz="5400" b="0" i="1" smtClean="0">
                          <a:solidFill>
                            <a:schemeClr val="accent1"/>
                          </a:solidFill>
                          <a:latin typeface="Cambria Math" panose="02040503050406030204" pitchFamily="18" charset="0"/>
                        </a:rPr>
                        <m:t>𝑉</m:t>
                      </m:r>
                    </m:oMath>
                  </m:oMathPara>
                </a14:m>
                <a:endParaRPr lang="en-GB" sz="1200" dirty="0">
                  <a:solidFill>
                    <a:schemeClr val="tx1"/>
                  </a:solidFill>
                </a:endParaRPr>
              </a:p>
            </p:txBody>
          </p:sp>
        </mc:Choice>
        <mc:Fallback xmlns="">
          <p:sp>
            <p:nvSpPr>
              <p:cNvPr id="28" name="TextBox 27">
                <a:extLst>
                  <a:ext uri="{FF2B5EF4-FFF2-40B4-BE49-F238E27FC236}">
                    <a16:creationId xmlns:a16="http://schemas.microsoft.com/office/drawing/2014/main" id="{01DE6C45-187B-CAC2-F5E6-E6DCB428DF16}"/>
                  </a:ext>
                </a:extLst>
              </p:cNvPr>
              <p:cNvSpPr txBox="1">
                <a:spLocks noRot="1" noChangeAspect="1" noMove="1" noResize="1" noEditPoints="1" noAdjustHandles="1" noChangeArrowheads="1" noChangeShapeType="1" noTextEdit="1"/>
              </p:cNvSpPr>
              <p:nvPr/>
            </p:nvSpPr>
            <p:spPr>
              <a:xfrm>
                <a:off x="425937" y="795651"/>
                <a:ext cx="6096000"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C24FEF9-111B-620D-4ED2-FD1DEC6CDB8B}"/>
                  </a:ext>
                </a:extLst>
              </p:cNvPr>
              <p:cNvSpPr txBox="1"/>
              <p:nvPr/>
            </p:nvSpPr>
            <p:spPr>
              <a:xfrm>
                <a:off x="1055944"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𝑈</m:t>
                      </m:r>
                    </m:oMath>
                  </m:oMathPara>
                </a14:m>
                <a:endParaRPr lang="en-GB" sz="2800" dirty="0"/>
              </a:p>
            </p:txBody>
          </p:sp>
        </mc:Choice>
        <mc:Fallback xmlns="">
          <p:sp>
            <p:nvSpPr>
              <p:cNvPr id="5" name="TextBox 4">
                <a:extLst>
                  <a:ext uri="{FF2B5EF4-FFF2-40B4-BE49-F238E27FC236}">
                    <a16:creationId xmlns:a16="http://schemas.microsoft.com/office/drawing/2014/main" id="{3C24FEF9-111B-620D-4ED2-FD1DEC6CDB8B}"/>
                  </a:ext>
                </a:extLst>
              </p:cNvPr>
              <p:cNvSpPr txBox="1">
                <a:spLocks noRot="1" noChangeAspect="1" noMove="1" noResize="1" noEditPoints="1" noAdjustHandles="1" noChangeArrowheads="1" noChangeShapeType="1" noTextEdit="1"/>
              </p:cNvSpPr>
              <p:nvPr/>
            </p:nvSpPr>
            <p:spPr>
              <a:xfrm>
                <a:off x="1055944" y="5229020"/>
                <a:ext cx="1440016" cy="83099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02BF08E-590D-D7D8-C674-86CD167A7A9B}"/>
                  </a:ext>
                </a:extLst>
              </p:cNvPr>
              <p:cNvSpPr txBox="1"/>
              <p:nvPr/>
            </p:nvSpPr>
            <p:spPr>
              <a:xfrm>
                <a:off x="2675962" y="3068996"/>
                <a:ext cx="900010"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m:t>
                      </m:r>
                    </m:oMath>
                  </m:oMathPara>
                </a14:m>
                <a:endParaRPr lang="en-GB" sz="3600" dirty="0"/>
              </a:p>
            </p:txBody>
          </p:sp>
        </mc:Choice>
        <mc:Fallback xmlns="">
          <p:sp>
            <p:nvSpPr>
              <p:cNvPr id="53" name="TextBox 52">
                <a:extLst>
                  <a:ext uri="{FF2B5EF4-FFF2-40B4-BE49-F238E27FC236}">
                    <a16:creationId xmlns:a16="http://schemas.microsoft.com/office/drawing/2014/main" id="{302BF08E-590D-D7D8-C674-86CD167A7A9B}"/>
                  </a:ext>
                </a:extLst>
              </p:cNvPr>
              <p:cNvSpPr txBox="1">
                <a:spLocks noRot="1" noChangeAspect="1" noMove="1" noResize="1" noEditPoints="1" noAdjustHandles="1" noChangeArrowheads="1" noChangeShapeType="1" noTextEdit="1"/>
              </p:cNvSpPr>
              <p:nvPr/>
            </p:nvSpPr>
            <p:spPr>
              <a:xfrm>
                <a:off x="2675962" y="3068996"/>
                <a:ext cx="900010" cy="646331"/>
              </a:xfrm>
              <a:prstGeom prst="rect">
                <a:avLst/>
              </a:prstGeom>
              <a:blipFill>
                <a:blip r:embed="rId4"/>
                <a:stretch>
                  <a:fillRect/>
                </a:stretch>
              </a:blipFill>
            </p:spPr>
            <p:txBody>
              <a:bodyPr/>
              <a:lstStyle/>
              <a:p>
                <a:r>
                  <a:rPr lang="en-GB">
                    <a:noFill/>
                  </a:rPr>
                  <a:t> </a:t>
                </a:r>
              </a:p>
            </p:txBody>
          </p:sp>
        </mc:Fallback>
      </mc:AlternateContent>
      <p:grpSp>
        <p:nvGrpSpPr>
          <p:cNvPr id="52" name="Group 51">
            <a:extLst>
              <a:ext uri="{FF2B5EF4-FFF2-40B4-BE49-F238E27FC236}">
                <a16:creationId xmlns:a16="http://schemas.microsoft.com/office/drawing/2014/main" id="{920AB244-1CE4-2020-F8CA-0B1F10D559D5}"/>
              </a:ext>
            </a:extLst>
          </p:cNvPr>
          <p:cNvGrpSpPr/>
          <p:nvPr/>
        </p:nvGrpSpPr>
        <p:grpSpPr>
          <a:xfrm>
            <a:off x="3575972" y="2348988"/>
            <a:ext cx="2070023" cy="2070023"/>
            <a:chOff x="4655984" y="2348988"/>
            <a:chExt cx="2070023" cy="2070023"/>
          </a:xfrm>
        </p:grpSpPr>
        <p:sp>
          <p:nvSpPr>
            <p:cNvPr id="54" name="Cube 53">
              <a:extLst>
                <a:ext uri="{FF2B5EF4-FFF2-40B4-BE49-F238E27FC236}">
                  <a16:creationId xmlns:a16="http://schemas.microsoft.com/office/drawing/2014/main" id="{170F34CD-12A2-E219-9A8C-6250F96AF082}"/>
                </a:ext>
              </a:extLst>
            </p:cNvPr>
            <p:cNvSpPr/>
            <p:nvPr/>
          </p:nvSpPr>
          <p:spPr>
            <a:xfrm>
              <a:off x="4655984" y="3789004"/>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Cube 54">
              <a:extLst>
                <a:ext uri="{FF2B5EF4-FFF2-40B4-BE49-F238E27FC236}">
                  <a16:creationId xmlns:a16="http://schemas.microsoft.com/office/drawing/2014/main" id="{6AE1F1BF-47F3-B9D3-D4AD-C23DEEBCE081}"/>
                </a:ext>
              </a:extLst>
            </p:cNvPr>
            <p:cNvSpPr/>
            <p:nvPr/>
          </p:nvSpPr>
          <p:spPr>
            <a:xfrm>
              <a:off x="5375992"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Cube 55">
              <a:extLst>
                <a:ext uri="{FF2B5EF4-FFF2-40B4-BE49-F238E27FC236}">
                  <a16:creationId xmlns:a16="http://schemas.microsoft.com/office/drawing/2014/main" id="{7AAA0281-937B-29DA-8247-06019438BFD7}"/>
                </a:ext>
              </a:extLst>
            </p:cNvPr>
            <p:cNvSpPr/>
            <p:nvPr/>
          </p:nvSpPr>
          <p:spPr>
            <a:xfrm>
              <a:off x="6096000"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Cube 56">
              <a:extLst>
                <a:ext uri="{FF2B5EF4-FFF2-40B4-BE49-F238E27FC236}">
                  <a16:creationId xmlns:a16="http://schemas.microsoft.com/office/drawing/2014/main" id="{07D98616-1303-B9F4-60A0-B19E26943469}"/>
                </a:ext>
              </a:extLst>
            </p:cNvPr>
            <p:cNvSpPr/>
            <p:nvPr/>
          </p:nvSpPr>
          <p:spPr>
            <a:xfrm>
              <a:off x="4655984" y="3068996"/>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Cube 57">
              <a:extLst>
                <a:ext uri="{FF2B5EF4-FFF2-40B4-BE49-F238E27FC236}">
                  <a16:creationId xmlns:a16="http://schemas.microsoft.com/office/drawing/2014/main" id="{CDD50E92-094B-4E73-5E49-1DA1CA7B0BD5}"/>
                </a:ext>
              </a:extLst>
            </p:cNvPr>
            <p:cNvSpPr/>
            <p:nvPr/>
          </p:nvSpPr>
          <p:spPr>
            <a:xfrm>
              <a:off x="5375992" y="3068996"/>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59" name="Cube 58">
              <a:extLst>
                <a:ext uri="{FF2B5EF4-FFF2-40B4-BE49-F238E27FC236}">
                  <a16:creationId xmlns:a16="http://schemas.microsoft.com/office/drawing/2014/main" id="{D2BA4D39-A8E4-2300-CAFD-43942F56F24B}"/>
                </a:ext>
              </a:extLst>
            </p:cNvPr>
            <p:cNvSpPr/>
            <p:nvPr/>
          </p:nvSpPr>
          <p:spPr>
            <a:xfrm>
              <a:off x="6096000" y="3068996"/>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Cube 59">
              <a:extLst>
                <a:ext uri="{FF2B5EF4-FFF2-40B4-BE49-F238E27FC236}">
                  <a16:creationId xmlns:a16="http://schemas.microsoft.com/office/drawing/2014/main" id="{016183EF-583B-7AF0-F06A-7EAC4F6B2543}"/>
                </a:ext>
              </a:extLst>
            </p:cNvPr>
            <p:cNvSpPr/>
            <p:nvPr/>
          </p:nvSpPr>
          <p:spPr>
            <a:xfrm>
              <a:off x="4655984" y="2348988"/>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Cube 60">
              <a:extLst>
                <a:ext uri="{FF2B5EF4-FFF2-40B4-BE49-F238E27FC236}">
                  <a16:creationId xmlns:a16="http://schemas.microsoft.com/office/drawing/2014/main" id="{7CF2DF3E-871D-883E-FAC5-B57DEDE7B68D}"/>
                </a:ext>
              </a:extLst>
            </p:cNvPr>
            <p:cNvSpPr/>
            <p:nvPr/>
          </p:nvSpPr>
          <p:spPr>
            <a:xfrm>
              <a:off x="5375992" y="2348988"/>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2" name="Cube 61">
              <a:extLst>
                <a:ext uri="{FF2B5EF4-FFF2-40B4-BE49-F238E27FC236}">
                  <a16:creationId xmlns:a16="http://schemas.microsoft.com/office/drawing/2014/main" id="{6E9A8800-B0B5-A280-D076-45E328255C99}"/>
                </a:ext>
              </a:extLst>
            </p:cNvPr>
            <p:cNvSpPr/>
            <p:nvPr/>
          </p:nvSpPr>
          <p:spPr>
            <a:xfrm>
              <a:off x="6096000" y="2348988"/>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 name="Group 2">
            <a:extLst>
              <a:ext uri="{FF2B5EF4-FFF2-40B4-BE49-F238E27FC236}">
                <a16:creationId xmlns:a16="http://schemas.microsoft.com/office/drawing/2014/main" id="{43C836AD-7F3D-FF33-C9BA-0E3E93BB8E5E}"/>
              </a:ext>
            </a:extLst>
          </p:cNvPr>
          <p:cNvGrpSpPr/>
          <p:nvPr/>
        </p:nvGrpSpPr>
        <p:grpSpPr>
          <a:xfrm>
            <a:off x="965943" y="2438989"/>
            <a:ext cx="1710019" cy="1710020"/>
            <a:chOff x="1775952" y="2438989"/>
            <a:chExt cx="1710019" cy="1710020"/>
          </a:xfrm>
        </p:grpSpPr>
        <p:sp>
          <p:nvSpPr>
            <p:cNvPr id="6" name="Cube 5">
              <a:extLst>
                <a:ext uri="{FF2B5EF4-FFF2-40B4-BE49-F238E27FC236}">
                  <a16:creationId xmlns:a16="http://schemas.microsoft.com/office/drawing/2014/main" id="{7318C264-8623-50C7-E595-33931BC2A958}"/>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ube 6">
              <a:extLst>
                <a:ext uri="{FF2B5EF4-FFF2-40B4-BE49-F238E27FC236}">
                  <a16:creationId xmlns:a16="http://schemas.microsoft.com/office/drawing/2014/main" id="{78CBCD06-8EC7-B29A-6ABE-C47CB7207581}"/>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ube 8">
              <a:extLst>
                <a:ext uri="{FF2B5EF4-FFF2-40B4-BE49-F238E27FC236}">
                  <a16:creationId xmlns:a16="http://schemas.microsoft.com/office/drawing/2014/main" id="{F48C870A-F373-A98F-3028-0CF9A152E35F}"/>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ube 10">
              <a:extLst>
                <a:ext uri="{FF2B5EF4-FFF2-40B4-BE49-F238E27FC236}">
                  <a16:creationId xmlns:a16="http://schemas.microsoft.com/office/drawing/2014/main" id="{7A437817-0A36-A904-DA5E-EE106A429D7F}"/>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Cube 11">
              <a:extLst>
                <a:ext uri="{FF2B5EF4-FFF2-40B4-BE49-F238E27FC236}">
                  <a16:creationId xmlns:a16="http://schemas.microsoft.com/office/drawing/2014/main" id="{12CA158D-2CFC-4049-654C-D9266B7A8EAA}"/>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ube 12">
              <a:extLst>
                <a:ext uri="{FF2B5EF4-FFF2-40B4-BE49-F238E27FC236}">
                  <a16:creationId xmlns:a16="http://schemas.microsoft.com/office/drawing/2014/main" id="{F640F2A4-84F4-9041-7718-9FBDADC29D00}"/>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ube 13">
              <a:extLst>
                <a:ext uri="{FF2B5EF4-FFF2-40B4-BE49-F238E27FC236}">
                  <a16:creationId xmlns:a16="http://schemas.microsoft.com/office/drawing/2014/main" id="{C2DF653F-076B-0C12-22C3-80416A794E5B}"/>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ube 14">
              <a:extLst>
                <a:ext uri="{FF2B5EF4-FFF2-40B4-BE49-F238E27FC236}">
                  <a16:creationId xmlns:a16="http://schemas.microsoft.com/office/drawing/2014/main" id="{A61551E4-3241-FA4C-8265-774F739BA6E3}"/>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3" name="Cube 182">
            <a:extLst>
              <a:ext uri="{FF2B5EF4-FFF2-40B4-BE49-F238E27FC236}">
                <a16:creationId xmlns:a16="http://schemas.microsoft.com/office/drawing/2014/main" id="{BFDF69CA-8445-B22A-F1FE-76F10B280A93}"/>
              </a:ext>
            </a:extLst>
          </p:cNvPr>
          <p:cNvSpPr/>
          <p:nvPr/>
        </p:nvSpPr>
        <p:spPr>
          <a:xfrm>
            <a:off x="6636006" y="3879004"/>
            <a:ext cx="1710018" cy="1710024"/>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3D388A42-8C2A-D5D6-1329-0304D144F215}"/>
              </a:ext>
            </a:extLst>
          </p:cNvPr>
          <p:cNvGrpSpPr/>
          <p:nvPr/>
        </p:nvGrpSpPr>
        <p:grpSpPr>
          <a:xfrm>
            <a:off x="965943" y="2438989"/>
            <a:ext cx="1710019" cy="1710020"/>
            <a:chOff x="1775952" y="2438989"/>
            <a:chExt cx="1710019" cy="1710020"/>
          </a:xfrm>
        </p:grpSpPr>
        <p:sp>
          <p:nvSpPr>
            <p:cNvPr id="17" name="Cube 16">
              <a:extLst>
                <a:ext uri="{FF2B5EF4-FFF2-40B4-BE49-F238E27FC236}">
                  <a16:creationId xmlns:a16="http://schemas.microsoft.com/office/drawing/2014/main" id="{137EE618-3A54-8A6D-6CCE-41823E5D9CC2}"/>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ube 30">
              <a:extLst>
                <a:ext uri="{FF2B5EF4-FFF2-40B4-BE49-F238E27FC236}">
                  <a16:creationId xmlns:a16="http://schemas.microsoft.com/office/drawing/2014/main" id="{83248AB3-F7AF-F3ED-DB7A-1354D6CC1ED9}"/>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Cube 31">
              <a:extLst>
                <a:ext uri="{FF2B5EF4-FFF2-40B4-BE49-F238E27FC236}">
                  <a16:creationId xmlns:a16="http://schemas.microsoft.com/office/drawing/2014/main" id="{5127CC1E-25BE-C919-BB61-865BF6D4B752}"/>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ube 32">
              <a:extLst>
                <a:ext uri="{FF2B5EF4-FFF2-40B4-BE49-F238E27FC236}">
                  <a16:creationId xmlns:a16="http://schemas.microsoft.com/office/drawing/2014/main" id="{8CA8B830-6066-07A7-B564-5E4AE6F8FBF3}"/>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ube 33">
              <a:extLst>
                <a:ext uri="{FF2B5EF4-FFF2-40B4-BE49-F238E27FC236}">
                  <a16:creationId xmlns:a16="http://schemas.microsoft.com/office/drawing/2014/main" id="{95CA1F78-8E66-012C-E7DC-B077613FF6DC}"/>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Cube 34">
              <a:extLst>
                <a:ext uri="{FF2B5EF4-FFF2-40B4-BE49-F238E27FC236}">
                  <a16:creationId xmlns:a16="http://schemas.microsoft.com/office/drawing/2014/main" id="{478A0219-DACC-47E7-3A45-46E7F4430D2B}"/>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ube 35">
              <a:extLst>
                <a:ext uri="{FF2B5EF4-FFF2-40B4-BE49-F238E27FC236}">
                  <a16:creationId xmlns:a16="http://schemas.microsoft.com/office/drawing/2014/main" id="{5E109079-03A3-0826-D25D-DD4238A914ED}"/>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ube 36">
              <a:extLst>
                <a:ext uri="{FF2B5EF4-FFF2-40B4-BE49-F238E27FC236}">
                  <a16:creationId xmlns:a16="http://schemas.microsoft.com/office/drawing/2014/main" id="{37F4922A-12F0-C1AA-BA24-370C3EF55BCB}"/>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4" name="Cube 183">
            <a:extLst>
              <a:ext uri="{FF2B5EF4-FFF2-40B4-BE49-F238E27FC236}">
                <a16:creationId xmlns:a16="http://schemas.microsoft.com/office/drawing/2014/main" id="{94B0DF16-025F-AAD3-2031-20690D2757B9}"/>
              </a:ext>
            </a:extLst>
          </p:cNvPr>
          <p:cNvSpPr/>
          <p:nvPr/>
        </p:nvSpPr>
        <p:spPr>
          <a:xfrm>
            <a:off x="8076021" y="3879004"/>
            <a:ext cx="1710016"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8" name="Group 37">
            <a:extLst>
              <a:ext uri="{FF2B5EF4-FFF2-40B4-BE49-F238E27FC236}">
                <a16:creationId xmlns:a16="http://schemas.microsoft.com/office/drawing/2014/main" id="{BC32A35C-680C-F52E-DB43-52538E884C79}"/>
              </a:ext>
            </a:extLst>
          </p:cNvPr>
          <p:cNvGrpSpPr/>
          <p:nvPr/>
        </p:nvGrpSpPr>
        <p:grpSpPr>
          <a:xfrm>
            <a:off x="965943" y="2438989"/>
            <a:ext cx="1710019" cy="1710020"/>
            <a:chOff x="1775952" y="2438989"/>
            <a:chExt cx="1710019" cy="1710020"/>
          </a:xfrm>
        </p:grpSpPr>
        <p:sp>
          <p:nvSpPr>
            <p:cNvPr id="39" name="Cube 38">
              <a:extLst>
                <a:ext uri="{FF2B5EF4-FFF2-40B4-BE49-F238E27FC236}">
                  <a16:creationId xmlns:a16="http://schemas.microsoft.com/office/drawing/2014/main" id="{1A1AE554-0C18-C4AD-C0C1-EBD8D9CF4790}"/>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Cube 39">
              <a:extLst>
                <a:ext uri="{FF2B5EF4-FFF2-40B4-BE49-F238E27FC236}">
                  <a16:creationId xmlns:a16="http://schemas.microsoft.com/office/drawing/2014/main" id="{0A67B0B6-F7C0-8B92-12AD-43FE8B490C46}"/>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Cube 40">
              <a:extLst>
                <a:ext uri="{FF2B5EF4-FFF2-40B4-BE49-F238E27FC236}">
                  <a16:creationId xmlns:a16="http://schemas.microsoft.com/office/drawing/2014/main" id="{09EE0BF1-18BF-2D40-DA21-33A6A4B96F22}"/>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ube 41">
              <a:extLst>
                <a:ext uri="{FF2B5EF4-FFF2-40B4-BE49-F238E27FC236}">
                  <a16:creationId xmlns:a16="http://schemas.microsoft.com/office/drawing/2014/main" id="{603D8CB5-41A1-9CA0-04DF-8AC3DB8FACB4}"/>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Cube 42">
              <a:extLst>
                <a:ext uri="{FF2B5EF4-FFF2-40B4-BE49-F238E27FC236}">
                  <a16:creationId xmlns:a16="http://schemas.microsoft.com/office/drawing/2014/main" id="{A2475147-A956-75C9-AA6F-8328C6C3A175}"/>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Cube 43">
              <a:extLst>
                <a:ext uri="{FF2B5EF4-FFF2-40B4-BE49-F238E27FC236}">
                  <a16:creationId xmlns:a16="http://schemas.microsoft.com/office/drawing/2014/main" id="{8638B233-83D9-F6B4-0098-38A22A6C1A3E}"/>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Cube 44">
              <a:extLst>
                <a:ext uri="{FF2B5EF4-FFF2-40B4-BE49-F238E27FC236}">
                  <a16:creationId xmlns:a16="http://schemas.microsoft.com/office/drawing/2014/main" id="{7421ADE9-1428-C29F-FDEF-6D8D343ED5CF}"/>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Cube 45">
              <a:extLst>
                <a:ext uri="{FF2B5EF4-FFF2-40B4-BE49-F238E27FC236}">
                  <a16:creationId xmlns:a16="http://schemas.microsoft.com/office/drawing/2014/main" id="{6663F435-433E-7C3F-98D6-DBF1D8275C59}"/>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5" name="Cube 184">
            <a:extLst>
              <a:ext uri="{FF2B5EF4-FFF2-40B4-BE49-F238E27FC236}">
                <a16:creationId xmlns:a16="http://schemas.microsoft.com/office/drawing/2014/main" id="{332ADD81-4FCD-9BC7-43FC-D28EFF00DA4B}"/>
              </a:ext>
            </a:extLst>
          </p:cNvPr>
          <p:cNvSpPr/>
          <p:nvPr/>
        </p:nvSpPr>
        <p:spPr>
          <a:xfrm>
            <a:off x="9516053" y="3879004"/>
            <a:ext cx="1710016"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ABC18758-C5AC-D3CD-F53C-C8AB9E184AD3}"/>
              </a:ext>
            </a:extLst>
          </p:cNvPr>
          <p:cNvGrpSpPr/>
          <p:nvPr/>
        </p:nvGrpSpPr>
        <p:grpSpPr>
          <a:xfrm>
            <a:off x="965943" y="2438989"/>
            <a:ext cx="1710019" cy="1710020"/>
            <a:chOff x="1775952" y="2438989"/>
            <a:chExt cx="1710019" cy="1710020"/>
          </a:xfrm>
        </p:grpSpPr>
        <p:sp>
          <p:nvSpPr>
            <p:cNvPr id="48" name="Cube 47">
              <a:extLst>
                <a:ext uri="{FF2B5EF4-FFF2-40B4-BE49-F238E27FC236}">
                  <a16:creationId xmlns:a16="http://schemas.microsoft.com/office/drawing/2014/main" id="{351AF627-5C9C-966C-824F-2B0E0483808A}"/>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Cube 50">
              <a:extLst>
                <a:ext uri="{FF2B5EF4-FFF2-40B4-BE49-F238E27FC236}">
                  <a16:creationId xmlns:a16="http://schemas.microsoft.com/office/drawing/2014/main" id="{2A3186CE-C3B9-5F18-B18C-7C61DC2A1149}"/>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Cube 62">
              <a:extLst>
                <a:ext uri="{FF2B5EF4-FFF2-40B4-BE49-F238E27FC236}">
                  <a16:creationId xmlns:a16="http://schemas.microsoft.com/office/drawing/2014/main" id="{99D96A64-2FEA-BEE8-D69C-08EDD051C251}"/>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Cube 71">
              <a:extLst>
                <a:ext uri="{FF2B5EF4-FFF2-40B4-BE49-F238E27FC236}">
                  <a16:creationId xmlns:a16="http://schemas.microsoft.com/office/drawing/2014/main" id="{09DC90F8-DE58-3DF1-6F13-8E167B519890}"/>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Cube 80">
              <a:extLst>
                <a:ext uri="{FF2B5EF4-FFF2-40B4-BE49-F238E27FC236}">
                  <a16:creationId xmlns:a16="http://schemas.microsoft.com/office/drawing/2014/main" id="{72739FEB-41B3-2A80-AD68-C47994F1B18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Cube 89">
              <a:extLst>
                <a:ext uri="{FF2B5EF4-FFF2-40B4-BE49-F238E27FC236}">
                  <a16:creationId xmlns:a16="http://schemas.microsoft.com/office/drawing/2014/main" id="{8B5DB6CB-6D5F-B3C9-3DB7-BEE4D8D726D7}"/>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Cube 98">
              <a:extLst>
                <a:ext uri="{FF2B5EF4-FFF2-40B4-BE49-F238E27FC236}">
                  <a16:creationId xmlns:a16="http://schemas.microsoft.com/office/drawing/2014/main" id="{E3B8B3CE-00A0-E409-EE6B-2FC983D1C1C8}"/>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Cube 107">
              <a:extLst>
                <a:ext uri="{FF2B5EF4-FFF2-40B4-BE49-F238E27FC236}">
                  <a16:creationId xmlns:a16="http://schemas.microsoft.com/office/drawing/2014/main" id="{18F17FD9-6063-E677-479C-E54BBC006DC2}"/>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6" name="Cube 185">
            <a:extLst>
              <a:ext uri="{FF2B5EF4-FFF2-40B4-BE49-F238E27FC236}">
                <a16:creationId xmlns:a16="http://schemas.microsoft.com/office/drawing/2014/main" id="{5C2F6C50-2077-218D-FF3B-DA1586482054}"/>
              </a:ext>
            </a:extLst>
          </p:cNvPr>
          <p:cNvSpPr/>
          <p:nvPr/>
        </p:nvSpPr>
        <p:spPr>
          <a:xfrm>
            <a:off x="6636006" y="2438990"/>
            <a:ext cx="1710018" cy="1710024"/>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7" name="Group 116">
            <a:extLst>
              <a:ext uri="{FF2B5EF4-FFF2-40B4-BE49-F238E27FC236}">
                <a16:creationId xmlns:a16="http://schemas.microsoft.com/office/drawing/2014/main" id="{E74B1EDC-6A9A-E66D-C439-E6AC9D919157}"/>
              </a:ext>
            </a:extLst>
          </p:cNvPr>
          <p:cNvGrpSpPr/>
          <p:nvPr/>
        </p:nvGrpSpPr>
        <p:grpSpPr>
          <a:xfrm>
            <a:off x="965943" y="2438989"/>
            <a:ext cx="1710019" cy="1710020"/>
            <a:chOff x="1775952" y="2438989"/>
            <a:chExt cx="1710019" cy="1710020"/>
          </a:xfrm>
        </p:grpSpPr>
        <p:sp>
          <p:nvSpPr>
            <p:cNvPr id="126" name="Cube 125">
              <a:extLst>
                <a:ext uri="{FF2B5EF4-FFF2-40B4-BE49-F238E27FC236}">
                  <a16:creationId xmlns:a16="http://schemas.microsoft.com/office/drawing/2014/main" id="{E4304379-A1ED-0247-AE6B-BF92D4B32E82}"/>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Cube 135">
              <a:extLst>
                <a:ext uri="{FF2B5EF4-FFF2-40B4-BE49-F238E27FC236}">
                  <a16:creationId xmlns:a16="http://schemas.microsoft.com/office/drawing/2014/main" id="{044870C5-EFC9-935D-FF0E-E62716B42402}"/>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Cube 136">
              <a:extLst>
                <a:ext uri="{FF2B5EF4-FFF2-40B4-BE49-F238E27FC236}">
                  <a16:creationId xmlns:a16="http://schemas.microsoft.com/office/drawing/2014/main" id="{D8666CE9-D0A8-B207-0A15-E8BF0B71667E}"/>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Cube 137">
              <a:extLst>
                <a:ext uri="{FF2B5EF4-FFF2-40B4-BE49-F238E27FC236}">
                  <a16:creationId xmlns:a16="http://schemas.microsoft.com/office/drawing/2014/main" id="{FC1C0899-746F-3749-9E31-EE089D815CDE}"/>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Cube 138">
              <a:extLst>
                <a:ext uri="{FF2B5EF4-FFF2-40B4-BE49-F238E27FC236}">
                  <a16:creationId xmlns:a16="http://schemas.microsoft.com/office/drawing/2014/main" id="{E9D448F4-FA04-FD63-1B12-1E19D1C0D6D5}"/>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Cube 139">
              <a:extLst>
                <a:ext uri="{FF2B5EF4-FFF2-40B4-BE49-F238E27FC236}">
                  <a16:creationId xmlns:a16="http://schemas.microsoft.com/office/drawing/2014/main" id="{FD42C69D-070A-5B46-6983-0753A4B4BAB2}"/>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Cube 140">
              <a:extLst>
                <a:ext uri="{FF2B5EF4-FFF2-40B4-BE49-F238E27FC236}">
                  <a16:creationId xmlns:a16="http://schemas.microsoft.com/office/drawing/2014/main" id="{04D78740-9BDE-066E-F43B-3992E24AD585}"/>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Cube 141">
              <a:extLst>
                <a:ext uri="{FF2B5EF4-FFF2-40B4-BE49-F238E27FC236}">
                  <a16:creationId xmlns:a16="http://schemas.microsoft.com/office/drawing/2014/main" id="{9C927474-67A8-10C8-34E4-801A243CFC51}"/>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7" name="Cube 186">
            <a:extLst>
              <a:ext uri="{FF2B5EF4-FFF2-40B4-BE49-F238E27FC236}">
                <a16:creationId xmlns:a16="http://schemas.microsoft.com/office/drawing/2014/main" id="{EE1D7B88-9E95-BF11-578C-A313A7871738}"/>
              </a:ext>
            </a:extLst>
          </p:cNvPr>
          <p:cNvSpPr/>
          <p:nvPr/>
        </p:nvSpPr>
        <p:spPr>
          <a:xfrm>
            <a:off x="8076021" y="2438990"/>
            <a:ext cx="1710014" cy="1710018"/>
          </a:xfrm>
          <a:prstGeom prst="cube">
            <a:avLst/>
          </a:prstGeom>
          <a:solidFill>
            <a:schemeClr val="bg1">
              <a:alpha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grpSp>
        <p:nvGrpSpPr>
          <p:cNvPr id="143" name="Group 142">
            <a:extLst>
              <a:ext uri="{FF2B5EF4-FFF2-40B4-BE49-F238E27FC236}">
                <a16:creationId xmlns:a16="http://schemas.microsoft.com/office/drawing/2014/main" id="{61FF2ACE-535D-07BC-7FD2-253348DFA4FC}"/>
              </a:ext>
            </a:extLst>
          </p:cNvPr>
          <p:cNvGrpSpPr/>
          <p:nvPr/>
        </p:nvGrpSpPr>
        <p:grpSpPr>
          <a:xfrm>
            <a:off x="965943" y="2438989"/>
            <a:ext cx="1710019" cy="1710020"/>
            <a:chOff x="1775952" y="2438989"/>
            <a:chExt cx="1710019" cy="1710020"/>
          </a:xfrm>
        </p:grpSpPr>
        <p:sp>
          <p:nvSpPr>
            <p:cNvPr id="144" name="Cube 143">
              <a:extLst>
                <a:ext uri="{FF2B5EF4-FFF2-40B4-BE49-F238E27FC236}">
                  <a16:creationId xmlns:a16="http://schemas.microsoft.com/office/drawing/2014/main" id="{425A534C-2911-BF17-D43B-CA36A02DF85E}"/>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Cube 144">
              <a:extLst>
                <a:ext uri="{FF2B5EF4-FFF2-40B4-BE49-F238E27FC236}">
                  <a16:creationId xmlns:a16="http://schemas.microsoft.com/office/drawing/2014/main" id="{9FA8411A-5E26-2DC8-EA99-FF0DCC1C9140}"/>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Cube 145">
              <a:extLst>
                <a:ext uri="{FF2B5EF4-FFF2-40B4-BE49-F238E27FC236}">
                  <a16:creationId xmlns:a16="http://schemas.microsoft.com/office/drawing/2014/main" id="{C8862CD9-C313-B983-6436-60B71FFB4436}"/>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Cube 146">
              <a:extLst>
                <a:ext uri="{FF2B5EF4-FFF2-40B4-BE49-F238E27FC236}">
                  <a16:creationId xmlns:a16="http://schemas.microsoft.com/office/drawing/2014/main" id="{5CBA89AC-D647-BFAE-D01E-C8C02DBEDAA7}"/>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Cube 147">
              <a:extLst>
                <a:ext uri="{FF2B5EF4-FFF2-40B4-BE49-F238E27FC236}">
                  <a16:creationId xmlns:a16="http://schemas.microsoft.com/office/drawing/2014/main" id="{7B8B3E9D-4813-9129-5CD1-86D580C94D24}"/>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Cube 148">
              <a:extLst>
                <a:ext uri="{FF2B5EF4-FFF2-40B4-BE49-F238E27FC236}">
                  <a16:creationId xmlns:a16="http://schemas.microsoft.com/office/drawing/2014/main" id="{26DF382F-C066-8708-58C3-8EBD23637AA8}"/>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Cube 149">
              <a:extLst>
                <a:ext uri="{FF2B5EF4-FFF2-40B4-BE49-F238E27FC236}">
                  <a16:creationId xmlns:a16="http://schemas.microsoft.com/office/drawing/2014/main" id="{9A0D07DD-E115-568B-8C0F-5A05E0F37F9B}"/>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Cube 150">
              <a:extLst>
                <a:ext uri="{FF2B5EF4-FFF2-40B4-BE49-F238E27FC236}">
                  <a16:creationId xmlns:a16="http://schemas.microsoft.com/office/drawing/2014/main" id="{18742D1A-B80F-3483-5E5D-BA9703E9082C}"/>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8" name="Cube 187">
            <a:extLst>
              <a:ext uri="{FF2B5EF4-FFF2-40B4-BE49-F238E27FC236}">
                <a16:creationId xmlns:a16="http://schemas.microsoft.com/office/drawing/2014/main" id="{9241E758-8E72-5D4C-50F8-21D9199CEEDA}"/>
              </a:ext>
            </a:extLst>
          </p:cNvPr>
          <p:cNvSpPr/>
          <p:nvPr/>
        </p:nvSpPr>
        <p:spPr>
          <a:xfrm>
            <a:off x="9516039" y="2438990"/>
            <a:ext cx="1710018" cy="1710020"/>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2" name="Group 151">
            <a:extLst>
              <a:ext uri="{FF2B5EF4-FFF2-40B4-BE49-F238E27FC236}">
                <a16:creationId xmlns:a16="http://schemas.microsoft.com/office/drawing/2014/main" id="{87CCFCA5-6F68-F007-D3E1-2DBE9648D378}"/>
              </a:ext>
            </a:extLst>
          </p:cNvPr>
          <p:cNvGrpSpPr/>
          <p:nvPr/>
        </p:nvGrpSpPr>
        <p:grpSpPr>
          <a:xfrm>
            <a:off x="965943" y="2438989"/>
            <a:ext cx="1710019" cy="1710020"/>
            <a:chOff x="1775952" y="2438989"/>
            <a:chExt cx="1710019" cy="1710020"/>
          </a:xfrm>
        </p:grpSpPr>
        <p:sp>
          <p:nvSpPr>
            <p:cNvPr id="153" name="Cube 152">
              <a:extLst>
                <a:ext uri="{FF2B5EF4-FFF2-40B4-BE49-F238E27FC236}">
                  <a16:creationId xmlns:a16="http://schemas.microsoft.com/office/drawing/2014/main" id="{5A3CFCE4-DCBA-1175-361B-0D670FFDACD2}"/>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Cube 153">
              <a:extLst>
                <a:ext uri="{FF2B5EF4-FFF2-40B4-BE49-F238E27FC236}">
                  <a16:creationId xmlns:a16="http://schemas.microsoft.com/office/drawing/2014/main" id="{2951F929-CD67-6878-C48A-2C4789800344}"/>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Cube 154">
              <a:extLst>
                <a:ext uri="{FF2B5EF4-FFF2-40B4-BE49-F238E27FC236}">
                  <a16:creationId xmlns:a16="http://schemas.microsoft.com/office/drawing/2014/main" id="{B2CB1759-035C-CA79-2886-D4E8E4D504D7}"/>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Cube 155">
              <a:extLst>
                <a:ext uri="{FF2B5EF4-FFF2-40B4-BE49-F238E27FC236}">
                  <a16:creationId xmlns:a16="http://schemas.microsoft.com/office/drawing/2014/main" id="{7271BE9F-7291-1ED6-879A-B7440941860D}"/>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Cube 156">
              <a:extLst>
                <a:ext uri="{FF2B5EF4-FFF2-40B4-BE49-F238E27FC236}">
                  <a16:creationId xmlns:a16="http://schemas.microsoft.com/office/drawing/2014/main" id="{B387AD30-AC0F-8077-60FE-B50BFB69D7AF}"/>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Cube 157">
              <a:extLst>
                <a:ext uri="{FF2B5EF4-FFF2-40B4-BE49-F238E27FC236}">
                  <a16:creationId xmlns:a16="http://schemas.microsoft.com/office/drawing/2014/main" id="{ADE63D24-279C-B784-D4FB-5D65FBB79309}"/>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Cube 158">
              <a:extLst>
                <a:ext uri="{FF2B5EF4-FFF2-40B4-BE49-F238E27FC236}">
                  <a16:creationId xmlns:a16="http://schemas.microsoft.com/office/drawing/2014/main" id="{53FA07E6-DBBF-08A9-4B8D-4FFC1417494B}"/>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Cube 159">
              <a:extLst>
                <a:ext uri="{FF2B5EF4-FFF2-40B4-BE49-F238E27FC236}">
                  <a16:creationId xmlns:a16="http://schemas.microsoft.com/office/drawing/2014/main" id="{5A137E3E-C94E-82FA-F467-00939109DE68}"/>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Cube 188">
            <a:extLst>
              <a:ext uri="{FF2B5EF4-FFF2-40B4-BE49-F238E27FC236}">
                <a16:creationId xmlns:a16="http://schemas.microsoft.com/office/drawing/2014/main" id="{538995A1-7F5F-ECE6-7F97-9C2A156E604B}"/>
              </a:ext>
            </a:extLst>
          </p:cNvPr>
          <p:cNvSpPr/>
          <p:nvPr/>
        </p:nvSpPr>
        <p:spPr>
          <a:xfrm>
            <a:off x="6636006" y="998973"/>
            <a:ext cx="1710012" cy="1710020"/>
          </a:xfrm>
          <a:prstGeom prst="cube">
            <a:avLst/>
          </a:prstGeom>
          <a:solidFill>
            <a:schemeClr val="bg1">
              <a:alpha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1" name="Group 160">
            <a:extLst>
              <a:ext uri="{FF2B5EF4-FFF2-40B4-BE49-F238E27FC236}">
                <a16:creationId xmlns:a16="http://schemas.microsoft.com/office/drawing/2014/main" id="{99DEA386-81B9-DDBF-8FE1-C83AB64E7D04}"/>
              </a:ext>
            </a:extLst>
          </p:cNvPr>
          <p:cNvGrpSpPr/>
          <p:nvPr/>
        </p:nvGrpSpPr>
        <p:grpSpPr>
          <a:xfrm>
            <a:off x="965943" y="2438989"/>
            <a:ext cx="1710019" cy="1710020"/>
            <a:chOff x="1775952" y="2438989"/>
            <a:chExt cx="1710019" cy="1710020"/>
          </a:xfrm>
        </p:grpSpPr>
        <p:sp>
          <p:nvSpPr>
            <p:cNvPr id="162" name="Cube 161">
              <a:extLst>
                <a:ext uri="{FF2B5EF4-FFF2-40B4-BE49-F238E27FC236}">
                  <a16:creationId xmlns:a16="http://schemas.microsoft.com/office/drawing/2014/main" id="{2EDC6AA6-6894-F44A-90C3-39D31D99D204}"/>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Cube 162">
              <a:extLst>
                <a:ext uri="{FF2B5EF4-FFF2-40B4-BE49-F238E27FC236}">
                  <a16:creationId xmlns:a16="http://schemas.microsoft.com/office/drawing/2014/main" id="{E845E04C-4675-8487-DDDC-F2B41ADDAE83}"/>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Cube 163">
              <a:extLst>
                <a:ext uri="{FF2B5EF4-FFF2-40B4-BE49-F238E27FC236}">
                  <a16:creationId xmlns:a16="http://schemas.microsoft.com/office/drawing/2014/main" id="{A91FD783-34D9-8A20-A2A2-CCFA9C77F80A}"/>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Cube 164">
              <a:extLst>
                <a:ext uri="{FF2B5EF4-FFF2-40B4-BE49-F238E27FC236}">
                  <a16:creationId xmlns:a16="http://schemas.microsoft.com/office/drawing/2014/main" id="{50F8824C-A114-FD39-9C5C-B2BF2D836454}"/>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Cube 165">
              <a:extLst>
                <a:ext uri="{FF2B5EF4-FFF2-40B4-BE49-F238E27FC236}">
                  <a16:creationId xmlns:a16="http://schemas.microsoft.com/office/drawing/2014/main" id="{E5E79CF6-92DF-A6CA-71ED-3C5F1475B319}"/>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Cube 166">
              <a:extLst>
                <a:ext uri="{FF2B5EF4-FFF2-40B4-BE49-F238E27FC236}">
                  <a16:creationId xmlns:a16="http://schemas.microsoft.com/office/drawing/2014/main" id="{4436664F-8916-A96E-ACC4-F14CC3CDA30A}"/>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Cube 167">
              <a:extLst>
                <a:ext uri="{FF2B5EF4-FFF2-40B4-BE49-F238E27FC236}">
                  <a16:creationId xmlns:a16="http://schemas.microsoft.com/office/drawing/2014/main" id="{9329BAC5-4051-3E2B-A02F-8034CC6DB797}"/>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Cube 168">
              <a:extLst>
                <a:ext uri="{FF2B5EF4-FFF2-40B4-BE49-F238E27FC236}">
                  <a16:creationId xmlns:a16="http://schemas.microsoft.com/office/drawing/2014/main" id="{2D84E939-E07E-1B63-7D6B-4A6938D4D913}"/>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0" name="Cube 189">
            <a:extLst>
              <a:ext uri="{FF2B5EF4-FFF2-40B4-BE49-F238E27FC236}">
                <a16:creationId xmlns:a16="http://schemas.microsoft.com/office/drawing/2014/main" id="{DDA6345E-D649-866B-0F52-0D1D39D8AC4B}"/>
              </a:ext>
            </a:extLst>
          </p:cNvPr>
          <p:cNvSpPr/>
          <p:nvPr/>
        </p:nvSpPr>
        <p:spPr>
          <a:xfrm>
            <a:off x="8076021" y="998973"/>
            <a:ext cx="1710014" cy="1710020"/>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nvGrpSpPr>
          <p:cNvPr id="170" name="Group 169">
            <a:extLst>
              <a:ext uri="{FF2B5EF4-FFF2-40B4-BE49-F238E27FC236}">
                <a16:creationId xmlns:a16="http://schemas.microsoft.com/office/drawing/2014/main" id="{67304C39-EB7E-82B3-BFF2-F8ABCC6C336E}"/>
              </a:ext>
            </a:extLst>
          </p:cNvPr>
          <p:cNvGrpSpPr/>
          <p:nvPr/>
        </p:nvGrpSpPr>
        <p:grpSpPr>
          <a:xfrm>
            <a:off x="965943" y="2438989"/>
            <a:ext cx="1710019" cy="1710020"/>
            <a:chOff x="1775952" y="2438989"/>
            <a:chExt cx="1710019" cy="1710020"/>
          </a:xfrm>
        </p:grpSpPr>
        <p:sp>
          <p:nvSpPr>
            <p:cNvPr id="171" name="Cube 170">
              <a:extLst>
                <a:ext uri="{FF2B5EF4-FFF2-40B4-BE49-F238E27FC236}">
                  <a16:creationId xmlns:a16="http://schemas.microsoft.com/office/drawing/2014/main" id="{2F073E35-A23F-C525-D5A4-D1FE4DD40894}"/>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Cube 171">
              <a:extLst>
                <a:ext uri="{FF2B5EF4-FFF2-40B4-BE49-F238E27FC236}">
                  <a16:creationId xmlns:a16="http://schemas.microsoft.com/office/drawing/2014/main" id="{F2BA72D2-C7B7-C678-9694-2FE516BB957C}"/>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Cube 172">
              <a:extLst>
                <a:ext uri="{FF2B5EF4-FFF2-40B4-BE49-F238E27FC236}">
                  <a16:creationId xmlns:a16="http://schemas.microsoft.com/office/drawing/2014/main" id="{995A521C-9B77-625D-A93D-290D30D0EFAB}"/>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Cube 173">
              <a:extLst>
                <a:ext uri="{FF2B5EF4-FFF2-40B4-BE49-F238E27FC236}">
                  <a16:creationId xmlns:a16="http://schemas.microsoft.com/office/drawing/2014/main" id="{8BEFB499-63EB-E838-1B08-1BFB19B086C9}"/>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Cube 174">
              <a:extLst>
                <a:ext uri="{FF2B5EF4-FFF2-40B4-BE49-F238E27FC236}">
                  <a16:creationId xmlns:a16="http://schemas.microsoft.com/office/drawing/2014/main" id="{A6682992-EE9E-BDF2-D6C5-825AC33353F3}"/>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Cube 175">
              <a:extLst>
                <a:ext uri="{FF2B5EF4-FFF2-40B4-BE49-F238E27FC236}">
                  <a16:creationId xmlns:a16="http://schemas.microsoft.com/office/drawing/2014/main" id="{62D2946C-F341-E32D-FFE7-77ED99C0416F}"/>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Cube 176">
              <a:extLst>
                <a:ext uri="{FF2B5EF4-FFF2-40B4-BE49-F238E27FC236}">
                  <a16:creationId xmlns:a16="http://schemas.microsoft.com/office/drawing/2014/main" id="{E6F6646E-4B92-A6E6-A41E-DA62D09E356F}"/>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Cube 177">
              <a:extLst>
                <a:ext uri="{FF2B5EF4-FFF2-40B4-BE49-F238E27FC236}">
                  <a16:creationId xmlns:a16="http://schemas.microsoft.com/office/drawing/2014/main" id="{1EDFD388-A016-E847-1263-9046FE7DC560}"/>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1" name="Cube 190">
            <a:extLst>
              <a:ext uri="{FF2B5EF4-FFF2-40B4-BE49-F238E27FC236}">
                <a16:creationId xmlns:a16="http://schemas.microsoft.com/office/drawing/2014/main" id="{136E27CF-8EAE-0561-F198-5D2875FFE846}"/>
              </a:ext>
            </a:extLst>
          </p:cNvPr>
          <p:cNvSpPr/>
          <p:nvPr/>
        </p:nvSpPr>
        <p:spPr>
          <a:xfrm>
            <a:off x="9516039" y="998973"/>
            <a:ext cx="1710014"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840B697-311E-8640-A06A-8370390B67C5}"/>
                  </a:ext>
                </a:extLst>
              </p:cNvPr>
              <p:cNvSpPr txBox="1"/>
              <p:nvPr/>
            </p:nvSpPr>
            <p:spPr>
              <a:xfrm>
                <a:off x="3665973"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1"/>
                          </a:solidFill>
                          <a:latin typeface="Cambria Math" panose="02040503050406030204" pitchFamily="18" charset="0"/>
                        </a:rPr>
                        <m:t>𝑉</m:t>
                      </m:r>
                    </m:oMath>
                  </m:oMathPara>
                </a14:m>
                <a:endParaRPr lang="en-GB" sz="2800" dirty="0">
                  <a:solidFill>
                    <a:schemeClr val="accent1"/>
                  </a:solidFill>
                </a:endParaRPr>
              </a:p>
            </p:txBody>
          </p:sp>
        </mc:Choice>
        <mc:Fallback xmlns="">
          <p:sp>
            <p:nvSpPr>
              <p:cNvPr id="19" name="TextBox 18">
                <a:extLst>
                  <a:ext uri="{FF2B5EF4-FFF2-40B4-BE49-F238E27FC236}">
                    <a16:creationId xmlns:a16="http://schemas.microsoft.com/office/drawing/2014/main" id="{1840B697-311E-8640-A06A-8370390B67C5}"/>
                  </a:ext>
                </a:extLst>
              </p:cNvPr>
              <p:cNvSpPr txBox="1">
                <a:spLocks noRot="1" noChangeAspect="1" noMove="1" noResize="1" noEditPoints="1" noAdjustHandles="1" noChangeArrowheads="1" noChangeShapeType="1" noTextEdit="1"/>
              </p:cNvSpPr>
              <p:nvPr/>
            </p:nvSpPr>
            <p:spPr>
              <a:xfrm>
                <a:off x="3665973" y="5229020"/>
                <a:ext cx="1440016" cy="830997"/>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2840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730B4-1CA9-0B13-2709-1140E957C746}"/>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A219E3AD-630F-7812-E797-AD6CA6A3697C}"/>
              </a:ext>
            </a:extLst>
          </p:cNvPr>
          <p:cNvGrpSpPr/>
          <p:nvPr/>
        </p:nvGrpSpPr>
        <p:grpSpPr>
          <a:xfrm>
            <a:off x="965943" y="2438989"/>
            <a:ext cx="1710019" cy="1710020"/>
            <a:chOff x="1775952" y="2438989"/>
            <a:chExt cx="1710019" cy="1710020"/>
          </a:xfrm>
        </p:grpSpPr>
        <p:sp>
          <p:nvSpPr>
            <p:cNvPr id="2" name="Cube 1">
              <a:extLst>
                <a:ext uri="{FF2B5EF4-FFF2-40B4-BE49-F238E27FC236}">
                  <a16:creationId xmlns:a16="http://schemas.microsoft.com/office/drawing/2014/main" id="{E8FCB9AF-DC4A-E6FD-6D23-8962FE8B4646}"/>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ube 3">
              <a:extLst>
                <a:ext uri="{FF2B5EF4-FFF2-40B4-BE49-F238E27FC236}">
                  <a16:creationId xmlns:a16="http://schemas.microsoft.com/office/drawing/2014/main" id="{16E4A82F-2B99-454B-CD2F-D9A6EF92CEA8}"/>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ube 7">
              <a:extLst>
                <a:ext uri="{FF2B5EF4-FFF2-40B4-BE49-F238E27FC236}">
                  <a16:creationId xmlns:a16="http://schemas.microsoft.com/office/drawing/2014/main" id="{479E3C2C-F45F-CE39-90DE-59E6C7D304AA}"/>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ube 9">
              <a:extLst>
                <a:ext uri="{FF2B5EF4-FFF2-40B4-BE49-F238E27FC236}">
                  <a16:creationId xmlns:a16="http://schemas.microsoft.com/office/drawing/2014/main" id="{CFA80F9A-FDEA-862B-03D9-B8C38FBAE30E}"/>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ube 19">
              <a:extLst>
                <a:ext uri="{FF2B5EF4-FFF2-40B4-BE49-F238E27FC236}">
                  <a16:creationId xmlns:a16="http://schemas.microsoft.com/office/drawing/2014/main" id="{5FED16EB-2FBE-230A-D0DA-A038A73F71E2}"/>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ube 21">
              <a:extLst>
                <a:ext uri="{FF2B5EF4-FFF2-40B4-BE49-F238E27FC236}">
                  <a16:creationId xmlns:a16="http://schemas.microsoft.com/office/drawing/2014/main" id="{E6008227-3496-44D0-17C0-627B48111D9F}"/>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ube 23">
              <a:extLst>
                <a:ext uri="{FF2B5EF4-FFF2-40B4-BE49-F238E27FC236}">
                  <a16:creationId xmlns:a16="http://schemas.microsoft.com/office/drawing/2014/main" id="{308E344B-8A4C-C166-B546-BEB47E4EAF9D}"/>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ube 25">
              <a:extLst>
                <a:ext uri="{FF2B5EF4-FFF2-40B4-BE49-F238E27FC236}">
                  <a16:creationId xmlns:a16="http://schemas.microsoft.com/office/drawing/2014/main" id="{63769A65-59E7-6BCB-6EC3-7C3A3A4E7525}"/>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FE7D7EC-2D5C-F18F-E5BA-DD46428795B4}"/>
                  </a:ext>
                </a:extLst>
              </p:cNvPr>
              <p:cNvSpPr txBox="1"/>
              <p:nvPr/>
            </p:nvSpPr>
            <p:spPr>
              <a:xfrm>
                <a:off x="425937" y="795651"/>
                <a:ext cx="6096000" cy="923330"/>
              </a:xfrm>
              <a:prstGeom prst="rect">
                <a:avLst/>
              </a:prstGeom>
              <a:noFill/>
            </p:spPr>
            <p:txBody>
              <a:bodyPr wrap="square">
                <a:spAutoFit/>
              </a:bodyPr>
              <a:lstStyle/>
              <a:p>
                <a:pPr/>
                <a14:m>
                  <m:oMathPara xmlns:m="http://schemas.openxmlformats.org/officeDocument/2006/math">
                    <m:oMath>
                      <m:r>
                        <a:rPr lang="en-GB" sz="5400" b="0" i="1" smtClean="0">
                          <a:solidFill>
                            <a:schemeClr val="tx1"/>
                          </a:solidFill>
                          <a:latin typeface="Cambria Math" panose="02040503050406030204" pitchFamily="18" charset="0"/>
                        </a:rPr>
                        <m:t>𝑇</m:t>
                      </m:r>
                      <m:r>
                        <a:rPr lang="en-GB" sz="5400" b="0" i="1" smtClean="0">
                          <a:solidFill>
                            <a:schemeClr val="tx1"/>
                          </a:solidFill>
                          <a:latin typeface="Cambria Math" panose="02040503050406030204" pitchFamily="18" charset="0"/>
                        </a:rPr>
                        <m:t>=</m:t>
                      </m:r>
                      <m:r>
                        <a:rPr lang="en-GB" sz="5400" b="0" i="1" smtClean="0">
                          <a:solidFill>
                            <a:schemeClr val="accent6"/>
                          </a:solidFill>
                          <a:latin typeface="Cambria Math" panose="02040503050406030204" pitchFamily="18" charset="0"/>
                        </a:rPr>
                        <m:t>𝑈</m:t>
                      </m:r>
                      <m:r>
                        <a:rPr lang="en-GB" sz="5400" b="0" i="1" smtClean="0">
                          <a:solidFill>
                            <a:schemeClr val="tx1"/>
                          </a:solidFill>
                          <a:latin typeface="Cambria Math" panose="02040503050406030204" pitchFamily="18" charset="0"/>
                        </a:rPr>
                        <m:t>⊗</m:t>
                      </m:r>
                      <m:r>
                        <a:rPr lang="en-GB" sz="5400" b="0" i="1" smtClean="0">
                          <a:solidFill>
                            <a:schemeClr val="accent1"/>
                          </a:solidFill>
                          <a:latin typeface="Cambria Math" panose="02040503050406030204" pitchFamily="18" charset="0"/>
                        </a:rPr>
                        <m:t>𝑉</m:t>
                      </m:r>
                    </m:oMath>
                  </m:oMathPara>
                </a14:m>
                <a:endParaRPr lang="en-GB" sz="1200" dirty="0">
                  <a:solidFill>
                    <a:schemeClr val="tx1"/>
                  </a:solidFill>
                </a:endParaRPr>
              </a:p>
            </p:txBody>
          </p:sp>
        </mc:Choice>
        <mc:Fallback xmlns="">
          <p:sp>
            <p:nvSpPr>
              <p:cNvPr id="28" name="TextBox 27">
                <a:extLst>
                  <a:ext uri="{FF2B5EF4-FFF2-40B4-BE49-F238E27FC236}">
                    <a16:creationId xmlns:a16="http://schemas.microsoft.com/office/drawing/2014/main" id="{CFE7D7EC-2D5C-F18F-E5BA-DD46428795B4}"/>
                  </a:ext>
                </a:extLst>
              </p:cNvPr>
              <p:cNvSpPr txBox="1">
                <a:spLocks noRot="1" noChangeAspect="1" noMove="1" noResize="1" noEditPoints="1" noAdjustHandles="1" noChangeArrowheads="1" noChangeShapeType="1" noTextEdit="1"/>
              </p:cNvSpPr>
              <p:nvPr/>
            </p:nvSpPr>
            <p:spPr>
              <a:xfrm>
                <a:off x="425937" y="795651"/>
                <a:ext cx="6096000"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E8745E-CAA1-C1D5-C82D-4BAE794F273D}"/>
                  </a:ext>
                </a:extLst>
              </p:cNvPr>
              <p:cNvSpPr txBox="1"/>
              <p:nvPr/>
            </p:nvSpPr>
            <p:spPr>
              <a:xfrm>
                <a:off x="1055944"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𝑈</m:t>
                      </m:r>
                    </m:oMath>
                  </m:oMathPara>
                </a14:m>
                <a:endParaRPr lang="en-GB" sz="2800" dirty="0"/>
              </a:p>
            </p:txBody>
          </p:sp>
        </mc:Choice>
        <mc:Fallback xmlns="">
          <p:sp>
            <p:nvSpPr>
              <p:cNvPr id="5" name="TextBox 4">
                <a:extLst>
                  <a:ext uri="{FF2B5EF4-FFF2-40B4-BE49-F238E27FC236}">
                    <a16:creationId xmlns:a16="http://schemas.microsoft.com/office/drawing/2014/main" id="{88E8745E-CAA1-C1D5-C82D-4BAE794F273D}"/>
                  </a:ext>
                </a:extLst>
              </p:cNvPr>
              <p:cNvSpPr txBox="1">
                <a:spLocks noRot="1" noChangeAspect="1" noMove="1" noResize="1" noEditPoints="1" noAdjustHandles="1" noChangeArrowheads="1" noChangeShapeType="1" noTextEdit="1"/>
              </p:cNvSpPr>
              <p:nvPr/>
            </p:nvSpPr>
            <p:spPr>
              <a:xfrm>
                <a:off x="1055944" y="5229020"/>
                <a:ext cx="1440016" cy="83099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9B42E28-0C94-F531-558D-9F4B28A9AC80}"/>
                  </a:ext>
                </a:extLst>
              </p:cNvPr>
              <p:cNvSpPr txBox="1"/>
              <p:nvPr/>
            </p:nvSpPr>
            <p:spPr>
              <a:xfrm>
                <a:off x="2675962" y="3068996"/>
                <a:ext cx="900010"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m:t>
                      </m:r>
                    </m:oMath>
                  </m:oMathPara>
                </a14:m>
                <a:endParaRPr lang="en-GB" sz="3600" dirty="0"/>
              </a:p>
            </p:txBody>
          </p:sp>
        </mc:Choice>
        <mc:Fallback xmlns="">
          <p:sp>
            <p:nvSpPr>
              <p:cNvPr id="53" name="TextBox 52">
                <a:extLst>
                  <a:ext uri="{FF2B5EF4-FFF2-40B4-BE49-F238E27FC236}">
                    <a16:creationId xmlns:a16="http://schemas.microsoft.com/office/drawing/2014/main" id="{59B42E28-0C94-F531-558D-9F4B28A9AC80}"/>
                  </a:ext>
                </a:extLst>
              </p:cNvPr>
              <p:cNvSpPr txBox="1">
                <a:spLocks noRot="1" noChangeAspect="1" noMove="1" noResize="1" noEditPoints="1" noAdjustHandles="1" noChangeArrowheads="1" noChangeShapeType="1" noTextEdit="1"/>
              </p:cNvSpPr>
              <p:nvPr/>
            </p:nvSpPr>
            <p:spPr>
              <a:xfrm>
                <a:off x="2675962" y="3068996"/>
                <a:ext cx="900010" cy="646331"/>
              </a:xfrm>
              <a:prstGeom prst="rect">
                <a:avLst/>
              </a:prstGeom>
              <a:blipFill>
                <a:blip r:embed="rId4"/>
                <a:stretch>
                  <a:fillRect/>
                </a:stretch>
              </a:blipFill>
            </p:spPr>
            <p:txBody>
              <a:bodyPr/>
              <a:lstStyle/>
              <a:p>
                <a:r>
                  <a:rPr lang="en-GB">
                    <a:noFill/>
                  </a:rPr>
                  <a:t> </a:t>
                </a:r>
              </a:p>
            </p:txBody>
          </p:sp>
        </mc:Fallback>
      </mc:AlternateContent>
      <p:grpSp>
        <p:nvGrpSpPr>
          <p:cNvPr id="52" name="Group 51">
            <a:extLst>
              <a:ext uri="{FF2B5EF4-FFF2-40B4-BE49-F238E27FC236}">
                <a16:creationId xmlns:a16="http://schemas.microsoft.com/office/drawing/2014/main" id="{728F4CD1-38F4-3B74-A843-B743D98F2DC6}"/>
              </a:ext>
            </a:extLst>
          </p:cNvPr>
          <p:cNvGrpSpPr/>
          <p:nvPr/>
        </p:nvGrpSpPr>
        <p:grpSpPr>
          <a:xfrm>
            <a:off x="3575972" y="2348988"/>
            <a:ext cx="2070023" cy="2070023"/>
            <a:chOff x="4655984" y="2348988"/>
            <a:chExt cx="2070023" cy="2070023"/>
          </a:xfrm>
        </p:grpSpPr>
        <p:sp>
          <p:nvSpPr>
            <p:cNvPr id="54" name="Cube 53">
              <a:extLst>
                <a:ext uri="{FF2B5EF4-FFF2-40B4-BE49-F238E27FC236}">
                  <a16:creationId xmlns:a16="http://schemas.microsoft.com/office/drawing/2014/main" id="{26F2774A-4C1B-E25F-4132-221D826FF5CB}"/>
                </a:ext>
              </a:extLst>
            </p:cNvPr>
            <p:cNvSpPr/>
            <p:nvPr/>
          </p:nvSpPr>
          <p:spPr>
            <a:xfrm>
              <a:off x="4655984" y="3789004"/>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Cube 54">
              <a:extLst>
                <a:ext uri="{FF2B5EF4-FFF2-40B4-BE49-F238E27FC236}">
                  <a16:creationId xmlns:a16="http://schemas.microsoft.com/office/drawing/2014/main" id="{7513B699-42E3-BB04-E2AF-2004DE49C0A2}"/>
                </a:ext>
              </a:extLst>
            </p:cNvPr>
            <p:cNvSpPr/>
            <p:nvPr/>
          </p:nvSpPr>
          <p:spPr>
            <a:xfrm>
              <a:off x="5375992"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Cube 55">
              <a:extLst>
                <a:ext uri="{FF2B5EF4-FFF2-40B4-BE49-F238E27FC236}">
                  <a16:creationId xmlns:a16="http://schemas.microsoft.com/office/drawing/2014/main" id="{A3557859-0601-ECCC-9147-977513619B79}"/>
                </a:ext>
              </a:extLst>
            </p:cNvPr>
            <p:cNvSpPr/>
            <p:nvPr/>
          </p:nvSpPr>
          <p:spPr>
            <a:xfrm>
              <a:off x="6096000"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Cube 56">
              <a:extLst>
                <a:ext uri="{FF2B5EF4-FFF2-40B4-BE49-F238E27FC236}">
                  <a16:creationId xmlns:a16="http://schemas.microsoft.com/office/drawing/2014/main" id="{4D783AD6-43B1-89DB-943A-2F6D3415EC51}"/>
                </a:ext>
              </a:extLst>
            </p:cNvPr>
            <p:cNvSpPr/>
            <p:nvPr/>
          </p:nvSpPr>
          <p:spPr>
            <a:xfrm>
              <a:off x="4655984" y="3068996"/>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Cube 57">
              <a:extLst>
                <a:ext uri="{FF2B5EF4-FFF2-40B4-BE49-F238E27FC236}">
                  <a16:creationId xmlns:a16="http://schemas.microsoft.com/office/drawing/2014/main" id="{7D6FA192-628A-7579-CB2D-854AC6689D10}"/>
                </a:ext>
              </a:extLst>
            </p:cNvPr>
            <p:cNvSpPr/>
            <p:nvPr/>
          </p:nvSpPr>
          <p:spPr>
            <a:xfrm>
              <a:off x="5375992" y="3068996"/>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59" name="Cube 58">
              <a:extLst>
                <a:ext uri="{FF2B5EF4-FFF2-40B4-BE49-F238E27FC236}">
                  <a16:creationId xmlns:a16="http://schemas.microsoft.com/office/drawing/2014/main" id="{1580630A-1180-3EF7-6BF6-C34A01B338C5}"/>
                </a:ext>
              </a:extLst>
            </p:cNvPr>
            <p:cNvSpPr/>
            <p:nvPr/>
          </p:nvSpPr>
          <p:spPr>
            <a:xfrm>
              <a:off x="6096000" y="3068996"/>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Cube 59">
              <a:extLst>
                <a:ext uri="{FF2B5EF4-FFF2-40B4-BE49-F238E27FC236}">
                  <a16:creationId xmlns:a16="http://schemas.microsoft.com/office/drawing/2014/main" id="{51963AAE-11F0-7614-F281-C2C22708BBFC}"/>
                </a:ext>
              </a:extLst>
            </p:cNvPr>
            <p:cNvSpPr/>
            <p:nvPr/>
          </p:nvSpPr>
          <p:spPr>
            <a:xfrm>
              <a:off x="4655984" y="2348988"/>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Cube 60">
              <a:extLst>
                <a:ext uri="{FF2B5EF4-FFF2-40B4-BE49-F238E27FC236}">
                  <a16:creationId xmlns:a16="http://schemas.microsoft.com/office/drawing/2014/main" id="{12539083-83C7-773D-8EE7-41A6B9C17D90}"/>
                </a:ext>
              </a:extLst>
            </p:cNvPr>
            <p:cNvSpPr/>
            <p:nvPr/>
          </p:nvSpPr>
          <p:spPr>
            <a:xfrm>
              <a:off x="5375992" y="2348988"/>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2" name="Cube 61">
              <a:extLst>
                <a:ext uri="{FF2B5EF4-FFF2-40B4-BE49-F238E27FC236}">
                  <a16:creationId xmlns:a16="http://schemas.microsoft.com/office/drawing/2014/main" id="{4953864E-7920-4BD6-DC1F-88E0629CF482}"/>
                </a:ext>
              </a:extLst>
            </p:cNvPr>
            <p:cNvSpPr/>
            <p:nvPr/>
          </p:nvSpPr>
          <p:spPr>
            <a:xfrm>
              <a:off x="6096000" y="2348988"/>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 name="Group 2">
            <a:extLst>
              <a:ext uri="{FF2B5EF4-FFF2-40B4-BE49-F238E27FC236}">
                <a16:creationId xmlns:a16="http://schemas.microsoft.com/office/drawing/2014/main" id="{88D7C9A5-1607-6829-882C-9AD839BC340C}"/>
              </a:ext>
            </a:extLst>
          </p:cNvPr>
          <p:cNvGrpSpPr/>
          <p:nvPr/>
        </p:nvGrpSpPr>
        <p:grpSpPr>
          <a:xfrm>
            <a:off x="6636006" y="3879004"/>
            <a:ext cx="1710019" cy="1710020"/>
            <a:chOff x="1775952" y="2438989"/>
            <a:chExt cx="1710019" cy="1710020"/>
          </a:xfrm>
        </p:grpSpPr>
        <p:sp>
          <p:nvSpPr>
            <p:cNvPr id="6" name="Cube 5">
              <a:extLst>
                <a:ext uri="{FF2B5EF4-FFF2-40B4-BE49-F238E27FC236}">
                  <a16:creationId xmlns:a16="http://schemas.microsoft.com/office/drawing/2014/main" id="{5E573EEA-BE4D-8A3F-7EAF-9A6F069E779F}"/>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ube 6">
              <a:extLst>
                <a:ext uri="{FF2B5EF4-FFF2-40B4-BE49-F238E27FC236}">
                  <a16:creationId xmlns:a16="http://schemas.microsoft.com/office/drawing/2014/main" id="{F4FFD9F6-743A-E383-865D-2E2DB630EF28}"/>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ube 8">
              <a:extLst>
                <a:ext uri="{FF2B5EF4-FFF2-40B4-BE49-F238E27FC236}">
                  <a16:creationId xmlns:a16="http://schemas.microsoft.com/office/drawing/2014/main" id="{38B2282F-90D8-83F8-6F20-F7A5DE5E521E}"/>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ube 10">
              <a:extLst>
                <a:ext uri="{FF2B5EF4-FFF2-40B4-BE49-F238E27FC236}">
                  <a16:creationId xmlns:a16="http://schemas.microsoft.com/office/drawing/2014/main" id="{390DB375-3EB2-1C38-C734-EFD3DD9F05CE}"/>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Cube 11">
              <a:extLst>
                <a:ext uri="{FF2B5EF4-FFF2-40B4-BE49-F238E27FC236}">
                  <a16:creationId xmlns:a16="http://schemas.microsoft.com/office/drawing/2014/main" id="{EB7EFD2D-3DB1-A13E-D7AF-FDB5A475746B}"/>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ube 12">
              <a:extLst>
                <a:ext uri="{FF2B5EF4-FFF2-40B4-BE49-F238E27FC236}">
                  <a16:creationId xmlns:a16="http://schemas.microsoft.com/office/drawing/2014/main" id="{4D694278-FC3C-A5FC-D797-7F93C448795D}"/>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ube 13">
              <a:extLst>
                <a:ext uri="{FF2B5EF4-FFF2-40B4-BE49-F238E27FC236}">
                  <a16:creationId xmlns:a16="http://schemas.microsoft.com/office/drawing/2014/main" id="{62D6F052-861F-F308-3C59-DA99A32E2877}"/>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ube 14">
              <a:extLst>
                <a:ext uri="{FF2B5EF4-FFF2-40B4-BE49-F238E27FC236}">
                  <a16:creationId xmlns:a16="http://schemas.microsoft.com/office/drawing/2014/main" id="{D62782EC-FC7C-A2A7-329B-D207BEB72E3E}"/>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3" name="Cube 182">
            <a:extLst>
              <a:ext uri="{FF2B5EF4-FFF2-40B4-BE49-F238E27FC236}">
                <a16:creationId xmlns:a16="http://schemas.microsoft.com/office/drawing/2014/main" id="{CDE263BD-6E7B-108C-37EB-7749AFB103F9}"/>
              </a:ext>
            </a:extLst>
          </p:cNvPr>
          <p:cNvSpPr/>
          <p:nvPr/>
        </p:nvSpPr>
        <p:spPr>
          <a:xfrm>
            <a:off x="6636006" y="3879004"/>
            <a:ext cx="1710018" cy="1710024"/>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4358A6F6-2747-9811-CCEC-241E1F0D3624}"/>
              </a:ext>
            </a:extLst>
          </p:cNvPr>
          <p:cNvGrpSpPr/>
          <p:nvPr/>
        </p:nvGrpSpPr>
        <p:grpSpPr>
          <a:xfrm>
            <a:off x="8076022" y="3879004"/>
            <a:ext cx="1710019" cy="1710020"/>
            <a:chOff x="1775952" y="2438989"/>
            <a:chExt cx="1710019" cy="1710020"/>
          </a:xfrm>
        </p:grpSpPr>
        <p:sp>
          <p:nvSpPr>
            <p:cNvPr id="17" name="Cube 16">
              <a:extLst>
                <a:ext uri="{FF2B5EF4-FFF2-40B4-BE49-F238E27FC236}">
                  <a16:creationId xmlns:a16="http://schemas.microsoft.com/office/drawing/2014/main" id="{08F7C64F-32AA-13CF-3DF2-74428018203C}"/>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ube 30">
              <a:extLst>
                <a:ext uri="{FF2B5EF4-FFF2-40B4-BE49-F238E27FC236}">
                  <a16:creationId xmlns:a16="http://schemas.microsoft.com/office/drawing/2014/main" id="{085F3A65-705D-F549-2E0B-2A5BD6168E08}"/>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Cube 31">
              <a:extLst>
                <a:ext uri="{FF2B5EF4-FFF2-40B4-BE49-F238E27FC236}">
                  <a16:creationId xmlns:a16="http://schemas.microsoft.com/office/drawing/2014/main" id="{275286AD-7E18-F94F-FA38-C7B9A6E1535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ube 32">
              <a:extLst>
                <a:ext uri="{FF2B5EF4-FFF2-40B4-BE49-F238E27FC236}">
                  <a16:creationId xmlns:a16="http://schemas.microsoft.com/office/drawing/2014/main" id="{A2A0C1C8-CA84-C1BE-655D-E50C3E491F9A}"/>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ube 33">
              <a:extLst>
                <a:ext uri="{FF2B5EF4-FFF2-40B4-BE49-F238E27FC236}">
                  <a16:creationId xmlns:a16="http://schemas.microsoft.com/office/drawing/2014/main" id="{AA69D310-3568-370E-C5F8-A560EC5C27E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Cube 34">
              <a:extLst>
                <a:ext uri="{FF2B5EF4-FFF2-40B4-BE49-F238E27FC236}">
                  <a16:creationId xmlns:a16="http://schemas.microsoft.com/office/drawing/2014/main" id="{0355B843-2473-E7E0-8933-1599DE12835F}"/>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ube 35">
              <a:extLst>
                <a:ext uri="{FF2B5EF4-FFF2-40B4-BE49-F238E27FC236}">
                  <a16:creationId xmlns:a16="http://schemas.microsoft.com/office/drawing/2014/main" id="{60F315D8-A6BE-7F22-C260-390188900FD0}"/>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ube 36">
              <a:extLst>
                <a:ext uri="{FF2B5EF4-FFF2-40B4-BE49-F238E27FC236}">
                  <a16:creationId xmlns:a16="http://schemas.microsoft.com/office/drawing/2014/main" id="{01278F9C-2510-EFFB-830C-28F36C911101}"/>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4" name="Cube 183">
            <a:extLst>
              <a:ext uri="{FF2B5EF4-FFF2-40B4-BE49-F238E27FC236}">
                <a16:creationId xmlns:a16="http://schemas.microsoft.com/office/drawing/2014/main" id="{AE258BDA-4544-028D-0FC7-B77070065FC6}"/>
              </a:ext>
            </a:extLst>
          </p:cNvPr>
          <p:cNvSpPr/>
          <p:nvPr/>
        </p:nvSpPr>
        <p:spPr>
          <a:xfrm>
            <a:off x="8076021" y="3879004"/>
            <a:ext cx="1710016"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8" name="Group 37">
            <a:extLst>
              <a:ext uri="{FF2B5EF4-FFF2-40B4-BE49-F238E27FC236}">
                <a16:creationId xmlns:a16="http://schemas.microsoft.com/office/drawing/2014/main" id="{E5375548-B809-E863-7E75-8E3A9F96276C}"/>
              </a:ext>
            </a:extLst>
          </p:cNvPr>
          <p:cNvGrpSpPr/>
          <p:nvPr/>
        </p:nvGrpSpPr>
        <p:grpSpPr>
          <a:xfrm>
            <a:off x="9516038" y="3879004"/>
            <a:ext cx="1710019" cy="1710020"/>
            <a:chOff x="1775952" y="2438989"/>
            <a:chExt cx="1710019" cy="1710020"/>
          </a:xfrm>
        </p:grpSpPr>
        <p:sp>
          <p:nvSpPr>
            <p:cNvPr id="39" name="Cube 38">
              <a:extLst>
                <a:ext uri="{FF2B5EF4-FFF2-40B4-BE49-F238E27FC236}">
                  <a16:creationId xmlns:a16="http://schemas.microsoft.com/office/drawing/2014/main" id="{F845310A-B938-A71B-F65D-A720327BDBAC}"/>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Cube 39">
              <a:extLst>
                <a:ext uri="{FF2B5EF4-FFF2-40B4-BE49-F238E27FC236}">
                  <a16:creationId xmlns:a16="http://schemas.microsoft.com/office/drawing/2014/main" id="{84598CA3-B817-5243-739C-5A3870224EF1}"/>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Cube 40">
              <a:extLst>
                <a:ext uri="{FF2B5EF4-FFF2-40B4-BE49-F238E27FC236}">
                  <a16:creationId xmlns:a16="http://schemas.microsoft.com/office/drawing/2014/main" id="{D412B59E-045B-B5B1-20F7-88A86A05CE1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ube 41">
              <a:extLst>
                <a:ext uri="{FF2B5EF4-FFF2-40B4-BE49-F238E27FC236}">
                  <a16:creationId xmlns:a16="http://schemas.microsoft.com/office/drawing/2014/main" id="{E26C0830-7549-ED79-33D7-3C1572B90D7C}"/>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Cube 42">
              <a:extLst>
                <a:ext uri="{FF2B5EF4-FFF2-40B4-BE49-F238E27FC236}">
                  <a16:creationId xmlns:a16="http://schemas.microsoft.com/office/drawing/2014/main" id="{6E6FBB5C-5200-64D7-CC17-D845FB31BBB1}"/>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Cube 43">
              <a:extLst>
                <a:ext uri="{FF2B5EF4-FFF2-40B4-BE49-F238E27FC236}">
                  <a16:creationId xmlns:a16="http://schemas.microsoft.com/office/drawing/2014/main" id="{EE810E36-F682-E771-046B-77306C462FDE}"/>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Cube 44">
              <a:extLst>
                <a:ext uri="{FF2B5EF4-FFF2-40B4-BE49-F238E27FC236}">
                  <a16:creationId xmlns:a16="http://schemas.microsoft.com/office/drawing/2014/main" id="{259484E3-2F0D-027B-244F-57DBD3D96823}"/>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Cube 45">
              <a:extLst>
                <a:ext uri="{FF2B5EF4-FFF2-40B4-BE49-F238E27FC236}">
                  <a16:creationId xmlns:a16="http://schemas.microsoft.com/office/drawing/2014/main" id="{244AE95E-F048-B671-4437-282AA1981F6B}"/>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5" name="Cube 184">
            <a:extLst>
              <a:ext uri="{FF2B5EF4-FFF2-40B4-BE49-F238E27FC236}">
                <a16:creationId xmlns:a16="http://schemas.microsoft.com/office/drawing/2014/main" id="{9CB88B2B-E019-7C58-635F-1C4F9936A5F1}"/>
              </a:ext>
            </a:extLst>
          </p:cNvPr>
          <p:cNvSpPr/>
          <p:nvPr/>
        </p:nvSpPr>
        <p:spPr>
          <a:xfrm>
            <a:off x="9516053" y="3879004"/>
            <a:ext cx="1710016"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E69B76D2-DF9C-AE84-002F-2178CA1A1998}"/>
              </a:ext>
            </a:extLst>
          </p:cNvPr>
          <p:cNvGrpSpPr/>
          <p:nvPr/>
        </p:nvGrpSpPr>
        <p:grpSpPr>
          <a:xfrm>
            <a:off x="6636006" y="2438989"/>
            <a:ext cx="1710019" cy="1710020"/>
            <a:chOff x="1775952" y="2438989"/>
            <a:chExt cx="1710019" cy="1710020"/>
          </a:xfrm>
        </p:grpSpPr>
        <p:sp>
          <p:nvSpPr>
            <p:cNvPr id="48" name="Cube 47">
              <a:extLst>
                <a:ext uri="{FF2B5EF4-FFF2-40B4-BE49-F238E27FC236}">
                  <a16:creationId xmlns:a16="http://schemas.microsoft.com/office/drawing/2014/main" id="{E9B703D9-00FC-0F6A-36A8-2D277706C2C2}"/>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Cube 50">
              <a:extLst>
                <a:ext uri="{FF2B5EF4-FFF2-40B4-BE49-F238E27FC236}">
                  <a16:creationId xmlns:a16="http://schemas.microsoft.com/office/drawing/2014/main" id="{64C5E9FA-A75D-3F2C-EE2B-B200DA053258}"/>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Cube 62">
              <a:extLst>
                <a:ext uri="{FF2B5EF4-FFF2-40B4-BE49-F238E27FC236}">
                  <a16:creationId xmlns:a16="http://schemas.microsoft.com/office/drawing/2014/main" id="{FA3DDFFC-34F8-20EB-AF67-AAD8009ABA52}"/>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Cube 71">
              <a:extLst>
                <a:ext uri="{FF2B5EF4-FFF2-40B4-BE49-F238E27FC236}">
                  <a16:creationId xmlns:a16="http://schemas.microsoft.com/office/drawing/2014/main" id="{C61AB96D-B575-B6CA-D6D2-9BB3A47A1244}"/>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Cube 80">
              <a:extLst>
                <a:ext uri="{FF2B5EF4-FFF2-40B4-BE49-F238E27FC236}">
                  <a16:creationId xmlns:a16="http://schemas.microsoft.com/office/drawing/2014/main" id="{27A88D26-07D6-CDF5-F8CC-AE30B9B66DBF}"/>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Cube 89">
              <a:extLst>
                <a:ext uri="{FF2B5EF4-FFF2-40B4-BE49-F238E27FC236}">
                  <a16:creationId xmlns:a16="http://schemas.microsoft.com/office/drawing/2014/main" id="{5E552925-153E-3091-D6D3-47CAF8FED042}"/>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Cube 98">
              <a:extLst>
                <a:ext uri="{FF2B5EF4-FFF2-40B4-BE49-F238E27FC236}">
                  <a16:creationId xmlns:a16="http://schemas.microsoft.com/office/drawing/2014/main" id="{2B396C1F-F9BE-E9EB-BF3A-42074E6D8154}"/>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Cube 107">
              <a:extLst>
                <a:ext uri="{FF2B5EF4-FFF2-40B4-BE49-F238E27FC236}">
                  <a16:creationId xmlns:a16="http://schemas.microsoft.com/office/drawing/2014/main" id="{4550C2E1-2DAB-11A8-BC8A-652C93A7DC2F}"/>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6" name="Cube 185">
            <a:extLst>
              <a:ext uri="{FF2B5EF4-FFF2-40B4-BE49-F238E27FC236}">
                <a16:creationId xmlns:a16="http://schemas.microsoft.com/office/drawing/2014/main" id="{0AF72BA1-94D4-4649-B531-13F09F07F44A}"/>
              </a:ext>
            </a:extLst>
          </p:cNvPr>
          <p:cNvSpPr/>
          <p:nvPr/>
        </p:nvSpPr>
        <p:spPr>
          <a:xfrm>
            <a:off x="6636006" y="2438990"/>
            <a:ext cx="1710018" cy="1710024"/>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7" name="Group 116">
            <a:extLst>
              <a:ext uri="{FF2B5EF4-FFF2-40B4-BE49-F238E27FC236}">
                <a16:creationId xmlns:a16="http://schemas.microsoft.com/office/drawing/2014/main" id="{B32A000F-C73B-7C96-30C0-EAD1FCAADED8}"/>
              </a:ext>
            </a:extLst>
          </p:cNvPr>
          <p:cNvGrpSpPr/>
          <p:nvPr/>
        </p:nvGrpSpPr>
        <p:grpSpPr>
          <a:xfrm>
            <a:off x="8076022" y="2438989"/>
            <a:ext cx="1710019" cy="1710020"/>
            <a:chOff x="1775952" y="2438989"/>
            <a:chExt cx="1710019" cy="1710020"/>
          </a:xfrm>
        </p:grpSpPr>
        <p:sp>
          <p:nvSpPr>
            <p:cNvPr id="126" name="Cube 125">
              <a:extLst>
                <a:ext uri="{FF2B5EF4-FFF2-40B4-BE49-F238E27FC236}">
                  <a16:creationId xmlns:a16="http://schemas.microsoft.com/office/drawing/2014/main" id="{AF48C569-372A-FEBE-9198-DF1A747CEA3D}"/>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Cube 135">
              <a:extLst>
                <a:ext uri="{FF2B5EF4-FFF2-40B4-BE49-F238E27FC236}">
                  <a16:creationId xmlns:a16="http://schemas.microsoft.com/office/drawing/2014/main" id="{8C07E645-5D5C-8260-7594-EEEBE8C3DD3A}"/>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Cube 136">
              <a:extLst>
                <a:ext uri="{FF2B5EF4-FFF2-40B4-BE49-F238E27FC236}">
                  <a16:creationId xmlns:a16="http://schemas.microsoft.com/office/drawing/2014/main" id="{9E853053-1F2A-F497-A750-D0C7C0E2D041}"/>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Cube 137">
              <a:extLst>
                <a:ext uri="{FF2B5EF4-FFF2-40B4-BE49-F238E27FC236}">
                  <a16:creationId xmlns:a16="http://schemas.microsoft.com/office/drawing/2014/main" id="{8983EB78-D29A-8D26-E387-5FD02D5E7267}"/>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Cube 138">
              <a:extLst>
                <a:ext uri="{FF2B5EF4-FFF2-40B4-BE49-F238E27FC236}">
                  <a16:creationId xmlns:a16="http://schemas.microsoft.com/office/drawing/2014/main" id="{14147BFF-AEF3-4522-9F2A-668BD6DC0ECB}"/>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Cube 139">
              <a:extLst>
                <a:ext uri="{FF2B5EF4-FFF2-40B4-BE49-F238E27FC236}">
                  <a16:creationId xmlns:a16="http://schemas.microsoft.com/office/drawing/2014/main" id="{F41047C3-AB09-A7DC-C522-C0AE3DD2CE03}"/>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Cube 140">
              <a:extLst>
                <a:ext uri="{FF2B5EF4-FFF2-40B4-BE49-F238E27FC236}">
                  <a16:creationId xmlns:a16="http://schemas.microsoft.com/office/drawing/2014/main" id="{BB7FDCAA-43C9-5C9E-2E97-D6DD1DEBA689}"/>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Cube 141">
              <a:extLst>
                <a:ext uri="{FF2B5EF4-FFF2-40B4-BE49-F238E27FC236}">
                  <a16:creationId xmlns:a16="http://schemas.microsoft.com/office/drawing/2014/main" id="{E3475C5E-E0B6-C69D-80BF-B76FA3545374}"/>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7" name="Cube 186">
            <a:extLst>
              <a:ext uri="{FF2B5EF4-FFF2-40B4-BE49-F238E27FC236}">
                <a16:creationId xmlns:a16="http://schemas.microsoft.com/office/drawing/2014/main" id="{337F24D6-4275-04EC-7CDC-C49975FC5865}"/>
              </a:ext>
            </a:extLst>
          </p:cNvPr>
          <p:cNvSpPr/>
          <p:nvPr/>
        </p:nvSpPr>
        <p:spPr>
          <a:xfrm>
            <a:off x="8076021" y="2438990"/>
            <a:ext cx="1710014" cy="1710018"/>
          </a:xfrm>
          <a:prstGeom prst="cube">
            <a:avLst/>
          </a:prstGeom>
          <a:solidFill>
            <a:schemeClr val="bg1">
              <a:alpha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grpSp>
        <p:nvGrpSpPr>
          <p:cNvPr id="143" name="Group 142">
            <a:extLst>
              <a:ext uri="{FF2B5EF4-FFF2-40B4-BE49-F238E27FC236}">
                <a16:creationId xmlns:a16="http://schemas.microsoft.com/office/drawing/2014/main" id="{A6D39790-D37D-1537-E8FD-BAFA316B3276}"/>
              </a:ext>
            </a:extLst>
          </p:cNvPr>
          <p:cNvGrpSpPr/>
          <p:nvPr/>
        </p:nvGrpSpPr>
        <p:grpSpPr>
          <a:xfrm>
            <a:off x="9516038" y="2438989"/>
            <a:ext cx="1710019" cy="1710020"/>
            <a:chOff x="1775952" y="2438989"/>
            <a:chExt cx="1710019" cy="1710020"/>
          </a:xfrm>
        </p:grpSpPr>
        <p:sp>
          <p:nvSpPr>
            <p:cNvPr id="144" name="Cube 143">
              <a:extLst>
                <a:ext uri="{FF2B5EF4-FFF2-40B4-BE49-F238E27FC236}">
                  <a16:creationId xmlns:a16="http://schemas.microsoft.com/office/drawing/2014/main" id="{B9DD27C0-FB55-96A2-2E7E-173F4A0FC497}"/>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Cube 144">
              <a:extLst>
                <a:ext uri="{FF2B5EF4-FFF2-40B4-BE49-F238E27FC236}">
                  <a16:creationId xmlns:a16="http://schemas.microsoft.com/office/drawing/2014/main" id="{50F58253-D7C0-7E74-E5E8-638EFDAA90AC}"/>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Cube 145">
              <a:extLst>
                <a:ext uri="{FF2B5EF4-FFF2-40B4-BE49-F238E27FC236}">
                  <a16:creationId xmlns:a16="http://schemas.microsoft.com/office/drawing/2014/main" id="{72C1D34F-EB14-1103-DFEB-C9BDEE6A7AE4}"/>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Cube 146">
              <a:extLst>
                <a:ext uri="{FF2B5EF4-FFF2-40B4-BE49-F238E27FC236}">
                  <a16:creationId xmlns:a16="http://schemas.microsoft.com/office/drawing/2014/main" id="{8825DE4C-4CDB-5BB0-D7BF-F92D9649775A}"/>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Cube 147">
              <a:extLst>
                <a:ext uri="{FF2B5EF4-FFF2-40B4-BE49-F238E27FC236}">
                  <a16:creationId xmlns:a16="http://schemas.microsoft.com/office/drawing/2014/main" id="{AD2D4DC2-5D3B-513D-45F4-E62A95D5CDC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Cube 148">
              <a:extLst>
                <a:ext uri="{FF2B5EF4-FFF2-40B4-BE49-F238E27FC236}">
                  <a16:creationId xmlns:a16="http://schemas.microsoft.com/office/drawing/2014/main" id="{CAE7AF10-1664-FD1F-E577-3BC14BF5496A}"/>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Cube 149">
              <a:extLst>
                <a:ext uri="{FF2B5EF4-FFF2-40B4-BE49-F238E27FC236}">
                  <a16:creationId xmlns:a16="http://schemas.microsoft.com/office/drawing/2014/main" id="{14894380-33D3-CC51-98D6-323C57F15970}"/>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Cube 150">
              <a:extLst>
                <a:ext uri="{FF2B5EF4-FFF2-40B4-BE49-F238E27FC236}">
                  <a16:creationId xmlns:a16="http://schemas.microsoft.com/office/drawing/2014/main" id="{13E72ECB-07E8-72EF-74A4-30D0487AE1D0}"/>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8" name="Cube 187">
            <a:extLst>
              <a:ext uri="{FF2B5EF4-FFF2-40B4-BE49-F238E27FC236}">
                <a16:creationId xmlns:a16="http://schemas.microsoft.com/office/drawing/2014/main" id="{469F953F-E252-0843-3A72-8F175072EA5A}"/>
              </a:ext>
            </a:extLst>
          </p:cNvPr>
          <p:cNvSpPr/>
          <p:nvPr/>
        </p:nvSpPr>
        <p:spPr>
          <a:xfrm>
            <a:off x="9516039" y="2438990"/>
            <a:ext cx="1710018" cy="1710020"/>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2" name="Group 151">
            <a:extLst>
              <a:ext uri="{FF2B5EF4-FFF2-40B4-BE49-F238E27FC236}">
                <a16:creationId xmlns:a16="http://schemas.microsoft.com/office/drawing/2014/main" id="{BED58E6F-A86F-1F73-AE5D-9F39F0B2FEB0}"/>
              </a:ext>
            </a:extLst>
          </p:cNvPr>
          <p:cNvGrpSpPr/>
          <p:nvPr/>
        </p:nvGrpSpPr>
        <p:grpSpPr>
          <a:xfrm>
            <a:off x="6636006" y="998973"/>
            <a:ext cx="1710019" cy="1710020"/>
            <a:chOff x="1775952" y="2438989"/>
            <a:chExt cx="1710019" cy="1710020"/>
          </a:xfrm>
        </p:grpSpPr>
        <p:sp>
          <p:nvSpPr>
            <p:cNvPr id="153" name="Cube 152">
              <a:extLst>
                <a:ext uri="{FF2B5EF4-FFF2-40B4-BE49-F238E27FC236}">
                  <a16:creationId xmlns:a16="http://schemas.microsoft.com/office/drawing/2014/main" id="{A615F521-166A-41C8-A401-638A0C5F720A}"/>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Cube 153">
              <a:extLst>
                <a:ext uri="{FF2B5EF4-FFF2-40B4-BE49-F238E27FC236}">
                  <a16:creationId xmlns:a16="http://schemas.microsoft.com/office/drawing/2014/main" id="{EDC258FB-366D-8BFF-DFA6-E29C2A7F5865}"/>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Cube 154">
              <a:extLst>
                <a:ext uri="{FF2B5EF4-FFF2-40B4-BE49-F238E27FC236}">
                  <a16:creationId xmlns:a16="http://schemas.microsoft.com/office/drawing/2014/main" id="{9042FDE1-582D-29B6-361E-925F1054EF87}"/>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Cube 155">
              <a:extLst>
                <a:ext uri="{FF2B5EF4-FFF2-40B4-BE49-F238E27FC236}">
                  <a16:creationId xmlns:a16="http://schemas.microsoft.com/office/drawing/2014/main" id="{598A5566-EC84-1BA1-5465-0313394EFEA1}"/>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Cube 156">
              <a:extLst>
                <a:ext uri="{FF2B5EF4-FFF2-40B4-BE49-F238E27FC236}">
                  <a16:creationId xmlns:a16="http://schemas.microsoft.com/office/drawing/2014/main" id="{5FDB7474-E5BF-F57E-58BD-914FDF896713}"/>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Cube 157">
              <a:extLst>
                <a:ext uri="{FF2B5EF4-FFF2-40B4-BE49-F238E27FC236}">
                  <a16:creationId xmlns:a16="http://schemas.microsoft.com/office/drawing/2014/main" id="{7AEDC7E1-2981-B3E6-B4EA-A2374D9D1BFD}"/>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Cube 158">
              <a:extLst>
                <a:ext uri="{FF2B5EF4-FFF2-40B4-BE49-F238E27FC236}">
                  <a16:creationId xmlns:a16="http://schemas.microsoft.com/office/drawing/2014/main" id="{B56D4AB9-4A14-94C6-277C-09718C7C204F}"/>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Cube 159">
              <a:extLst>
                <a:ext uri="{FF2B5EF4-FFF2-40B4-BE49-F238E27FC236}">
                  <a16:creationId xmlns:a16="http://schemas.microsoft.com/office/drawing/2014/main" id="{EE23D339-FBBA-AB8C-9F6C-EFCAAA452D24}"/>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Cube 188">
            <a:extLst>
              <a:ext uri="{FF2B5EF4-FFF2-40B4-BE49-F238E27FC236}">
                <a16:creationId xmlns:a16="http://schemas.microsoft.com/office/drawing/2014/main" id="{FC9C5EED-FE89-61C3-1430-8DAA8D8182CB}"/>
              </a:ext>
            </a:extLst>
          </p:cNvPr>
          <p:cNvSpPr/>
          <p:nvPr/>
        </p:nvSpPr>
        <p:spPr>
          <a:xfrm>
            <a:off x="6636006" y="998973"/>
            <a:ext cx="1710012" cy="1710020"/>
          </a:xfrm>
          <a:prstGeom prst="cube">
            <a:avLst/>
          </a:prstGeom>
          <a:solidFill>
            <a:schemeClr val="bg1">
              <a:alpha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1" name="Group 160">
            <a:extLst>
              <a:ext uri="{FF2B5EF4-FFF2-40B4-BE49-F238E27FC236}">
                <a16:creationId xmlns:a16="http://schemas.microsoft.com/office/drawing/2014/main" id="{6FCD5984-6241-D2C6-62CF-EB55EE3DBA22}"/>
              </a:ext>
            </a:extLst>
          </p:cNvPr>
          <p:cNvGrpSpPr/>
          <p:nvPr/>
        </p:nvGrpSpPr>
        <p:grpSpPr>
          <a:xfrm>
            <a:off x="8076022" y="998973"/>
            <a:ext cx="1710019" cy="1710020"/>
            <a:chOff x="1775952" y="2438989"/>
            <a:chExt cx="1710019" cy="1710020"/>
          </a:xfrm>
        </p:grpSpPr>
        <p:sp>
          <p:nvSpPr>
            <p:cNvPr id="162" name="Cube 161">
              <a:extLst>
                <a:ext uri="{FF2B5EF4-FFF2-40B4-BE49-F238E27FC236}">
                  <a16:creationId xmlns:a16="http://schemas.microsoft.com/office/drawing/2014/main" id="{84C6B1B9-AC00-466C-BB87-D5F0C6AA57E8}"/>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Cube 162">
              <a:extLst>
                <a:ext uri="{FF2B5EF4-FFF2-40B4-BE49-F238E27FC236}">
                  <a16:creationId xmlns:a16="http://schemas.microsoft.com/office/drawing/2014/main" id="{8DDD806D-D265-65E4-3CF6-91D6096D3921}"/>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Cube 163">
              <a:extLst>
                <a:ext uri="{FF2B5EF4-FFF2-40B4-BE49-F238E27FC236}">
                  <a16:creationId xmlns:a16="http://schemas.microsoft.com/office/drawing/2014/main" id="{643C57AB-E9A3-7C31-0588-184275F38433}"/>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Cube 164">
              <a:extLst>
                <a:ext uri="{FF2B5EF4-FFF2-40B4-BE49-F238E27FC236}">
                  <a16:creationId xmlns:a16="http://schemas.microsoft.com/office/drawing/2014/main" id="{53855D5B-979B-FF43-7BC7-A245AA0FDA07}"/>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Cube 165">
              <a:extLst>
                <a:ext uri="{FF2B5EF4-FFF2-40B4-BE49-F238E27FC236}">
                  <a16:creationId xmlns:a16="http://schemas.microsoft.com/office/drawing/2014/main" id="{03D9A54B-8600-70E3-66F5-6361503947B4}"/>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Cube 166">
              <a:extLst>
                <a:ext uri="{FF2B5EF4-FFF2-40B4-BE49-F238E27FC236}">
                  <a16:creationId xmlns:a16="http://schemas.microsoft.com/office/drawing/2014/main" id="{485077E5-7079-E717-6312-D444C9907CD2}"/>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Cube 167">
              <a:extLst>
                <a:ext uri="{FF2B5EF4-FFF2-40B4-BE49-F238E27FC236}">
                  <a16:creationId xmlns:a16="http://schemas.microsoft.com/office/drawing/2014/main" id="{015B30A8-7A1E-E9AC-3C73-DB64C071A845}"/>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Cube 168">
              <a:extLst>
                <a:ext uri="{FF2B5EF4-FFF2-40B4-BE49-F238E27FC236}">
                  <a16:creationId xmlns:a16="http://schemas.microsoft.com/office/drawing/2014/main" id="{EDD5A6BF-5B28-D169-41D9-D5F87F998039}"/>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0" name="Cube 189">
            <a:extLst>
              <a:ext uri="{FF2B5EF4-FFF2-40B4-BE49-F238E27FC236}">
                <a16:creationId xmlns:a16="http://schemas.microsoft.com/office/drawing/2014/main" id="{0EBF7FA9-9A8F-C085-EDEB-F9CF9CA4C30E}"/>
              </a:ext>
            </a:extLst>
          </p:cNvPr>
          <p:cNvSpPr/>
          <p:nvPr/>
        </p:nvSpPr>
        <p:spPr>
          <a:xfrm>
            <a:off x="8076021" y="998973"/>
            <a:ext cx="1710014" cy="1710020"/>
          </a:xfrm>
          <a:prstGeom prst="cube">
            <a:avLst/>
          </a:prstGeom>
          <a:solidFill>
            <a:schemeClr val="bg1">
              <a:lumMod val="85000"/>
              <a:alpha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nvGrpSpPr>
          <p:cNvPr id="170" name="Group 169">
            <a:extLst>
              <a:ext uri="{FF2B5EF4-FFF2-40B4-BE49-F238E27FC236}">
                <a16:creationId xmlns:a16="http://schemas.microsoft.com/office/drawing/2014/main" id="{E8583EF8-C79A-B688-102E-0D87061AC02A}"/>
              </a:ext>
            </a:extLst>
          </p:cNvPr>
          <p:cNvGrpSpPr/>
          <p:nvPr/>
        </p:nvGrpSpPr>
        <p:grpSpPr>
          <a:xfrm>
            <a:off x="9516038" y="998973"/>
            <a:ext cx="1710019" cy="1710020"/>
            <a:chOff x="1775952" y="2438989"/>
            <a:chExt cx="1710019" cy="1710020"/>
          </a:xfrm>
        </p:grpSpPr>
        <p:sp>
          <p:nvSpPr>
            <p:cNvPr id="171" name="Cube 170">
              <a:extLst>
                <a:ext uri="{FF2B5EF4-FFF2-40B4-BE49-F238E27FC236}">
                  <a16:creationId xmlns:a16="http://schemas.microsoft.com/office/drawing/2014/main" id="{ADD8118E-EEF4-2D1A-E6CC-7AF5B0DDE2FF}"/>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Cube 171">
              <a:extLst>
                <a:ext uri="{FF2B5EF4-FFF2-40B4-BE49-F238E27FC236}">
                  <a16:creationId xmlns:a16="http://schemas.microsoft.com/office/drawing/2014/main" id="{21CEC8EA-BE44-496F-065E-A65670C57111}"/>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Cube 172">
              <a:extLst>
                <a:ext uri="{FF2B5EF4-FFF2-40B4-BE49-F238E27FC236}">
                  <a16:creationId xmlns:a16="http://schemas.microsoft.com/office/drawing/2014/main" id="{8D2F9511-10AC-8E8E-0C8E-F856F8992C0E}"/>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Cube 173">
              <a:extLst>
                <a:ext uri="{FF2B5EF4-FFF2-40B4-BE49-F238E27FC236}">
                  <a16:creationId xmlns:a16="http://schemas.microsoft.com/office/drawing/2014/main" id="{1260CA8B-9B4D-58B1-ADFF-4CB43B0B8542}"/>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Cube 174">
              <a:extLst>
                <a:ext uri="{FF2B5EF4-FFF2-40B4-BE49-F238E27FC236}">
                  <a16:creationId xmlns:a16="http://schemas.microsoft.com/office/drawing/2014/main" id="{5F95F0CA-7824-1353-93CB-9CAB0B0AF158}"/>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Cube 175">
              <a:extLst>
                <a:ext uri="{FF2B5EF4-FFF2-40B4-BE49-F238E27FC236}">
                  <a16:creationId xmlns:a16="http://schemas.microsoft.com/office/drawing/2014/main" id="{986F629F-1425-31C8-F994-5052E854DC8F}"/>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Cube 176">
              <a:extLst>
                <a:ext uri="{FF2B5EF4-FFF2-40B4-BE49-F238E27FC236}">
                  <a16:creationId xmlns:a16="http://schemas.microsoft.com/office/drawing/2014/main" id="{4177DD85-09DD-89FC-9DA6-3DF3D9598FF7}"/>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Cube 177">
              <a:extLst>
                <a:ext uri="{FF2B5EF4-FFF2-40B4-BE49-F238E27FC236}">
                  <a16:creationId xmlns:a16="http://schemas.microsoft.com/office/drawing/2014/main" id="{62DDAA82-102B-5F1D-3B40-E9D71D3EB343}"/>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1" name="Cube 190">
            <a:extLst>
              <a:ext uri="{FF2B5EF4-FFF2-40B4-BE49-F238E27FC236}">
                <a16:creationId xmlns:a16="http://schemas.microsoft.com/office/drawing/2014/main" id="{4AC70A00-92AE-040C-BC40-3C4646D8A7BE}"/>
              </a:ext>
            </a:extLst>
          </p:cNvPr>
          <p:cNvSpPr/>
          <p:nvPr/>
        </p:nvSpPr>
        <p:spPr>
          <a:xfrm>
            <a:off x="9516039" y="998973"/>
            <a:ext cx="1710014" cy="1710020"/>
          </a:xfrm>
          <a:prstGeom prst="cube">
            <a:avLst/>
          </a:prstGeom>
          <a:solidFill>
            <a:schemeClr val="tx1">
              <a:lumMod val="50000"/>
              <a:lumOff val="50000"/>
              <a:alpha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F060D39-DA03-AA62-6BFE-FAA714A66118}"/>
                  </a:ext>
                </a:extLst>
              </p:cNvPr>
              <p:cNvSpPr txBox="1"/>
              <p:nvPr/>
            </p:nvSpPr>
            <p:spPr>
              <a:xfrm>
                <a:off x="3665973"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1"/>
                          </a:solidFill>
                          <a:latin typeface="Cambria Math" panose="02040503050406030204" pitchFamily="18" charset="0"/>
                        </a:rPr>
                        <m:t>𝑉</m:t>
                      </m:r>
                    </m:oMath>
                  </m:oMathPara>
                </a14:m>
                <a:endParaRPr lang="en-GB" sz="2800" dirty="0">
                  <a:solidFill>
                    <a:schemeClr val="accent1"/>
                  </a:solidFill>
                </a:endParaRPr>
              </a:p>
            </p:txBody>
          </p:sp>
        </mc:Choice>
        <mc:Fallback xmlns="">
          <p:sp>
            <p:nvSpPr>
              <p:cNvPr id="19" name="TextBox 18">
                <a:extLst>
                  <a:ext uri="{FF2B5EF4-FFF2-40B4-BE49-F238E27FC236}">
                    <a16:creationId xmlns:a16="http://schemas.microsoft.com/office/drawing/2014/main" id="{6F060D39-DA03-AA62-6BFE-FAA714A66118}"/>
                  </a:ext>
                </a:extLst>
              </p:cNvPr>
              <p:cNvSpPr txBox="1">
                <a:spLocks noRot="1" noChangeAspect="1" noMove="1" noResize="1" noEditPoints="1" noAdjustHandles="1" noChangeArrowheads="1" noChangeShapeType="1" noTextEdit="1"/>
              </p:cNvSpPr>
              <p:nvPr/>
            </p:nvSpPr>
            <p:spPr>
              <a:xfrm>
                <a:off x="3665973" y="5229020"/>
                <a:ext cx="1440016" cy="830997"/>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423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C274-EBE3-FA50-8CBA-57F26B35EFCC}"/>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F02C8653-8643-31B9-E6E7-34EF9F9A5D71}"/>
              </a:ext>
            </a:extLst>
          </p:cNvPr>
          <p:cNvGrpSpPr/>
          <p:nvPr/>
        </p:nvGrpSpPr>
        <p:grpSpPr>
          <a:xfrm>
            <a:off x="965943" y="2438989"/>
            <a:ext cx="1710019" cy="1710020"/>
            <a:chOff x="1775952" y="2438989"/>
            <a:chExt cx="1710019" cy="1710020"/>
          </a:xfrm>
        </p:grpSpPr>
        <p:sp>
          <p:nvSpPr>
            <p:cNvPr id="2" name="Cube 1">
              <a:extLst>
                <a:ext uri="{FF2B5EF4-FFF2-40B4-BE49-F238E27FC236}">
                  <a16:creationId xmlns:a16="http://schemas.microsoft.com/office/drawing/2014/main" id="{1F54B6DD-2433-9A17-93A0-54146FD090CA}"/>
                </a:ext>
              </a:extLst>
            </p:cNvPr>
            <p:cNvSpPr/>
            <p:nvPr/>
          </p:nvSpPr>
          <p:spPr>
            <a:xfrm>
              <a:off x="2135956" y="3158997"/>
              <a:ext cx="630007" cy="630007"/>
            </a:xfrm>
            <a:prstGeom prst="cube">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ube 3">
              <a:extLst>
                <a:ext uri="{FF2B5EF4-FFF2-40B4-BE49-F238E27FC236}">
                  <a16:creationId xmlns:a16="http://schemas.microsoft.com/office/drawing/2014/main" id="{D08D3A16-C09C-94DE-A735-537D8BC83494}"/>
                </a:ext>
              </a:extLst>
            </p:cNvPr>
            <p:cNvSpPr/>
            <p:nvPr/>
          </p:nvSpPr>
          <p:spPr>
            <a:xfrm>
              <a:off x="2855964" y="3158998"/>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ube 7">
              <a:extLst>
                <a:ext uri="{FF2B5EF4-FFF2-40B4-BE49-F238E27FC236}">
                  <a16:creationId xmlns:a16="http://schemas.microsoft.com/office/drawing/2014/main" id="{202B243B-AED6-D42C-1496-8B2054E81DF1}"/>
                </a:ext>
              </a:extLst>
            </p:cNvPr>
            <p:cNvSpPr/>
            <p:nvPr/>
          </p:nvSpPr>
          <p:spPr>
            <a:xfrm>
              <a:off x="1775952"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ube 9">
              <a:extLst>
                <a:ext uri="{FF2B5EF4-FFF2-40B4-BE49-F238E27FC236}">
                  <a16:creationId xmlns:a16="http://schemas.microsoft.com/office/drawing/2014/main" id="{C8DD35DF-ABAC-59B8-FE24-5B1C0A028F13}"/>
                </a:ext>
              </a:extLst>
            </p:cNvPr>
            <p:cNvSpPr/>
            <p:nvPr/>
          </p:nvSpPr>
          <p:spPr>
            <a:xfrm>
              <a:off x="2495960" y="3519002"/>
              <a:ext cx="630007" cy="630007"/>
            </a:xfrm>
            <a:prstGeom prst="cub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ube 19">
              <a:extLst>
                <a:ext uri="{FF2B5EF4-FFF2-40B4-BE49-F238E27FC236}">
                  <a16:creationId xmlns:a16="http://schemas.microsoft.com/office/drawing/2014/main" id="{4E50B1E7-7DA5-67A2-9563-E2F48C9547AE}"/>
                </a:ext>
              </a:extLst>
            </p:cNvPr>
            <p:cNvSpPr/>
            <p:nvPr/>
          </p:nvSpPr>
          <p:spPr>
            <a:xfrm>
              <a:off x="2135956" y="2438989"/>
              <a:ext cx="630007" cy="630007"/>
            </a:xfrm>
            <a:prstGeom prst="cube">
              <a:avLst/>
            </a:prstGeom>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ube 21">
              <a:extLst>
                <a:ext uri="{FF2B5EF4-FFF2-40B4-BE49-F238E27FC236}">
                  <a16:creationId xmlns:a16="http://schemas.microsoft.com/office/drawing/2014/main" id="{36F100CC-AFA7-496E-41C2-ACE48C6C5DD3}"/>
                </a:ext>
              </a:extLst>
            </p:cNvPr>
            <p:cNvSpPr/>
            <p:nvPr/>
          </p:nvSpPr>
          <p:spPr>
            <a:xfrm>
              <a:off x="2855964" y="2438990"/>
              <a:ext cx="630007" cy="630007"/>
            </a:xfrm>
            <a:prstGeom prst="cube">
              <a:avLst/>
            </a:prstGeom>
            <a:solidFill>
              <a:schemeClr val="accent2"/>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ube 23">
              <a:extLst>
                <a:ext uri="{FF2B5EF4-FFF2-40B4-BE49-F238E27FC236}">
                  <a16:creationId xmlns:a16="http://schemas.microsoft.com/office/drawing/2014/main" id="{0EEA892C-19F6-500F-22DF-70BADF325403}"/>
                </a:ext>
              </a:extLst>
            </p:cNvPr>
            <p:cNvSpPr/>
            <p:nvPr/>
          </p:nvSpPr>
          <p:spPr>
            <a:xfrm>
              <a:off x="1775952" y="2798994"/>
              <a:ext cx="630007" cy="630007"/>
            </a:xfrm>
            <a:prstGeom prst="cube">
              <a:avLst/>
            </a:prstGeom>
            <a:solidFill>
              <a:schemeClr val="accent6"/>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ube 25">
              <a:extLst>
                <a:ext uri="{FF2B5EF4-FFF2-40B4-BE49-F238E27FC236}">
                  <a16:creationId xmlns:a16="http://schemas.microsoft.com/office/drawing/2014/main" id="{6408D0F3-53F8-A8A3-7D31-3DE229CAEE46}"/>
                </a:ext>
              </a:extLst>
            </p:cNvPr>
            <p:cNvSpPr/>
            <p:nvPr/>
          </p:nvSpPr>
          <p:spPr>
            <a:xfrm>
              <a:off x="2495960" y="2798994"/>
              <a:ext cx="630007" cy="630007"/>
            </a:xfrm>
            <a:prstGeom prst="cube">
              <a:avLst/>
            </a:prstGeom>
            <a:solidFill>
              <a:schemeClr val="accent3"/>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9C40DD-A0CF-4472-979D-30B8C98BDA2F}"/>
                  </a:ext>
                </a:extLst>
              </p:cNvPr>
              <p:cNvSpPr txBox="1"/>
              <p:nvPr/>
            </p:nvSpPr>
            <p:spPr>
              <a:xfrm>
                <a:off x="425937" y="795651"/>
                <a:ext cx="6096000" cy="923330"/>
              </a:xfrm>
              <a:prstGeom prst="rect">
                <a:avLst/>
              </a:prstGeom>
              <a:noFill/>
            </p:spPr>
            <p:txBody>
              <a:bodyPr wrap="square">
                <a:spAutoFit/>
              </a:bodyPr>
              <a:lstStyle/>
              <a:p>
                <a:pPr/>
                <a14:m>
                  <m:oMathPara xmlns:m="http://schemas.openxmlformats.org/officeDocument/2006/math">
                    <m:oMath>
                      <m:r>
                        <a:rPr lang="en-GB" sz="5400" b="0" i="1" smtClean="0">
                          <a:solidFill>
                            <a:schemeClr val="tx1"/>
                          </a:solidFill>
                          <a:latin typeface="Cambria Math" panose="02040503050406030204" pitchFamily="18" charset="0"/>
                        </a:rPr>
                        <m:t>𝑇</m:t>
                      </m:r>
                      <m:r>
                        <a:rPr lang="en-GB" sz="5400" b="0" i="1" smtClean="0">
                          <a:solidFill>
                            <a:schemeClr val="tx1"/>
                          </a:solidFill>
                          <a:latin typeface="Cambria Math" panose="02040503050406030204" pitchFamily="18" charset="0"/>
                        </a:rPr>
                        <m:t>=</m:t>
                      </m:r>
                      <m:r>
                        <a:rPr lang="en-GB" sz="5400" b="0" i="1" smtClean="0">
                          <a:solidFill>
                            <a:schemeClr val="accent6"/>
                          </a:solidFill>
                          <a:latin typeface="Cambria Math" panose="02040503050406030204" pitchFamily="18" charset="0"/>
                        </a:rPr>
                        <m:t>𝑈</m:t>
                      </m:r>
                      <m:r>
                        <a:rPr lang="en-GB" sz="5400" b="0" i="1" smtClean="0">
                          <a:solidFill>
                            <a:schemeClr val="tx1"/>
                          </a:solidFill>
                          <a:latin typeface="Cambria Math" panose="02040503050406030204" pitchFamily="18" charset="0"/>
                        </a:rPr>
                        <m:t>⊗</m:t>
                      </m:r>
                      <m:r>
                        <a:rPr lang="en-GB" sz="5400" b="0" i="1" smtClean="0">
                          <a:solidFill>
                            <a:schemeClr val="accent1"/>
                          </a:solidFill>
                          <a:latin typeface="Cambria Math" panose="02040503050406030204" pitchFamily="18" charset="0"/>
                        </a:rPr>
                        <m:t>𝑉</m:t>
                      </m:r>
                    </m:oMath>
                  </m:oMathPara>
                </a14:m>
                <a:endParaRPr lang="en-GB" sz="1200" dirty="0">
                  <a:solidFill>
                    <a:schemeClr val="tx1"/>
                  </a:solidFill>
                </a:endParaRPr>
              </a:p>
            </p:txBody>
          </p:sp>
        </mc:Choice>
        <mc:Fallback xmlns="">
          <p:sp>
            <p:nvSpPr>
              <p:cNvPr id="28" name="TextBox 27">
                <a:extLst>
                  <a:ext uri="{FF2B5EF4-FFF2-40B4-BE49-F238E27FC236}">
                    <a16:creationId xmlns:a16="http://schemas.microsoft.com/office/drawing/2014/main" id="{A19C40DD-A0CF-4472-979D-30B8C98BDA2F}"/>
                  </a:ext>
                </a:extLst>
              </p:cNvPr>
              <p:cNvSpPr txBox="1">
                <a:spLocks noRot="1" noChangeAspect="1" noMove="1" noResize="1" noEditPoints="1" noAdjustHandles="1" noChangeArrowheads="1" noChangeShapeType="1" noTextEdit="1"/>
              </p:cNvSpPr>
              <p:nvPr/>
            </p:nvSpPr>
            <p:spPr>
              <a:xfrm>
                <a:off x="425937" y="795651"/>
                <a:ext cx="6096000"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2ACE258-3309-032A-B22A-D75A61AF2D45}"/>
                  </a:ext>
                </a:extLst>
              </p:cNvPr>
              <p:cNvSpPr txBox="1"/>
              <p:nvPr/>
            </p:nvSpPr>
            <p:spPr>
              <a:xfrm>
                <a:off x="1055944"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𝑈</m:t>
                      </m:r>
                    </m:oMath>
                  </m:oMathPara>
                </a14:m>
                <a:endParaRPr lang="en-GB" sz="2800" dirty="0"/>
              </a:p>
            </p:txBody>
          </p:sp>
        </mc:Choice>
        <mc:Fallback xmlns="">
          <p:sp>
            <p:nvSpPr>
              <p:cNvPr id="5" name="TextBox 4">
                <a:extLst>
                  <a:ext uri="{FF2B5EF4-FFF2-40B4-BE49-F238E27FC236}">
                    <a16:creationId xmlns:a16="http://schemas.microsoft.com/office/drawing/2014/main" id="{32ACE258-3309-032A-B22A-D75A61AF2D45}"/>
                  </a:ext>
                </a:extLst>
              </p:cNvPr>
              <p:cNvSpPr txBox="1">
                <a:spLocks noRot="1" noChangeAspect="1" noMove="1" noResize="1" noEditPoints="1" noAdjustHandles="1" noChangeArrowheads="1" noChangeShapeType="1" noTextEdit="1"/>
              </p:cNvSpPr>
              <p:nvPr/>
            </p:nvSpPr>
            <p:spPr>
              <a:xfrm>
                <a:off x="1055944" y="5229020"/>
                <a:ext cx="1440016" cy="83099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A3B290E-20FB-DE14-5B51-F0CB5E9BABFC}"/>
                  </a:ext>
                </a:extLst>
              </p:cNvPr>
              <p:cNvSpPr txBox="1"/>
              <p:nvPr/>
            </p:nvSpPr>
            <p:spPr>
              <a:xfrm>
                <a:off x="3665973" y="5229020"/>
                <a:ext cx="1440016"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1"/>
                          </a:solidFill>
                          <a:latin typeface="Cambria Math" panose="02040503050406030204" pitchFamily="18" charset="0"/>
                        </a:rPr>
                        <m:t>𝑉</m:t>
                      </m:r>
                    </m:oMath>
                  </m:oMathPara>
                </a14:m>
                <a:endParaRPr lang="en-GB" sz="2800" dirty="0">
                  <a:solidFill>
                    <a:schemeClr val="accent1"/>
                  </a:solidFill>
                </a:endParaRPr>
              </a:p>
            </p:txBody>
          </p:sp>
        </mc:Choice>
        <mc:Fallback xmlns="">
          <p:sp>
            <p:nvSpPr>
              <p:cNvPr id="49" name="TextBox 48">
                <a:extLst>
                  <a:ext uri="{FF2B5EF4-FFF2-40B4-BE49-F238E27FC236}">
                    <a16:creationId xmlns:a16="http://schemas.microsoft.com/office/drawing/2014/main" id="{7A3B290E-20FB-DE14-5B51-F0CB5E9BABFC}"/>
                  </a:ext>
                </a:extLst>
              </p:cNvPr>
              <p:cNvSpPr txBox="1">
                <a:spLocks noRot="1" noChangeAspect="1" noMove="1" noResize="1" noEditPoints="1" noAdjustHandles="1" noChangeArrowheads="1" noChangeShapeType="1" noTextEdit="1"/>
              </p:cNvSpPr>
              <p:nvPr/>
            </p:nvSpPr>
            <p:spPr>
              <a:xfrm>
                <a:off x="3665973" y="5229020"/>
                <a:ext cx="1440016" cy="83099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5C57A52-2900-027C-6F68-22F1609690DF}"/>
                  </a:ext>
                </a:extLst>
              </p:cNvPr>
              <p:cNvSpPr txBox="1"/>
              <p:nvPr/>
            </p:nvSpPr>
            <p:spPr>
              <a:xfrm>
                <a:off x="2675962" y="3068996"/>
                <a:ext cx="900010"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m:t>
                      </m:r>
                    </m:oMath>
                  </m:oMathPara>
                </a14:m>
                <a:endParaRPr lang="en-GB" sz="3600" dirty="0"/>
              </a:p>
            </p:txBody>
          </p:sp>
        </mc:Choice>
        <mc:Fallback xmlns="">
          <p:sp>
            <p:nvSpPr>
              <p:cNvPr id="53" name="TextBox 52">
                <a:extLst>
                  <a:ext uri="{FF2B5EF4-FFF2-40B4-BE49-F238E27FC236}">
                    <a16:creationId xmlns:a16="http://schemas.microsoft.com/office/drawing/2014/main" id="{35C57A52-2900-027C-6F68-22F1609690DF}"/>
                  </a:ext>
                </a:extLst>
              </p:cNvPr>
              <p:cNvSpPr txBox="1">
                <a:spLocks noRot="1" noChangeAspect="1" noMove="1" noResize="1" noEditPoints="1" noAdjustHandles="1" noChangeArrowheads="1" noChangeShapeType="1" noTextEdit="1"/>
              </p:cNvSpPr>
              <p:nvPr/>
            </p:nvSpPr>
            <p:spPr>
              <a:xfrm>
                <a:off x="2675962" y="3068996"/>
                <a:ext cx="900010" cy="646331"/>
              </a:xfrm>
              <a:prstGeom prst="rect">
                <a:avLst/>
              </a:prstGeom>
              <a:blipFill>
                <a:blip r:embed="rId5"/>
                <a:stretch>
                  <a:fillRect/>
                </a:stretch>
              </a:blipFill>
            </p:spPr>
            <p:txBody>
              <a:bodyPr/>
              <a:lstStyle/>
              <a:p>
                <a:r>
                  <a:rPr lang="en-GB">
                    <a:noFill/>
                  </a:rPr>
                  <a:t> </a:t>
                </a:r>
              </a:p>
            </p:txBody>
          </p:sp>
        </mc:Fallback>
      </mc:AlternateContent>
      <p:grpSp>
        <p:nvGrpSpPr>
          <p:cNvPr id="52" name="Group 51">
            <a:extLst>
              <a:ext uri="{FF2B5EF4-FFF2-40B4-BE49-F238E27FC236}">
                <a16:creationId xmlns:a16="http://schemas.microsoft.com/office/drawing/2014/main" id="{4CE2D510-045E-29FC-616F-0A044AD7C587}"/>
              </a:ext>
            </a:extLst>
          </p:cNvPr>
          <p:cNvGrpSpPr/>
          <p:nvPr/>
        </p:nvGrpSpPr>
        <p:grpSpPr>
          <a:xfrm>
            <a:off x="3575972" y="2348988"/>
            <a:ext cx="2070023" cy="2070023"/>
            <a:chOff x="4655984" y="2348988"/>
            <a:chExt cx="2070023" cy="2070023"/>
          </a:xfrm>
        </p:grpSpPr>
        <p:sp>
          <p:nvSpPr>
            <p:cNvPr id="54" name="Cube 53">
              <a:extLst>
                <a:ext uri="{FF2B5EF4-FFF2-40B4-BE49-F238E27FC236}">
                  <a16:creationId xmlns:a16="http://schemas.microsoft.com/office/drawing/2014/main" id="{404EE16D-5AC4-1432-0D29-15E51ECA484A}"/>
                </a:ext>
              </a:extLst>
            </p:cNvPr>
            <p:cNvSpPr/>
            <p:nvPr/>
          </p:nvSpPr>
          <p:spPr>
            <a:xfrm>
              <a:off x="4655984" y="3789004"/>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Cube 54">
              <a:extLst>
                <a:ext uri="{FF2B5EF4-FFF2-40B4-BE49-F238E27FC236}">
                  <a16:creationId xmlns:a16="http://schemas.microsoft.com/office/drawing/2014/main" id="{5E16DCCA-F4B2-AF2C-DEE4-04CA77E0E4BF}"/>
                </a:ext>
              </a:extLst>
            </p:cNvPr>
            <p:cNvSpPr/>
            <p:nvPr/>
          </p:nvSpPr>
          <p:spPr>
            <a:xfrm>
              <a:off x="5375992"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Cube 55">
              <a:extLst>
                <a:ext uri="{FF2B5EF4-FFF2-40B4-BE49-F238E27FC236}">
                  <a16:creationId xmlns:a16="http://schemas.microsoft.com/office/drawing/2014/main" id="{00E3096C-408C-409B-3553-8E49AE7BF577}"/>
                </a:ext>
              </a:extLst>
            </p:cNvPr>
            <p:cNvSpPr/>
            <p:nvPr/>
          </p:nvSpPr>
          <p:spPr>
            <a:xfrm>
              <a:off x="6096000" y="3789004"/>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Cube 56">
              <a:extLst>
                <a:ext uri="{FF2B5EF4-FFF2-40B4-BE49-F238E27FC236}">
                  <a16:creationId xmlns:a16="http://schemas.microsoft.com/office/drawing/2014/main" id="{3AE7E034-B3C0-90AC-775F-168087EFC8ED}"/>
                </a:ext>
              </a:extLst>
            </p:cNvPr>
            <p:cNvSpPr/>
            <p:nvPr/>
          </p:nvSpPr>
          <p:spPr>
            <a:xfrm>
              <a:off x="4655984" y="3068996"/>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Cube 57">
              <a:extLst>
                <a:ext uri="{FF2B5EF4-FFF2-40B4-BE49-F238E27FC236}">
                  <a16:creationId xmlns:a16="http://schemas.microsoft.com/office/drawing/2014/main" id="{AA3FE5F1-72AC-36AE-1CAE-78F1DE5ACCC3}"/>
                </a:ext>
              </a:extLst>
            </p:cNvPr>
            <p:cNvSpPr/>
            <p:nvPr/>
          </p:nvSpPr>
          <p:spPr>
            <a:xfrm>
              <a:off x="5375992" y="3068996"/>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59" name="Cube 58">
              <a:extLst>
                <a:ext uri="{FF2B5EF4-FFF2-40B4-BE49-F238E27FC236}">
                  <a16:creationId xmlns:a16="http://schemas.microsoft.com/office/drawing/2014/main" id="{CCA8AF6F-9831-4CCB-CCE7-BCCC49EA6724}"/>
                </a:ext>
              </a:extLst>
            </p:cNvPr>
            <p:cNvSpPr/>
            <p:nvPr/>
          </p:nvSpPr>
          <p:spPr>
            <a:xfrm>
              <a:off x="6096000" y="3068996"/>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Cube 59">
              <a:extLst>
                <a:ext uri="{FF2B5EF4-FFF2-40B4-BE49-F238E27FC236}">
                  <a16:creationId xmlns:a16="http://schemas.microsoft.com/office/drawing/2014/main" id="{AC013F1C-94C0-DD57-D8B1-E3224C0BB123}"/>
                </a:ext>
              </a:extLst>
            </p:cNvPr>
            <p:cNvSpPr/>
            <p:nvPr/>
          </p:nvSpPr>
          <p:spPr>
            <a:xfrm>
              <a:off x="4655984" y="2348988"/>
              <a:ext cx="630007" cy="630007"/>
            </a:xfrm>
            <a:prstGeom prst="cub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Cube 60">
              <a:extLst>
                <a:ext uri="{FF2B5EF4-FFF2-40B4-BE49-F238E27FC236}">
                  <a16:creationId xmlns:a16="http://schemas.microsoft.com/office/drawing/2014/main" id="{1A5A4D67-3B85-9F8C-DA3F-C8F23573A0CB}"/>
                </a:ext>
              </a:extLst>
            </p:cNvPr>
            <p:cNvSpPr/>
            <p:nvPr/>
          </p:nvSpPr>
          <p:spPr>
            <a:xfrm>
              <a:off x="5375992" y="2348988"/>
              <a:ext cx="630007" cy="630007"/>
            </a:xfrm>
            <a:prstGeom prst="cube">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2" name="Cube 61">
              <a:extLst>
                <a:ext uri="{FF2B5EF4-FFF2-40B4-BE49-F238E27FC236}">
                  <a16:creationId xmlns:a16="http://schemas.microsoft.com/office/drawing/2014/main" id="{719B3B88-AE01-3392-E880-921D6237B2BB}"/>
                </a:ext>
              </a:extLst>
            </p:cNvPr>
            <p:cNvSpPr/>
            <p:nvPr/>
          </p:nvSpPr>
          <p:spPr>
            <a:xfrm>
              <a:off x="6096000" y="2348988"/>
              <a:ext cx="630007" cy="630007"/>
            </a:xfrm>
            <a:prstGeom prst="cube">
              <a:avLst/>
            </a:prstGeom>
            <a:solidFill>
              <a:schemeClr val="tx1">
                <a:lumMod val="50000"/>
                <a:lumOff val="5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 name="Group 2">
            <a:extLst>
              <a:ext uri="{FF2B5EF4-FFF2-40B4-BE49-F238E27FC236}">
                <a16:creationId xmlns:a16="http://schemas.microsoft.com/office/drawing/2014/main" id="{320F17C6-C3EA-B1AA-D52B-B0239FE37A61}"/>
              </a:ext>
            </a:extLst>
          </p:cNvPr>
          <p:cNvGrpSpPr/>
          <p:nvPr/>
        </p:nvGrpSpPr>
        <p:grpSpPr>
          <a:xfrm>
            <a:off x="6636006" y="3879004"/>
            <a:ext cx="1710019" cy="1710020"/>
            <a:chOff x="1775952" y="2438989"/>
            <a:chExt cx="1710019" cy="1710020"/>
          </a:xfrm>
        </p:grpSpPr>
        <p:sp>
          <p:nvSpPr>
            <p:cNvPr id="6" name="Cube 5">
              <a:extLst>
                <a:ext uri="{FF2B5EF4-FFF2-40B4-BE49-F238E27FC236}">
                  <a16:creationId xmlns:a16="http://schemas.microsoft.com/office/drawing/2014/main" id="{F65A8972-1A17-2967-BCB2-90C16C76A214}"/>
                </a:ext>
              </a:extLst>
            </p:cNvPr>
            <p:cNvSpPr/>
            <p:nvPr/>
          </p:nvSpPr>
          <p:spPr>
            <a:xfrm>
              <a:off x="2135956" y="3158997"/>
              <a:ext cx="630007" cy="630007"/>
            </a:xfrm>
            <a:prstGeom prst="cube">
              <a:avLst/>
            </a:prstGeom>
            <a:solidFill>
              <a:schemeClr val="accent5">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ube 6">
              <a:extLst>
                <a:ext uri="{FF2B5EF4-FFF2-40B4-BE49-F238E27FC236}">
                  <a16:creationId xmlns:a16="http://schemas.microsoft.com/office/drawing/2014/main" id="{C9C9D6AF-0B27-08A3-EEFE-CE22629E2B21}"/>
                </a:ext>
              </a:extLst>
            </p:cNvPr>
            <p:cNvSpPr/>
            <p:nvPr/>
          </p:nvSpPr>
          <p:spPr>
            <a:xfrm>
              <a:off x="2855964" y="3158998"/>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ube 8">
              <a:extLst>
                <a:ext uri="{FF2B5EF4-FFF2-40B4-BE49-F238E27FC236}">
                  <a16:creationId xmlns:a16="http://schemas.microsoft.com/office/drawing/2014/main" id="{8879227A-5234-3FB8-595D-328768B75AA2}"/>
                </a:ext>
              </a:extLst>
            </p:cNvPr>
            <p:cNvSpPr/>
            <p:nvPr/>
          </p:nvSpPr>
          <p:spPr>
            <a:xfrm>
              <a:off x="1775952"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ube 10">
              <a:extLst>
                <a:ext uri="{FF2B5EF4-FFF2-40B4-BE49-F238E27FC236}">
                  <a16:creationId xmlns:a16="http://schemas.microsoft.com/office/drawing/2014/main" id="{C4B1E751-A54B-41EB-C33D-2F397C5F23C9}"/>
                </a:ext>
              </a:extLst>
            </p:cNvPr>
            <p:cNvSpPr/>
            <p:nvPr/>
          </p:nvSpPr>
          <p:spPr>
            <a:xfrm>
              <a:off x="2495960"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Cube 11">
              <a:extLst>
                <a:ext uri="{FF2B5EF4-FFF2-40B4-BE49-F238E27FC236}">
                  <a16:creationId xmlns:a16="http://schemas.microsoft.com/office/drawing/2014/main" id="{3F42C095-80BE-5233-868F-E7E0E33435B8}"/>
                </a:ext>
              </a:extLst>
            </p:cNvPr>
            <p:cNvSpPr/>
            <p:nvPr/>
          </p:nvSpPr>
          <p:spPr>
            <a:xfrm>
              <a:off x="2135956" y="2438989"/>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ube 12">
              <a:extLst>
                <a:ext uri="{FF2B5EF4-FFF2-40B4-BE49-F238E27FC236}">
                  <a16:creationId xmlns:a16="http://schemas.microsoft.com/office/drawing/2014/main" id="{36941653-72CB-5D0D-AD5F-61D7753C56D8}"/>
                </a:ext>
              </a:extLst>
            </p:cNvPr>
            <p:cNvSpPr/>
            <p:nvPr/>
          </p:nvSpPr>
          <p:spPr>
            <a:xfrm>
              <a:off x="2855964" y="2438990"/>
              <a:ext cx="630007" cy="630007"/>
            </a:xfrm>
            <a:prstGeom prst="cube">
              <a:avLst/>
            </a:prstGeom>
            <a:solidFill>
              <a:schemeClr val="accent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ube 13">
              <a:extLst>
                <a:ext uri="{FF2B5EF4-FFF2-40B4-BE49-F238E27FC236}">
                  <a16:creationId xmlns:a16="http://schemas.microsoft.com/office/drawing/2014/main" id="{283F28A2-3B36-922B-A974-B6230448E8AF}"/>
                </a:ext>
              </a:extLst>
            </p:cNvPr>
            <p:cNvSpPr/>
            <p:nvPr/>
          </p:nvSpPr>
          <p:spPr>
            <a:xfrm>
              <a:off x="1775952" y="2798994"/>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ube 14">
              <a:extLst>
                <a:ext uri="{FF2B5EF4-FFF2-40B4-BE49-F238E27FC236}">
                  <a16:creationId xmlns:a16="http://schemas.microsoft.com/office/drawing/2014/main" id="{F031C71A-C736-2C40-5C4F-2FC9F3F84E3B}"/>
                </a:ext>
              </a:extLst>
            </p:cNvPr>
            <p:cNvSpPr/>
            <p:nvPr/>
          </p:nvSpPr>
          <p:spPr>
            <a:xfrm>
              <a:off x="2495960" y="2798994"/>
              <a:ext cx="630007" cy="630007"/>
            </a:xfrm>
            <a:prstGeom prst="cube">
              <a:avLst/>
            </a:prstGeom>
            <a:solidFill>
              <a:schemeClr val="accent3">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940C1090-28E6-C9BF-FC3C-1E51EE2BAEF0}"/>
              </a:ext>
            </a:extLst>
          </p:cNvPr>
          <p:cNvGrpSpPr/>
          <p:nvPr/>
        </p:nvGrpSpPr>
        <p:grpSpPr>
          <a:xfrm>
            <a:off x="8076022" y="3879004"/>
            <a:ext cx="1710019" cy="1710020"/>
            <a:chOff x="1775952" y="2438989"/>
            <a:chExt cx="1710019" cy="1710020"/>
          </a:xfrm>
        </p:grpSpPr>
        <p:sp>
          <p:nvSpPr>
            <p:cNvPr id="17" name="Cube 16">
              <a:extLst>
                <a:ext uri="{FF2B5EF4-FFF2-40B4-BE49-F238E27FC236}">
                  <a16:creationId xmlns:a16="http://schemas.microsoft.com/office/drawing/2014/main" id="{0A10DEA8-00F6-D125-290A-E750B8A54C0B}"/>
                </a:ext>
              </a:extLst>
            </p:cNvPr>
            <p:cNvSpPr/>
            <p:nvPr/>
          </p:nvSpPr>
          <p:spPr>
            <a:xfrm>
              <a:off x="2135956" y="3158997"/>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ube 30">
              <a:extLst>
                <a:ext uri="{FF2B5EF4-FFF2-40B4-BE49-F238E27FC236}">
                  <a16:creationId xmlns:a16="http://schemas.microsoft.com/office/drawing/2014/main" id="{AFBE6C53-CBD4-F555-585D-8FB7367716D1}"/>
                </a:ext>
              </a:extLst>
            </p:cNvPr>
            <p:cNvSpPr/>
            <p:nvPr/>
          </p:nvSpPr>
          <p:spPr>
            <a:xfrm>
              <a:off x="2855964" y="3158998"/>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Cube 31">
              <a:extLst>
                <a:ext uri="{FF2B5EF4-FFF2-40B4-BE49-F238E27FC236}">
                  <a16:creationId xmlns:a16="http://schemas.microsoft.com/office/drawing/2014/main" id="{309FDDFA-4440-50FC-DEBC-A22FDE5C53B3}"/>
                </a:ext>
              </a:extLst>
            </p:cNvPr>
            <p:cNvSpPr/>
            <p:nvPr/>
          </p:nvSpPr>
          <p:spPr>
            <a:xfrm>
              <a:off x="1775952"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ube 32">
              <a:extLst>
                <a:ext uri="{FF2B5EF4-FFF2-40B4-BE49-F238E27FC236}">
                  <a16:creationId xmlns:a16="http://schemas.microsoft.com/office/drawing/2014/main" id="{9EC1930E-B801-E99F-B076-9D9AC973FCDB}"/>
                </a:ext>
              </a:extLst>
            </p:cNvPr>
            <p:cNvSpPr/>
            <p:nvPr/>
          </p:nvSpPr>
          <p:spPr>
            <a:xfrm>
              <a:off x="2495960"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ube 33">
              <a:extLst>
                <a:ext uri="{FF2B5EF4-FFF2-40B4-BE49-F238E27FC236}">
                  <a16:creationId xmlns:a16="http://schemas.microsoft.com/office/drawing/2014/main" id="{2D952351-737F-9BF0-F43F-EFFC80C798FA}"/>
                </a:ext>
              </a:extLst>
            </p:cNvPr>
            <p:cNvSpPr/>
            <p:nvPr/>
          </p:nvSpPr>
          <p:spPr>
            <a:xfrm>
              <a:off x="2135956" y="2438989"/>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Cube 34">
              <a:extLst>
                <a:ext uri="{FF2B5EF4-FFF2-40B4-BE49-F238E27FC236}">
                  <a16:creationId xmlns:a16="http://schemas.microsoft.com/office/drawing/2014/main" id="{AD00FE24-BB94-AF8E-8454-175DEF973224}"/>
                </a:ext>
              </a:extLst>
            </p:cNvPr>
            <p:cNvSpPr/>
            <p:nvPr/>
          </p:nvSpPr>
          <p:spPr>
            <a:xfrm>
              <a:off x="2855964" y="2438990"/>
              <a:ext cx="630007" cy="630007"/>
            </a:xfrm>
            <a:prstGeom prst="cube">
              <a:avLst/>
            </a:prstGeom>
            <a:solidFill>
              <a:schemeClr val="accent2">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ube 35">
              <a:extLst>
                <a:ext uri="{FF2B5EF4-FFF2-40B4-BE49-F238E27FC236}">
                  <a16:creationId xmlns:a16="http://schemas.microsoft.com/office/drawing/2014/main" id="{1A7472FF-3C0E-24EA-26F4-FA32FF4469B6}"/>
                </a:ext>
              </a:extLst>
            </p:cNvPr>
            <p:cNvSpPr/>
            <p:nvPr/>
          </p:nvSpPr>
          <p:spPr>
            <a:xfrm>
              <a:off x="1775952" y="2798994"/>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ube 36">
              <a:extLst>
                <a:ext uri="{FF2B5EF4-FFF2-40B4-BE49-F238E27FC236}">
                  <a16:creationId xmlns:a16="http://schemas.microsoft.com/office/drawing/2014/main" id="{D8911D16-AF88-EB32-1920-01C1C03EF141}"/>
                </a:ext>
              </a:extLst>
            </p:cNvPr>
            <p:cNvSpPr/>
            <p:nvPr/>
          </p:nvSpPr>
          <p:spPr>
            <a:xfrm>
              <a:off x="2495960" y="2798994"/>
              <a:ext cx="630007" cy="630007"/>
            </a:xfrm>
            <a:prstGeom prst="cube">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7E6369B4-1132-0167-CE68-300B1B961970}"/>
              </a:ext>
            </a:extLst>
          </p:cNvPr>
          <p:cNvGrpSpPr/>
          <p:nvPr/>
        </p:nvGrpSpPr>
        <p:grpSpPr>
          <a:xfrm>
            <a:off x="9516038" y="3879004"/>
            <a:ext cx="1710019" cy="1710020"/>
            <a:chOff x="1775952" y="2438989"/>
            <a:chExt cx="1710019" cy="1710020"/>
          </a:xfrm>
        </p:grpSpPr>
        <p:sp>
          <p:nvSpPr>
            <p:cNvPr id="39" name="Cube 38">
              <a:extLst>
                <a:ext uri="{FF2B5EF4-FFF2-40B4-BE49-F238E27FC236}">
                  <a16:creationId xmlns:a16="http://schemas.microsoft.com/office/drawing/2014/main" id="{7AF7BDEB-08EE-1D8A-CC7E-A94BB8BF17DC}"/>
                </a:ext>
              </a:extLst>
            </p:cNvPr>
            <p:cNvSpPr/>
            <p:nvPr/>
          </p:nvSpPr>
          <p:spPr>
            <a:xfrm>
              <a:off x="2135956" y="3158997"/>
              <a:ext cx="630007" cy="630007"/>
            </a:xfrm>
            <a:prstGeom prst="cube">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Cube 39">
              <a:extLst>
                <a:ext uri="{FF2B5EF4-FFF2-40B4-BE49-F238E27FC236}">
                  <a16:creationId xmlns:a16="http://schemas.microsoft.com/office/drawing/2014/main" id="{F20CDB65-271E-E4E5-9C86-8D68ACE15010}"/>
                </a:ext>
              </a:extLst>
            </p:cNvPr>
            <p:cNvSpPr/>
            <p:nvPr/>
          </p:nvSpPr>
          <p:spPr>
            <a:xfrm>
              <a:off x="2855964" y="3158998"/>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Cube 40">
              <a:extLst>
                <a:ext uri="{FF2B5EF4-FFF2-40B4-BE49-F238E27FC236}">
                  <a16:creationId xmlns:a16="http://schemas.microsoft.com/office/drawing/2014/main" id="{C719B71E-704E-33E5-5287-458158CF06FA}"/>
                </a:ext>
              </a:extLst>
            </p:cNvPr>
            <p:cNvSpPr/>
            <p:nvPr/>
          </p:nvSpPr>
          <p:spPr>
            <a:xfrm>
              <a:off x="1775952"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ube 41">
              <a:extLst>
                <a:ext uri="{FF2B5EF4-FFF2-40B4-BE49-F238E27FC236}">
                  <a16:creationId xmlns:a16="http://schemas.microsoft.com/office/drawing/2014/main" id="{8688C962-1E89-015C-3EB5-F0FFA668F204}"/>
                </a:ext>
              </a:extLst>
            </p:cNvPr>
            <p:cNvSpPr/>
            <p:nvPr/>
          </p:nvSpPr>
          <p:spPr>
            <a:xfrm>
              <a:off x="2495960"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Cube 42">
              <a:extLst>
                <a:ext uri="{FF2B5EF4-FFF2-40B4-BE49-F238E27FC236}">
                  <a16:creationId xmlns:a16="http://schemas.microsoft.com/office/drawing/2014/main" id="{FC5A4103-D812-B4B2-7F50-82F979639593}"/>
                </a:ext>
              </a:extLst>
            </p:cNvPr>
            <p:cNvSpPr/>
            <p:nvPr/>
          </p:nvSpPr>
          <p:spPr>
            <a:xfrm>
              <a:off x="2135956" y="2438989"/>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Cube 43">
              <a:extLst>
                <a:ext uri="{FF2B5EF4-FFF2-40B4-BE49-F238E27FC236}">
                  <a16:creationId xmlns:a16="http://schemas.microsoft.com/office/drawing/2014/main" id="{BCFE82B0-6501-AC5E-CFB2-22D851B1F39B}"/>
                </a:ext>
              </a:extLst>
            </p:cNvPr>
            <p:cNvSpPr/>
            <p:nvPr/>
          </p:nvSpPr>
          <p:spPr>
            <a:xfrm>
              <a:off x="2855964" y="2438990"/>
              <a:ext cx="630007" cy="630007"/>
            </a:xfrm>
            <a:prstGeom prst="cube">
              <a:avLst/>
            </a:prstGeom>
            <a:solidFill>
              <a:schemeClr val="accent2">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Cube 44">
              <a:extLst>
                <a:ext uri="{FF2B5EF4-FFF2-40B4-BE49-F238E27FC236}">
                  <a16:creationId xmlns:a16="http://schemas.microsoft.com/office/drawing/2014/main" id="{78966D81-9D83-ECDD-BCA4-7E287833E566}"/>
                </a:ext>
              </a:extLst>
            </p:cNvPr>
            <p:cNvSpPr/>
            <p:nvPr/>
          </p:nvSpPr>
          <p:spPr>
            <a:xfrm>
              <a:off x="1775952" y="2798994"/>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Cube 45">
              <a:extLst>
                <a:ext uri="{FF2B5EF4-FFF2-40B4-BE49-F238E27FC236}">
                  <a16:creationId xmlns:a16="http://schemas.microsoft.com/office/drawing/2014/main" id="{40070E45-43E8-970D-F249-A3671928FB6F}"/>
                </a:ext>
              </a:extLst>
            </p:cNvPr>
            <p:cNvSpPr/>
            <p:nvPr/>
          </p:nvSpPr>
          <p:spPr>
            <a:xfrm>
              <a:off x="2495960" y="2798994"/>
              <a:ext cx="630007" cy="630007"/>
            </a:xfrm>
            <a:prstGeom prst="cube">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7" name="Group 46">
            <a:extLst>
              <a:ext uri="{FF2B5EF4-FFF2-40B4-BE49-F238E27FC236}">
                <a16:creationId xmlns:a16="http://schemas.microsoft.com/office/drawing/2014/main" id="{D653654E-C8CA-D9CB-E10C-5FBBDF5BE953}"/>
              </a:ext>
            </a:extLst>
          </p:cNvPr>
          <p:cNvGrpSpPr/>
          <p:nvPr/>
        </p:nvGrpSpPr>
        <p:grpSpPr>
          <a:xfrm>
            <a:off x="6636006" y="2438989"/>
            <a:ext cx="1710019" cy="1710020"/>
            <a:chOff x="1775952" y="2438989"/>
            <a:chExt cx="1710019" cy="1710020"/>
          </a:xfrm>
        </p:grpSpPr>
        <p:sp>
          <p:nvSpPr>
            <p:cNvPr id="48" name="Cube 47">
              <a:extLst>
                <a:ext uri="{FF2B5EF4-FFF2-40B4-BE49-F238E27FC236}">
                  <a16:creationId xmlns:a16="http://schemas.microsoft.com/office/drawing/2014/main" id="{43EFC5E4-6B5B-5EE1-8BB0-70B8A00DAB8C}"/>
                </a:ext>
              </a:extLst>
            </p:cNvPr>
            <p:cNvSpPr/>
            <p:nvPr/>
          </p:nvSpPr>
          <p:spPr>
            <a:xfrm>
              <a:off x="2135956" y="3158997"/>
              <a:ext cx="630007" cy="630007"/>
            </a:xfrm>
            <a:prstGeom prst="cube">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Cube 50">
              <a:extLst>
                <a:ext uri="{FF2B5EF4-FFF2-40B4-BE49-F238E27FC236}">
                  <a16:creationId xmlns:a16="http://schemas.microsoft.com/office/drawing/2014/main" id="{787E7E84-D209-42C6-B240-FF7D96ADCFA7}"/>
                </a:ext>
              </a:extLst>
            </p:cNvPr>
            <p:cNvSpPr/>
            <p:nvPr/>
          </p:nvSpPr>
          <p:spPr>
            <a:xfrm>
              <a:off x="2855964" y="3158998"/>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Cube 62">
              <a:extLst>
                <a:ext uri="{FF2B5EF4-FFF2-40B4-BE49-F238E27FC236}">
                  <a16:creationId xmlns:a16="http://schemas.microsoft.com/office/drawing/2014/main" id="{FAC02979-E31D-93A3-FDCF-4514E6A6CC5A}"/>
                </a:ext>
              </a:extLst>
            </p:cNvPr>
            <p:cNvSpPr/>
            <p:nvPr/>
          </p:nvSpPr>
          <p:spPr>
            <a:xfrm>
              <a:off x="1775952"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Cube 71">
              <a:extLst>
                <a:ext uri="{FF2B5EF4-FFF2-40B4-BE49-F238E27FC236}">
                  <a16:creationId xmlns:a16="http://schemas.microsoft.com/office/drawing/2014/main" id="{41EB092D-EB7C-6042-B37A-71E6B1531B7A}"/>
                </a:ext>
              </a:extLst>
            </p:cNvPr>
            <p:cNvSpPr/>
            <p:nvPr/>
          </p:nvSpPr>
          <p:spPr>
            <a:xfrm>
              <a:off x="2495960"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Cube 80">
              <a:extLst>
                <a:ext uri="{FF2B5EF4-FFF2-40B4-BE49-F238E27FC236}">
                  <a16:creationId xmlns:a16="http://schemas.microsoft.com/office/drawing/2014/main" id="{EAA52DE6-B5BB-D473-516B-6017BB16ADD7}"/>
                </a:ext>
              </a:extLst>
            </p:cNvPr>
            <p:cNvSpPr/>
            <p:nvPr/>
          </p:nvSpPr>
          <p:spPr>
            <a:xfrm>
              <a:off x="2135956" y="2438989"/>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Cube 89">
              <a:extLst>
                <a:ext uri="{FF2B5EF4-FFF2-40B4-BE49-F238E27FC236}">
                  <a16:creationId xmlns:a16="http://schemas.microsoft.com/office/drawing/2014/main" id="{E9AABD37-3ADD-62B1-EE4E-ACF965C7D628}"/>
                </a:ext>
              </a:extLst>
            </p:cNvPr>
            <p:cNvSpPr/>
            <p:nvPr/>
          </p:nvSpPr>
          <p:spPr>
            <a:xfrm>
              <a:off x="2855964" y="2438990"/>
              <a:ext cx="630007" cy="630007"/>
            </a:xfrm>
            <a:prstGeom prst="cube">
              <a:avLst/>
            </a:prstGeom>
            <a:solidFill>
              <a:schemeClr val="accent2">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Cube 98">
              <a:extLst>
                <a:ext uri="{FF2B5EF4-FFF2-40B4-BE49-F238E27FC236}">
                  <a16:creationId xmlns:a16="http://schemas.microsoft.com/office/drawing/2014/main" id="{7F759065-75AA-D6C0-EC8F-4F4D685C064D}"/>
                </a:ext>
              </a:extLst>
            </p:cNvPr>
            <p:cNvSpPr/>
            <p:nvPr/>
          </p:nvSpPr>
          <p:spPr>
            <a:xfrm>
              <a:off x="1775952" y="2798994"/>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Cube 107">
              <a:extLst>
                <a:ext uri="{FF2B5EF4-FFF2-40B4-BE49-F238E27FC236}">
                  <a16:creationId xmlns:a16="http://schemas.microsoft.com/office/drawing/2014/main" id="{DDCE2C8C-808E-7DAA-A92D-C87CB1910121}"/>
                </a:ext>
              </a:extLst>
            </p:cNvPr>
            <p:cNvSpPr/>
            <p:nvPr/>
          </p:nvSpPr>
          <p:spPr>
            <a:xfrm>
              <a:off x="2495960" y="2798994"/>
              <a:ext cx="630007" cy="630007"/>
            </a:xfrm>
            <a:prstGeom prst="cube">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7" name="Group 116">
            <a:extLst>
              <a:ext uri="{FF2B5EF4-FFF2-40B4-BE49-F238E27FC236}">
                <a16:creationId xmlns:a16="http://schemas.microsoft.com/office/drawing/2014/main" id="{666C06DA-0188-2B6C-B49F-E8FF1EC9A20F}"/>
              </a:ext>
            </a:extLst>
          </p:cNvPr>
          <p:cNvGrpSpPr/>
          <p:nvPr/>
        </p:nvGrpSpPr>
        <p:grpSpPr>
          <a:xfrm>
            <a:off x="8076022" y="2438989"/>
            <a:ext cx="1710019" cy="1710020"/>
            <a:chOff x="1775952" y="2438989"/>
            <a:chExt cx="1710019" cy="1710020"/>
          </a:xfrm>
          <a:solidFill>
            <a:schemeClr val="bg1"/>
          </a:solidFill>
        </p:grpSpPr>
        <p:sp>
          <p:nvSpPr>
            <p:cNvPr id="126" name="Cube 125">
              <a:extLst>
                <a:ext uri="{FF2B5EF4-FFF2-40B4-BE49-F238E27FC236}">
                  <a16:creationId xmlns:a16="http://schemas.microsoft.com/office/drawing/2014/main" id="{922FDEDA-047F-31E6-0870-18BACE6F12D3}"/>
                </a:ext>
              </a:extLst>
            </p:cNvPr>
            <p:cNvSpPr/>
            <p:nvPr/>
          </p:nvSpPr>
          <p:spPr>
            <a:xfrm>
              <a:off x="2135956" y="3158997"/>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Cube 135">
              <a:extLst>
                <a:ext uri="{FF2B5EF4-FFF2-40B4-BE49-F238E27FC236}">
                  <a16:creationId xmlns:a16="http://schemas.microsoft.com/office/drawing/2014/main" id="{6CDAE246-7F27-C604-8CC2-5BF1B24756B1}"/>
                </a:ext>
              </a:extLst>
            </p:cNvPr>
            <p:cNvSpPr/>
            <p:nvPr/>
          </p:nvSpPr>
          <p:spPr>
            <a:xfrm>
              <a:off x="2855964" y="3158998"/>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Cube 136">
              <a:extLst>
                <a:ext uri="{FF2B5EF4-FFF2-40B4-BE49-F238E27FC236}">
                  <a16:creationId xmlns:a16="http://schemas.microsoft.com/office/drawing/2014/main" id="{48586DF8-6CE4-0C48-886D-B77F7675AFB4}"/>
                </a:ext>
              </a:extLst>
            </p:cNvPr>
            <p:cNvSpPr/>
            <p:nvPr/>
          </p:nvSpPr>
          <p:spPr>
            <a:xfrm>
              <a:off x="1775952" y="3519002"/>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Cube 137">
              <a:extLst>
                <a:ext uri="{FF2B5EF4-FFF2-40B4-BE49-F238E27FC236}">
                  <a16:creationId xmlns:a16="http://schemas.microsoft.com/office/drawing/2014/main" id="{7CF42C0A-85FF-4043-4D8B-CDBC3CFFA359}"/>
                </a:ext>
              </a:extLst>
            </p:cNvPr>
            <p:cNvSpPr/>
            <p:nvPr/>
          </p:nvSpPr>
          <p:spPr>
            <a:xfrm>
              <a:off x="2495960" y="3519002"/>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Cube 138">
              <a:extLst>
                <a:ext uri="{FF2B5EF4-FFF2-40B4-BE49-F238E27FC236}">
                  <a16:creationId xmlns:a16="http://schemas.microsoft.com/office/drawing/2014/main" id="{27DF490E-58D7-D782-834F-5642476D19EE}"/>
                </a:ext>
              </a:extLst>
            </p:cNvPr>
            <p:cNvSpPr/>
            <p:nvPr/>
          </p:nvSpPr>
          <p:spPr>
            <a:xfrm>
              <a:off x="2135956" y="2438989"/>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Cube 139">
              <a:extLst>
                <a:ext uri="{FF2B5EF4-FFF2-40B4-BE49-F238E27FC236}">
                  <a16:creationId xmlns:a16="http://schemas.microsoft.com/office/drawing/2014/main" id="{D2BA04C1-8C76-F524-9EF1-9607412324E5}"/>
                </a:ext>
              </a:extLst>
            </p:cNvPr>
            <p:cNvSpPr/>
            <p:nvPr/>
          </p:nvSpPr>
          <p:spPr>
            <a:xfrm>
              <a:off x="2855964" y="2438990"/>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Cube 140">
              <a:extLst>
                <a:ext uri="{FF2B5EF4-FFF2-40B4-BE49-F238E27FC236}">
                  <a16:creationId xmlns:a16="http://schemas.microsoft.com/office/drawing/2014/main" id="{0098A20C-3611-55B9-0939-8996F91B8152}"/>
                </a:ext>
              </a:extLst>
            </p:cNvPr>
            <p:cNvSpPr/>
            <p:nvPr/>
          </p:nvSpPr>
          <p:spPr>
            <a:xfrm>
              <a:off x="1775952" y="2798994"/>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Cube 141">
              <a:extLst>
                <a:ext uri="{FF2B5EF4-FFF2-40B4-BE49-F238E27FC236}">
                  <a16:creationId xmlns:a16="http://schemas.microsoft.com/office/drawing/2014/main" id="{ECE5BA1F-753A-C214-5A09-091721C2DE9C}"/>
                </a:ext>
              </a:extLst>
            </p:cNvPr>
            <p:cNvSpPr/>
            <p:nvPr/>
          </p:nvSpPr>
          <p:spPr>
            <a:xfrm>
              <a:off x="2495960" y="2798994"/>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3" name="Group 142">
            <a:extLst>
              <a:ext uri="{FF2B5EF4-FFF2-40B4-BE49-F238E27FC236}">
                <a16:creationId xmlns:a16="http://schemas.microsoft.com/office/drawing/2014/main" id="{B298611B-A081-84C5-1BFF-C9B3731CDEF9}"/>
              </a:ext>
            </a:extLst>
          </p:cNvPr>
          <p:cNvGrpSpPr/>
          <p:nvPr/>
        </p:nvGrpSpPr>
        <p:grpSpPr>
          <a:xfrm>
            <a:off x="9516038" y="2438989"/>
            <a:ext cx="1710019" cy="1710020"/>
            <a:chOff x="1775952" y="2438989"/>
            <a:chExt cx="1710019" cy="1710020"/>
          </a:xfrm>
        </p:grpSpPr>
        <p:sp>
          <p:nvSpPr>
            <p:cNvPr id="144" name="Cube 143">
              <a:extLst>
                <a:ext uri="{FF2B5EF4-FFF2-40B4-BE49-F238E27FC236}">
                  <a16:creationId xmlns:a16="http://schemas.microsoft.com/office/drawing/2014/main" id="{E047AD41-9606-3B3B-0AC4-7745F7471D5A}"/>
                </a:ext>
              </a:extLst>
            </p:cNvPr>
            <p:cNvSpPr/>
            <p:nvPr/>
          </p:nvSpPr>
          <p:spPr>
            <a:xfrm>
              <a:off x="2135956" y="3158997"/>
              <a:ext cx="630007" cy="630007"/>
            </a:xfrm>
            <a:prstGeom prst="cube">
              <a:avLst/>
            </a:prstGeom>
            <a:solidFill>
              <a:schemeClr val="accent5">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Cube 144">
              <a:extLst>
                <a:ext uri="{FF2B5EF4-FFF2-40B4-BE49-F238E27FC236}">
                  <a16:creationId xmlns:a16="http://schemas.microsoft.com/office/drawing/2014/main" id="{586F4FDB-2925-30CF-184B-B76443F12A28}"/>
                </a:ext>
              </a:extLst>
            </p:cNvPr>
            <p:cNvSpPr/>
            <p:nvPr/>
          </p:nvSpPr>
          <p:spPr>
            <a:xfrm>
              <a:off x="2855964" y="3158998"/>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Cube 145">
              <a:extLst>
                <a:ext uri="{FF2B5EF4-FFF2-40B4-BE49-F238E27FC236}">
                  <a16:creationId xmlns:a16="http://schemas.microsoft.com/office/drawing/2014/main" id="{E7CEE37B-14F0-E4F2-CE5E-502B600CB36A}"/>
                </a:ext>
              </a:extLst>
            </p:cNvPr>
            <p:cNvSpPr/>
            <p:nvPr/>
          </p:nvSpPr>
          <p:spPr>
            <a:xfrm>
              <a:off x="1775952"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Cube 146">
              <a:extLst>
                <a:ext uri="{FF2B5EF4-FFF2-40B4-BE49-F238E27FC236}">
                  <a16:creationId xmlns:a16="http://schemas.microsoft.com/office/drawing/2014/main" id="{3B8650E5-6114-0662-E7CC-DD65BDF25E25}"/>
                </a:ext>
              </a:extLst>
            </p:cNvPr>
            <p:cNvSpPr/>
            <p:nvPr/>
          </p:nvSpPr>
          <p:spPr>
            <a:xfrm>
              <a:off x="2495960"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Cube 147">
              <a:extLst>
                <a:ext uri="{FF2B5EF4-FFF2-40B4-BE49-F238E27FC236}">
                  <a16:creationId xmlns:a16="http://schemas.microsoft.com/office/drawing/2014/main" id="{133119B8-7CD8-93A7-A2EE-C544CD3554CD}"/>
                </a:ext>
              </a:extLst>
            </p:cNvPr>
            <p:cNvSpPr/>
            <p:nvPr/>
          </p:nvSpPr>
          <p:spPr>
            <a:xfrm>
              <a:off x="2135956" y="2438989"/>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Cube 148">
              <a:extLst>
                <a:ext uri="{FF2B5EF4-FFF2-40B4-BE49-F238E27FC236}">
                  <a16:creationId xmlns:a16="http://schemas.microsoft.com/office/drawing/2014/main" id="{F06E5EE8-9671-20B1-42CD-FFB1B9455257}"/>
                </a:ext>
              </a:extLst>
            </p:cNvPr>
            <p:cNvSpPr/>
            <p:nvPr/>
          </p:nvSpPr>
          <p:spPr>
            <a:xfrm>
              <a:off x="2855964" y="2438990"/>
              <a:ext cx="630007" cy="630007"/>
            </a:xfrm>
            <a:prstGeom prst="cube">
              <a:avLst/>
            </a:prstGeom>
            <a:solidFill>
              <a:schemeClr val="accent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Cube 149">
              <a:extLst>
                <a:ext uri="{FF2B5EF4-FFF2-40B4-BE49-F238E27FC236}">
                  <a16:creationId xmlns:a16="http://schemas.microsoft.com/office/drawing/2014/main" id="{32F859E6-1E98-EFFC-DE82-CACBBE6E0CB9}"/>
                </a:ext>
              </a:extLst>
            </p:cNvPr>
            <p:cNvSpPr/>
            <p:nvPr/>
          </p:nvSpPr>
          <p:spPr>
            <a:xfrm>
              <a:off x="1775952" y="2798994"/>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Cube 150">
              <a:extLst>
                <a:ext uri="{FF2B5EF4-FFF2-40B4-BE49-F238E27FC236}">
                  <a16:creationId xmlns:a16="http://schemas.microsoft.com/office/drawing/2014/main" id="{1E19F82D-F394-0FBA-9ECF-DCD9B982CC31}"/>
                </a:ext>
              </a:extLst>
            </p:cNvPr>
            <p:cNvSpPr/>
            <p:nvPr/>
          </p:nvSpPr>
          <p:spPr>
            <a:xfrm>
              <a:off x="2495960" y="2798994"/>
              <a:ext cx="630007" cy="630007"/>
            </a:xfrm>
            <a:prstGeom prst="cube">
              <a:avLst/>
            </a:prstGeom>
            <a:solidFill>
              <a:schemeClr val="accent3">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2" name="Group 151">
            <a:extLst>
              <a:ext uri="{FF2B5EF4-FFF2-40B4-BE49-F238E27FC236}">
                <a16:creationId xmlns:a16="http://schemas.microsoft.com/office/drawing/2014/main" id="{49F507D0-29AC-4564-204E-34C36508E7DE}"/>
              </a:ext>
            </a:extLst>
          </p:cNvPr>
          <p:cNvGrpSpPr/>
          <p:nvPr/>
        </p:nvGrpSpPr>
        <p:grpSpPr>
          <a:xfrm>
            <a:off x="6636006" y="998973"/>
            <a:ext cx="1710019" cy="1710020"/>
            <a:chOff x="1775952" y="2438989"/>
            <a:chExt cx="1710019" cy="1710020"/>
          </a:xfrm>
          <a:solidFill>
            <a:schemeClr val="bg1"/>
          </a:solidFill>
        </p:grpSpPr>
        <p:sp>
          <p:nvSpPr>
            <p:cNvPr id="153" name="Cube 152">
              <a:extLst>
                <a:ext uri="{FF2B5EF4-FFF2-40B4-BE49-F238E27FC236}">
                  <a16:creationId xmlns:a16="http://schemas.microsoft.com/office/drawing/2014/main" id="{E2474056-225C-840F-A333-885B74B5F218}"/>
                </a:ext>
              </a:extLst>
            </p:cNvPr>
            <p:cNvSpPr/>
            <p:nvPr/>
          </p:nvSpPr>
          <p:spPr>
            <a:xfrm>
              <a:off x="2135956" y="3158997"/>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Cube 153">
              <a:extLst>
                <a:ext uri="{FF2B5EF4-FFF2-40B4-BE49-F238E27FC236}">
                  <a16:creationId xmlns:a16="http://schemas.microsoft.com/office/drawing/2014/main" id="{07A6D0DE-AF0D-B44A-13A0-9AE4B96D08DC}"/>
                </a:ext>
              </a:extLst>
            </p:cNvPr>
            <p:cNvSpPr/>
            <p:nvPr/>
          </p:nvSpPr>
          <p:spPr>
            <a:xfrm>
              <a:off x="2855964" y="3158998"/>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Cube 154">
              <a:extLst>
                <a:ext uri="{FF2B5EF4-FFF2-40B4-BE49-F238E27FC236}">
                  <a16:creationId xmlns:a16="http://schemas.microsoft.com/office/drawing/2014/main" id="{536E309D-FA65-43F4-5942-C0DCB66FD00D}"/>
                </a:ext>
              </a:extLst>
            </p:cNvPr>
            <p:cNvSpPr/>
            <p:nvPr/>
          </p:nvSpPr>
          <p:spPr>
            <a:xfrm>
              <a:off x="1775952" y="3519002"/>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Cube 155">
              <a:extLst>
                <a:ext uri="{FF2B5EF4-FFF2-40B4-BE49-F238E27FC236}">
                  <a16:creationId xmlns:a16="http://schemas.microsoft.com/office/drawing/2014/main" id="{B6E66828-F210-6E94-FCF6-C88FE4DE5AE5}"/>
                </a:ext>
              </a:extLst>
            </p:cNvPr>
            <p:cNvSpPr/>
            <p:nvPr/>
          </p:nvSpPr>
          <p:spPr>
            <a:xfrm>
              <a:off x="2495960" y="3519002"/>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Cube 156">
              <a:extLst>
                <a:ext uri="{FF2B5EF4-FFF2-40B4-BE49-F238E27FC236}">
                  <a16:creationId xmlns:a16="http://schemas.microsoft.com/office/drawing/2014/main" id="{98FE23F8-0CCE-7C43-64BA-ED057FB6BB0B}"/>
                </a:ext>
              </a:extLst>
            </p:cNvPr>
            <p:cNvSpPr/>
            <p:nvPr/>
          </p:nvSpPr>
          <p:spPr>
            <a:xfrm>
              <a:off x="2135956" y="2438989"/>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Cube 157">
              <a:extLst>
                <a:ext uri="{FF2B5EF4-FFF2-40B4-BE49-F238E27FC236}">
                  <a16:creationId xmlns:a16="http://schemas.microsoft.com/office/drawing/2014/main" id="{EF76C951-CB23-BC5B-42BB-016F10EF94A6}"/>
                </a:ext>
              </a:extLst>
            </p:cNvPr>
            <p:cNvSpPr/>
            <p:nvPr/>
          </p:nvSpPr>
          <p:spPr>
            <a:xfrm>
              <a:off x="2855964" y="2438990"/>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Cube 158">
              <a:extLst>
                <a:ext uri="{FF2B5EF4-FFF2-40B4-BE49-F238E27FC236}">
                  <a16:creationId xmlns:a16="http://schemas.microsoft.com/office/drawing/2014/main" id="{5128D9EB-45A5-DDDE-736A-D0F988F99ED2}"/>
                </a:ext>
              </a:extLst>
            </p:cNvPr>
            <p:cNvSpPr/>
            <p:nvPr/>
          </p:nvSpPr>
          <p:spPr>
            <a:xfrm>
              <a:off x="1775952" y="2798994"/>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Cube 159">
              <a:extLst>
                <a:ext uri="{FF2B5EF4-FFF2-40B4-BE49-F238E27FC236}">
                  <a16:creationId xmlns:a16="http://schemas.microsoft.com/office/drawing/2014/main" id="{AA5C61AF-BCCD-8E61-4AFA-8B9D1D72D532}"/>
                </a:ext>
              </a:extLst>
            </p:cNvPr>
            <p:cNvSpPr/>
            <p:nvPr/>
          </p:nvSpPr>
          <p:spPr>
            <a:xfrm>
              <a:off x="2495960" y="2798994"/>
              <a:ext cx="630007" cy="630007"/>
            </a:xfrm>
            <a:prstGeom prst="cube">
              <a:avLst/>
            </a:prstGeom>
            <a:grp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1" name="Group 160">
            <a:extLst>
              <a:ext uri="{FF2B5EF4-FFF2-40B4-BE49-F238E27FC236}">
                <a16:creationId xmlns:a16="http://schemas.microsoft.com/office/drawing/2014/main" id="{4585F56B-B5DB-7D93-BBFF-27AD9DF757C6}"/>
              </a:ext>
            </a:extLst>
          </p:cNvPr>
          <p:cNvGrpSpPr/>
          <p:nvPr/>
        </p:nvGrpSpPr>
        <p:grpSpPr>
          <a:xfrm>
            <a:off x="8076022" y="998973"/>
            <a:ext cx="1710019" cy="1710020"/>
            <a:chOff x="1775952" y="2438989"/>
            <a:chExt cx="1710019" cy="1710020"/>
          </a:xfrm>
        </p:grpSpPr>
        <p:sp>
          <p:nvSpPr>
            <p:cNvPr id="162" name="Cube 161">
              <a:extLst>
                <a:ext uri="{FF2B5EF4-FFF2-40B4-BE49-F238E27FC236}">
                  <a16:creationId xmlns:a16="http://schemas.microsoft.com/office/drawing/2014/main" id="{94119461-BC39-A19F-FDB6-ABCAB0A62AD6}"/>
                </a:ext>
              </a:extLst>
            </p:cNvPr>
            <p:cNvSpPr/>
            <p:nvPr/>
          </p:nvSpPr>
          <p:spPr>
            <a:xfrm>
              <a:off x="2135956" y="3158997"/>
              <a:ext cx="630007" cy="630007"/>
            </a:xfrm>
            <a:prstGeom prst="cube">
              <a:avLst/>
            </a:prstGeom>
            <a:solidFill>
              <a:schemeClr val="accent5">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Cube 162">
              <a:extLst>
                <a:ext uri="{FF2B5EF4-FFF2-40B4-BE49-F238E27FC236}">
                  <a16:creationId xmlns:a16="http://schemas.microsoft.com/office/drawing/2014/main" id="{EDB511DF-30E9-06C5-F35E-FE890434E8EC}"/>
                </a:ext>
              </a:extLst>
            </p:cNvPr>
            <p:cNvSpPr/>
            <p:nvPr/>
          </p:nvSpPr>
          <p:spPr>
            <a:xfrm>
              <a:off x="2855964" y="3158998"/>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Cube 163">
              <a:extLst>
                <a:ext uri="{FF2B5EF4-FFF2-40B4-BE49-F238E27FC236}">
                  <a16:creationId xmlns:a16="http://schemas.microsoft.com/office/drawing/2014/main" id="{684C132B-8C79-5040-C406-C3F065B0C757}"/>
                </a:ext>
              </a:extLst>
            </p:cNvPr>
            <p:cNvSpPr/>
            <p:nvPr/>
          </p:nvSpPr>
          <p:spPr>
            <a:xfrm>
              <a:off x="1775952"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Cube 164">
              <a:extLst>
                <a:ext uri="{FF2B5EF4-FFF2-40B4-BE49-F238E27FC236}">
                  <a16:creationId xmlns:a16="http://schemas.microsoft.com/office/drawing/2014/main" id="{13A05AA6-06D0-1E36-7FBF-2D11AE0A6708}"/>
                </a:ext>
              </a:extLst>
            </p:cNvPr>
            <p:cNvSpPr/>
            <p:nvPr/>
          </p:nvSpPr>
          <p:spPr>
            <a:xfrm>
              <a:off x="2495960" y="3519002"/>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Cube 165">
              <a:extLst>
                <a:ext uri="{FF2B5EF4-FFF2-40B4-BE49-F238E27FC236}">
                  <a16:creationId xmlns:a16="http://schemas.microsoft.com/office/drawing/2014/main" id="{052570DE-CFE3-147A-2959-99DD5615E090}"/>
                </a:ext>
              </a:extLst>
            </p:cNvPr>
            <p:cNvSpPr/>
            <p:nvPr/>
          </p:nvSpPr>
          <p:spPr>
            <a:xfrm>
              <a:off x="2135956" y="2438989"/>
              <a:ext cx="630007" cy="630007"/>
            </a:xfrm>
            <a:prstGeom prst="cube">
              <a:avLst/>
            </a:prstGeom>
            <a:solidFill>
              <a:schemeClr val="accent1">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Cube 166">
              <a:extLst>
                <a:ext uri="{FF2B5EF4-FFF2-40B4-BE49-F238E27FC236}">
                  <a16:creationId xmlns:a16="http://schemas.microsoft.com/office/drawing/2014/main" id="{B7CDC3AE-96E4-BFE1-2262-D02B04156420}"/>
                </a:ext>
              </a:extLst>
            </p:cNvPr>
            <p:cNvSpPr/>
            <p:nvPr/>
          </p:nvSpPr>
          <p:spPr>
            <a:xfrm>
              <a:off x="2855964" y="2438990"/>
              <a:ext cx="630007" cy="630007"/>
            </a:xfrm>
            <a:prstGeom prst="cube">
              <a:avLst/>
            </a:prstGeom>
            <a:solidFill>
              <a:schemeClr val="accent2">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Cube 167">
              <a:extLst>
                <a:ext uri="{FF2B5EF4-FFF2-40B4-BE49-F238E27FC236}">
                  <a16:creationId xmlns:a16="http://schemas.microsoft.com/office/drawing/2014/main" id="{EC16CE6E-723C-F0D3-C4B0-EA17CE6E842C}"/>
                </a:ext>
              </a:extLst>
            </p:cNvPr>
            <p:cNvSpPr/>
            <p:nvPr/>
          </p:nvSpPr>
          <p:spPr>
            <a:xfrm>
              <a:off x="1775952" y="2798994"/>
              <a:ext cx="630007" cy="630007"/>
            </a:xfrm>
            <a:prstGeom prst="cube">
              <a:avLst/>
            </a:prstGeom>
            <a:solidFill>
              <a:schemeClr val="accent6">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Cube 168">
              <a:extLst>
                <a:ext uri="{FF2B5EF4-FFF2-40B4-BE49-F238E27FC236}">
                  <a16:creationId xmlns:a16="http://schemas.microsoft.com/office/drawing/2014/main" id="{E12FDEEC-8886-BECE-C233-2974BDAC8CA0}"/>
                </a:ext>
              </a:extLst>
            </p:cNvPr>
            <p:cNvSpPr/>
            <p:nvPr/>
          </p:nvSpPr>
          <p:spPr>
            <a:xfrm>
              <a:off x="2495960" y="2798994"/>
              <a:ext cx="630007" cy="630007"/>
            </a:xfrm>
            <a:prstGeom prst="cube">
              <a:avLst/>
            </a:prstGeom>
            <a:solidFill>
              <a:schemeClr val="accent3">
                <a:lumMod val="60000"/>
                <a:lumOff val="4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0" name="Group 169">
            <a:extLst>
              <a:ext uri="{FF2B5EF4-FFF2-40B4-BE49-F238E27FC236}">
                <a16:creationId xmlns:a16="http://schemas.microsoft.com/office/drawing/2014/main" id="{532B1C73-544D-1A41-9D4E-2DEE7D69C1F4}"/>
              </a:ext>
            </a:extLst>
          </p:cNvPr>
          <p:cNvGrpSpPr/>
          <p:nvPr/>
        </p:nvGrpSpPr>
        <p:grpSpPr>
          <a:xfrm>
            <a:off x="9516038" y="998973"/>
            <a:ext cx="1710019" cy="1710020"/>
            <a:chOff x="1775952" y="2438989"/>
            <a:chExt cx="1710019" cy="1710020"/>
          </a:xfrm>
        </p:grpSpPr>
        <p:sp>
          <p:nvSpPr>
            <p:cNvPr id="171" name="Cube 170">
              <a:extLst>
                <a:ext uri="{FF2B5EF4-FFF2-40B4-BE49-F238E27FC236}">
                  <a16:creationId xmlns:a16="http://schemas.microsoft.com/office/drawing/2014/main" id="{639CF6C5-6067-7C3C-D46D-5093C5525D56}"/>
                </a:ext>
              </a:extLst>
            </p:cNvPr>
            <p:cNvSpPr/>
            <p:nvPr/>
          </p:nvSpPr>
          <p:spPr>
            <a:xfrm>
              <a:off x="2135956" y="3158997"/>
              <a:ext cx="630007" cy="630007"/>
            </a:xfrm>
            <a:prstGeom prst="cube">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Cube 171">
              <a:extLst>
                <a:ext uri="{FF2B5EF4-FFF2-40B4-BE49-F238E27FC236}">
                  <a16:creationId xmlns:a16="http://schemas.microsoft.com/office/drawing/2014/main" id="{778A8EEC-3801-0A0E-CAEC-84E02CE8255A}"/>
                </a:ext>
              </a:extLst>
            </p:cNvPr>
            <p:cNvSpPr/>
            <p:nvPr/>
          </p:nvSpPr>
          <p:spPr>
            <a:xfrm>
              <a:off x="2855964" y="3158998"/>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Cube 172">
              <a:extLst>
                <a:ext uri="{FF2B5EF4-FFF2-40B4-BE49-F238E27FC236}">
                  <a16:creationId xmlns:a16="http://schemas.microsoft.com/office/drawing/2014/main" id="{FC0D2376-F814-CA5A-68D7-6E4A5734224E}"/>
                </a:ext>
              </a:extLst>
            </p:cNvPr>
            <p:cNvSpPr/>
            <p:nvPr/>
          </p:nvSpPr>
          <p:spPr>
            <a:xfrm>
              <a:off x="1775952"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Cube 173">
              <a:extLst>
                <a:ext uri="{FF2B5EF4-FFF2-40B4-BE49-F238E27FC236}">
                  <a16:creationId xmlns:a16="http://schemas.microsoft.com/office/drawing/2014/main" id="{6125E868-618B-CAEF-B0C2-086A595F703F}"/>
                </a:ext>
              </a:extLst>
            </p:cNvPr>
            <p:cNvSpPr/>
            <p:nvPr/>
          </p:nvSpPr>
          <p:spPr>
            <a:xfrm>
              <a:off x="2495960" y="3519002"/>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Cube 174">
              <a:extLst>
                <a:ext uri="{FF2B5EF4-FFF2-40B4-BE49-F238E27FC236}">
                  <a16:creationId xmlns:a16="http://schemas.microsoft.com/office/drawing/2014/main" id="{47D0FC71-C6F6-4D9F-72D2-3E87CB31854B}"/>
                </a:ext>
              </a:extLst>
            </p:cNvPr>
            <p:cNvSpPr/>
            <p:nvPr/>
          </p:nvSpPr>
          <p:spPr>
            <a:xfrm>
              <a:off x="2135956" y="2438989"/>
              <a:ext cx="630007" cy="630007"/>
            </a:xfrm>
            <a:prstGeom prst="cube">
              <a:avLst/>
            </a:prstGeom>
            <a:solidFill>
              <a:schemeClr val="accent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Cube 175">
              <a:extLst>
                <a:ext uri="{FF2B5EF4-FFF2-40B4-BE49-F238E27FC236}">
                  <a16:creationId xmlns:a16="http://schemas.microsoft.com/office/drawing/2014/main" id="{1A1987A6-2876-57D7-6F5B-CFB697790197}"/>
                </a:ext>
              </a:extLst>
            </p:cNvPr>
            <p:cNvSpPr/>
            <p:nvPr/>
          </p:nvSpPr>
          <p:spPr>
            <a:xfrm>
              <a:off x="2855964" y="2438990"/>
              <a:ext cx="630007" cy="630007"/>
            </a:xfrm>
            <a:prstGeom prst="cube">
              <a:avLst/>
            </a:prstGeom>
            <a:solidFill>
              <a:schemeClr val="accent2">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Cube 176">
              <a:extLst>
                <a:ext uri="{FF2B5EF4-FFF2-40B4-BE49-F238E27FC236}">
                  <a16:creationId xmlns:a16="http://schemas.microsoft.com/office/drawing/2014/main" id="{257EC88A-89E1-9EDF-4149-A226949F7861}"/>
                </a:ext>
              </a:extLst>
            </p:cNvPr>
            <p:cNvSpPr/>
            <p:nvPr/>
          </p:nvSpPr>
          <p:spPr>
            <a:xfrm>
              <a:off x="1775952" y="2798994"/>
              <a:ext cx="630007" cy="630007"/>
            </a:xfrm>
            <a:prstGeom prst="cube">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Cube 177">
              <a:extLst>
                <a:ext uri="{FF2B5EF4-FFF2-40B4-BE49-F238E27FC236}">
                  <a16:creationId xmlns:a16="http://schemas.microsoft.com/office/drawing/2014/main" id="{751355E5-2FFA-F189-BA37-1EF7D5979CE9}"/>
                </a:ext>
              </a:extLst>
            </p:cNvPr>
            <p:cNvSpPr/>
            <p:nvPr/>
          </p:nvSpPr>
          <p:spPr>
            <a:xfrm>
              <a:off x="2495960" y="2798994"/>
              <a:ext cx="630007" cy="630007"/>
            </a:xfrm>
            <a:prstGeom prst="cube">
              <a:avLst/>
            </a:prstGeom>
            <a:solidFill>
              <a:schemeClr val="accent3">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317175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DC51-A58F-D205-57E3-029DA6CB7B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1C775B5-707E-3D53-F096-E8DCFBF8F371}"/>
                  </a:ext>
                </a:extLst>
              </p:cNvPr>
              <p:cNvSpPr txBox="1"/>
              <p:nvPr/>
            </p:nvSpPr>
            <p:spPr>
              <a:xfrm>
                <a:off x="3048000" y="2105561"/>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accent6"/>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51C775B5-707E-3D53-F096-E8DCFBF8F371}"/>
                  </a:ext>
                </a:extLst>
              </p:cNvPr>
              <p:cNvSpPr txBox="1">
                <a:spLocks noRot="1" noChangeAspect="1" noMove="1" noResize="1" noEditPoints="1" noAdjustHandles="1" noChangeArrowheads="1" noChangeShapeType="1" noTextEdit="1"/>
              </p:cNvSpPr>
              <p:nvPr/>
            </p:nvSpPr>
            <p:spPr>
              <a:xfrm>
                <a:off x="3048000" y="2105561"/>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34F344A-4887-A13E-AAE5-2EC2F40413DA}"/>
                  </a:ext>
                </a:extLst>
              </p:cNvPr>
              <p:cNvSpPr txBox="1"/>
              <p:nvPr/>
            </p:nvSpPr>
            <p:spPr>
              <a:xfrm>
                <a:off x="1775952" y="3481487"/>
                <a:ext cx="8640096" cy="1131464"/>
              </a:xfrm>
              <a:prstGeom prst="rect">
                <a:avLst/>
              </a:prstGeom>
              <a:noFill/>
            </p:spPr>
            <p:txBody>
              <a:bodyPr wrap="square">
                <a:spAutoFit/>
              </a:bodyPr>
              <a:lstStyle/>
              <a:p>
                <a:pPr/>
                <a14:m>
                  <m:oMathPara xmlns:m="http://schemas.openxmlformats.org/officeDocument/2006/math">
                    <m:oMath>
                      <m:sSub>
                        <m:sSubPr>
                          <m:ctrlPr>
                            <a:rPr lang="en-GB" sz="6000" b="0" i="1" smtClean="0">
                              <a:solidFill>
                                <a:schemeClr val="tx1"/>
                              </a:solidFill>
                              <a:latin typeface="Cambria Math" panose="02040503050406030204" pitchFamily="18" charset="0"/>
                            </a:rPr>
                          </m:ctrlPr>
                        </m:sSubPr>
                        <m:e>
                          <m:r>
                            <a:rPr lang="en-GB" sz="6000" b="0" i="1" smtClean="0">
                              <a:solidFill>
                                <a:schemeClr val="tx1"/>
                              </a:solidFill>
                              <a:latin typeface="Cambria Math" panose="02040503050406030204" pitchFamily="18" charset="0"/>
                            </a:rPr>
                            <m:t>𝑇</m:t>
                          </m:r>
                        </m:e>
                        <m:sub>
                          <m:r>
                            <a:rPr lang="en-GB" sz="6000" b="0" i="1" smtClean="0">
                              <a:solidFill>
                                <a:schemeClr val="accent6"/>
                              </a:solidFill>
                              <a:latin typeface="Cambria Math" panose="02040503050406030204" pitchFamily="18" charset="0"/>
                            </a:rPr>
                            <m:t>𝑖</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𝑖</m:t>
                              </m:r>
                            </m:e>
                            <m:sup>
                              <m:r>
                                <a:rPr lang="en-GB" sz="6000" b="0" i="1" smtClean="0">
                                  <a:solidFill>
                                    <a:schemeClr val="accent1"/>
                                  </a:solidFill>
                                  <a:latin typeface="Cambria Math" panose="02040503050406030204" pitchFamily="18" charset="0"/>
                                </a:rPr>
                                <m:t>′</m:t>
                              </m:r>
                            </m:sup>
                          </m:sSup>
                          <m:r>
                            <a:rPr lang="en-GB" sz="6000" b="0" i="1" smtClean="0">
                              <a:solidFill>
                                <a:schemeClr val="tx1"/>
                              </a:solidFill>
                              <a:latin typeface="Cambria Math" panose="02040503050406030204" pitchFamily="18" charset="0"/>
                            </a:rPr>
                            <m:t>,</m:t>
                          </m:r>
                          <m:r>
                            <a:rPr lang="en-GB" sz="6000" b="0" i="1" smtClean="0">
                              <a:solidFill>
                                <a:schemeClr val="accent6"/>
                              </a:solidFill>
                              <a:latin typeface="Cambria Math" panose="02040503050406030204" pitchFamily="18" charset="0"/>
                            </a:rPr>
                            <m:t>𝑗</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𝑗</m:t>
                              </m:r>
                            </m:e>
                            <m:sup>
                              <m:r>
                                <a:rPr lang="en-GB" sz="6000" b="0" i="1" smtClean="0">
                                  <a:solidFill>
                                    <a:schemeClr val="accent1"/>
                                  </a:solidFill>
                                  <a:latin typeface="Cambria Math" panose="02040503050406030204" pitchFamily="18" charset="0"/>
                                </a:rPr>
                                <m:t>′</m:t>
                              </m:r>
                            </m:sup>
                          </m:sSup>
                          <m:r>
                            <a:rPr lang="en-GB" sz="6000" b="0" i="1" smtClean="0">
                              <a:solidFill>
                                <a:schemeClr val="tx1"/>
                              </a:solidFill>
                              <a:latin typeface="Cambria Math" panose="02040503050406030204" pitchFamily="18" charset="0"/>
                            </a:rPr>
                            <m:t>,</m:t>
                          </m:r>
                          <m:r>
                            <a:rPr lang="en-GB" sz="6000" b="0" i="1" smtClean="0">
                              <a:solidFill>
                                <a:schemeClr val="accent6"/>
                              </a:solidFill>
                              <a:latin typeface="Cambria Math" panose="02040503050406030204" pitchFamily="18" charset="0"/>
                            </a:rPr>
                            <m:t>𝑘</m:t>
                          </m:r>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𝑘</m:t>
                              </m:r>
                            </m:e>
                            <m:sup>
                              <m:r>
                                <a:rPr lang="en-GB" sz="6000" b="0" i="1" smtClean="0">
                                  <a:solidFill>
                                    <a:schemeClr val="accent1"/>
                                  </a:solidFill>
                                  <a:latin typeface="Cambria Math" panose="02040503050406030204" pitchFamily="18" charset="0"/>
                                </a:rPr>
                                <m:t>′</m:t>
                              </m:r>
                            </m:sup>
                          </m:sSup>
                        </m:sub>
                      </m:sSub>
                      <m:r>
                        <a:rPr lang="en-GB" sz="6000" b="0" i="1" smtClean="0">
                          <a:solidFill>
                            <a:schemeClr val="tx1"/>
                          </a:solidFill>
                          <a:latin typeface="Cambria Math" panose="02040503050406030204" pitchFamily="18" charset="0"/>
                        </a:rPr>
                        <m:t>=</m:t>
                      </m:r>
                      <m:sSub>
                        <m:sSubPr>
                          <m:ctrlPr>
                            <a:rPr lang="en-GB" sz="6000" b="0" i="1" smtClean="0">
                              <a:solidFill>
                                <a:schemeClr val="accent6"/>
                              </a:solidFill>
                              <a:latin typeface="Cambria Math" panose="02040503050406030204" pitchFamily="18" charset="0"/>
                            </a:rPr>
                          </m:ctrlPr>
                        </m:sSubPr>
                        <m:e>
                          <m:r>
                            <a:rPr lang="en-GB" sz="6000" b="0" i="1" smtClean="0">
                              <a:solidFill>
                                <a:schemeClr val="accent6"/>
                              </a:solidFill>
                              <a:latin typeface="Cambria Math" panose="02040503050406030204" pitchFamily="18" charset="0"/>
                            </a:rPr>
                            <m:t>𝑈</m:t>
                          </m:r>
                        </m:e>
                        <m:sub>
                          <m:r>
                            <a:rPr lang="en-GB" sz="6000" b="0" i="1" smtClean="0">
                              <a:solidFill>
                                <a:schemeClr val="accent6"/>
                              </a:solidFill>
                              <a:latin typeface="Cambria Math" panose="02040503050406030204" pitchFamily="18" charset="0"/>
                            </a:rPr>
                            <m:t>𝑖𝑗𝑘</m:t>
                          </m:r>
                        </m:sub>
                      </m:sSub>
                      <m:r>
                        <a:rPr lang="en-GB" sz="6000" b="0" i="1" smtClean="0">
                          <a:solidFill>
                            <a:schemeClr val="tx1"/>
                          </a:solidFill>
                          <a:latin typeface="Cambria Math" panose="02040503050406030204" pitchFamily="18" charset="0"/>
                        </a:rPr>
                        <m:t>⋅</m:t>
                      </m:r>
                      <m:sSub>
                        <m:sSubPr>
                          <m:ctrlPr>
                            <a:rPr lang="en-GB" sz="6000" b="0" i="1" smtClean="0">
                              <a:solidFill>
                                <a:schemeClr val="accent1"/>
                              </a:solidFill>
                              <a:latin typeface="Cambria Math" panose="02040503050406030204" pitchFamily="18" charset="0"/>
                            </a:rPr>
                          </m:ctrlPr>
                        </m:sSubPr>
                        <m:e>
                          <m:r>
                            <a:rPr lang="en-GB" sz="6000" b="0" i="1" smtClean="0">
                              <a:solidFill>
                                <a:schemeClr val="accent1"/>
                              </a:solidFill>
                              <a:latin typeface="Cambria Math" panose="02040503050406030204" pitchFamily="18" charset="0"/>
                            </a:rPr>
                            <m:t>𝑉</m:t>
                          </m:r>
                        </m:e>
                        <m:sub>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𝑖</m:t>
                              </m:r>
                            </m:e>
                            <m:sup>
                              <m:r>
                                <a:rPr lang="en-GB" sz="6000" b="0" i="1" smtClean="0">
                                  <a:solidFill>
                                    <a:schemeClr val="accent1"/>
                                  </a:solidFill>
                                  <a:latin typeface="Cambria Math" panose="02040503050406030204" pitchFamily="18" charset="0"/>
                                </a:rPr>
                                <m:t>′</m:t>
                              </m:r>
                            </m:sup>
                          </m:sSup>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𝑗</m:t>
                              </m:r>
                            </m:e>
                            <m:sup>
                              <m:r>
                                <a:rPr lang="en-GB" sz="6000" b="0" i="1" smtClean="0">
                                  <a:solidFill>
                                    <a:schemeClr val="accent1"/>
                                  </a:solidFill>
                                  <a:latin typeface="Cambria Math" panose="02040503050406030204" pitchFamily="18" charset="0"/>
                                </a:rPr>
                                <m:t>′</m:t>
                              </m:r>
                            </m:sup>
                          </m:sSup>
                          <m:sSup>
                            <m:sSupPr>
                              <m:ctrlPr>
                                <a:rPr lang="en-GB" sz="6000" b="0" i="1" smtClean="0">
                                  <a:solidFill>
                                    <a:schemeClr val="accent1"/>
                                  </a:solidFill>
                                  <a:latin typeface="Cambria Math" panose="02040503050406030204" pitchFamily="18" charset="0"/>
                                </a:rPr>
                              </m:ctrlPr>
                            </m:sSupPr>
                            <m:e>
                              <m:r>
                                <a:rPr lang="en-GB" sz="6000" b="0" i="1" smtClean="0">
                                  <a:solidFill>
                                    <a:schemeClr val="accent1"/>
                                  </a:solidFill>
                                  <a:latin typeface="Cambria Math" panose="02040503050406030204" pitchFamily="18" charset="0"/>
                                </a:rPr>
                                <m:t>𝑘</m:t>
                              </m:r>
                            </m:e>
                            <m:sup>
                              <m:r>
                                <a:rPr lang="en-GB" sz="6000" b="0" i="1" smtClean="0">
                                  <a:solidFill>
                                    <a:schemeClr val="accent1"/>
                                  </a:solidFill>
                                  <a:latin typeface="Cambria Math" panose="02040503050406030204" pitchFamily="18" charset="0"/>
                                </a:rPr>
                                <m:t>′</m:t>
                              </m:r>
                            </m:sup>
                          </m:sSup>
                        </m:sub>
                      </m:sSub>
                    </m:oMath>
                  </m:oMathPara>
                </a14:m>
                <a:endParaRPr lang="en-GB" sz="1400" dirty="0">
                  <a:solidFill>
                    <a:schemeClr val="tx1"/>
                  </a:solidFill>
                </a:endParaRPr>
              </a:p>
            </p:txBody>
          </p:sp>
        </mc:Choice>
        <mc:Fallback xmlns="">
          <p:sp>
            <p:nvSpPr>
              <p:cNvPr id="30" name="TextBox 29">
                <a:extLst>
                  <a:ext uri="{FF2B5EF4-FFF2-40B4-BE49-F238E27FC236}">
                    <a16:creationId xmlns:a16="http://schemas.microsoft.com/office/drawing/2014/main" id="{A34F344A-4887-A13E-AAE5-2EC2F40413DA}"/>
                  </a:ext>
                </a:extLst>
              </p:cNvPr>
              <p:cNvSpPr txBox="1">
                <a:spLocks noRot="1" noChangeAspect="1" noMove="1" noResize="1" noEditPoints="1" noAdjustHandles="1" noChangeArrowheads="1" noChangeShapeType="1" noTextEdit="1"/>
              </p:cNvSpPr>
              <p:nvPr/>
            </p:nvSpPr>
            <p:spPr>
              <a:xfrm>
                <a:off x="1775952" y="3481487"/>
                <a:ext cx="8640096" cy="1131464"/>
              </a:xfrm>
              <a:prstGeom prst="rect">
                <a:avLst/>
              </a:prstGeom>
              <a:blipFill>
                <a:blip r:embed="rId3"/>
                <a:stretch>
                  <a:fillRect/>
                </a:stretch>
              </a:blipFill>
            </p:spPr>
            <p:txBody>
              <a:bodyPr/>
              <a:lstStyle/>
              <a:p>
                <a:r>
                  <a:rPr lang="en-GB">
                    <a:noFill/>
                  </a:rPr>
                  <a:t> </a:t>
                </a:r>
              </a:p>
            </p:txBody>
          </p:sp>
        </mc:Fallback>
      </mc:AlternateContent>
      <p:sp>
        <p:nvSpPr>
          <p:cNvPr id="34" name="TextBox 33">
            <a:extLst>
              <a:ext uri="{FF2B5EF4-FFF2-40B4-BE49-F238E27FC236}">
                <a16:creationId xmlns:a16="http://schemas.microsoft.com/office/drawing/2014/main" id="{E75452DF-A7A0-51B5-AF92-EC9CE0B46E0B}"/>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Kronecker</a:t>
            </a:r>
            <a:r>
              <a:rPr lang="en-GB" sz="6000" dirty="0">
                <a:solidFill>
                  <a:schemeClr val="tx1"/>
                </a:solidFill>
              </a:rPr>
              <a:t> product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AFC442A-C535-501D-73CA-037BB91FDA4E}"/>
                  </a:ext>
                </a:extLst>
              </p:cNvPr>
              <p:cNvSpPr txBox="1"/>
              <p:nvPr/>
            </p:nvSpPr>
            <p:spPr>
              <a:xfrm>
                <a:off x="5285991" y="2105561"/>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7AFC442A-C535-501D-73CA-037BB91FDA4E}"/>
                  </a:ext>
                </a:extLst>
              </p:cNvPr>
              <p:cNvSpPr txBox="1">
                <a:spLocks noRot="1" noChangeAspect="1" noMove="1" noResize="1" noEditPoints="1" noAdjustHandles="1" noChangeArrowheads="1" noChangeShapeType="1" noTextEdit="1"/>
              </p:cNvSpPr>
              <p:nvPr/>
            </p:nvSpPr>
            <p:spPr>
              <a:xfrm>
                <a:off x="5285991" y="2105561"/>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07A7EBB-64FA-AE06-FD08-80C7B03B30B0}"/>
                  </a:ext>
                </a:extLst>
              </p:cNvPr>
              <p:cNvSpPr txBox="1"/>
              <p:nvPr/>
            </p:nvSpPr>
            <p:spPr>
              <a:xfrm>
                <a:off x="7446015" y="2115845"/>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1"/>
                          </a:solidFill>
                          <a:latin typeface="Cambria Math" panose="02040503050406030204" pitchFamily="18" charset="0"/>
                        </a:rPr>
                        <m:t>𝑉</m:t>
                      </m:r>
                    </m:oMath>
                  </m:oMathPara>
                </a14:m>
                <a:endParaRPr lang="en-GB" sz="4800" dirty="0">
                  <a:solidFill>
                    <a:schemeClr val="accent1"/>
                  </a:solidFill>
                </a:endParaRPr>
              </a:p>
            </p:txBody>
          </p:sp>
        </mc:Choice>
        <mc:Fallback xmlns="">
          <p:sp>
            <p:nvSpPr>
              <p:cNvPr id="38" name="TextBox 37">
                <a:extLst>
                  <a:ext uri="{FF2B5EF4-FFF2-40B4-BE49-F238E27FC236}">
                    <a16:creationId xmlns:a16="http://schemas.microsoft.com/office/drawing/2014/main" id="{607A7EBB-64FA-AE06-FD08-80C7B03B30B0}"/>
                  </a:ext>
                </a:extLst>
              </p:cNvPr>
              <p:cNvSpPr txBox="1">
                <a:spLocks noRot="1" noChangeAspect="1" noMove="1" noResize="1" noEditPoints="1" noAdjustHandles="1" noChangeArrowheads="1" noChangeShapeType="1" noTextEdit="1"/>
              </p:cNvSpPr>
              <p:nvPr/>
            </p:nvSpPr>
            <p:spPr>
              <a:xfrm>
                <a:off x="7446015" y="2115845"/>
                <a:ext cx="1440016" cy="1323439"/>
              </a:xfrm>
              <a:prstGeom prst="rect">
                <a:avLst/>
              </a:prstGeom>
              <a:blipFill>
                <a:blip r:embed="rId5"/>
                <a:stretch>
                  <a:fillRect/>
                </a:stretch>
              </a:blipFill>
            </p:spPr>
            <p:txBody>
              <a:bodyPr/>
              <a:lstStyle/>
              <a:p>
                <a:r>
                  <a:rPr lang="en-GB">
                    <a:noFill/>
                  </a:rPr>
                  <a:t> </a:t>
                </a:r>
              </a:p>
            </p:txBody>
          </p:sp>
        </mc:Fallback>
      </mc:AlternateContent>
      <p:sp>
        <p:nvSpPr>
          <p:cNvPr id="40" name="TextBox 39">
            <a:extLst>
              <a:ext uri="{FF2B5EF4-FFF2-40B4-BE49-F238E27FC236}">
                <a16:creationId xmlns:a16="http://schemas.microsoft.com/office/drawing/2014/main" id="{D44FE191-1515-440D-1D46-EE3B5660BD4E}"/>
              </a:ext>
            </a:extLst>
          </p:cNvPr>
          <p:cNvSpPr txBox="1"/>
          <p:nvPr/>
        </p:nvSpPr>
        <p:spPr>
          <a:xfrm>
            <a:off x="1325947" y="4869016"/>
            <a:ext cx="3330037" cy="1384995"/>
          </a:xfrm>
          <a:prstGeom prst="rect">
            <a:avLst/>
          </a:prstGeom>
          <a:noFill/>
        </p:spPr>
        <p:txBody>
          <a:bodyPr wrap="square">
            <a:spAutoFit/>
          </a:bodyPr>
          <a:lstStyle/>
          <a:p>
            <a:pPr algn="ctr"/>
            <a:r>
              <a:rPr lang="en-US" sz="2800" dirty="0"/>
              <a:t>matrix</a:t>
            </a:r>
          </a:p>
          <a:p>
            <a:pPr algn="ctr"/>
            <a:r>
              <a:rPr lang="en-US" sz="2800" dirty="0"/>
              <a:t>multiplication</a:t>
            </a:r>
          </a:p>
          <a:p>
            <a:pPr algn="ctr"/>
            <a:r>
              <a:rPr lang="en-US" sz="2800" dirty="0"/>
              <a:t>tensor</a:t>
            </a:r>
            <a:endParaRPr lang="en-GB" sz="2800" dirty="0">
              <a:solidFill>
                <a:schemeClr val="tx1"/>
              </a:solidFill>
            </a:endParaRPr>
          </a:p>
        </p:txBody>
      </p:sp>
      <p:sp>
        <p:nvSpPr>
          <p:cNvPr id="3" name="TextBox 2">
            <a:extLst>
              <a:ext uri="{FF2B5EF4-FFF2-40B4-BE49-F238E27FC236}">
                <a16:creationId xmlns:a16="http://schemas.microsoft.com/office/drawing/2014/main" id="{FAF9F3B1-5A68-465A-1ADD-61B3BD8AE4C9}"/>
              </a:ext>
            </a:extLst>
          </p:cNvPr>
          <p:cNvSpPr txBox="1"/>
          <p:nvPr/>
        </p:nvSpPr>
        <p:spPr>
          <a:xfrm>
            <a:off x="4430981" y="4869016"/>
            <a:ext cx="3330037" cy="1384995"/>
          </a:xfrm>
          <a:prstGeom prst="rect">
            <a:avLst/>
          </a:prstGeom>
          <a:noFill/>
        </p:spPr>
        <p:txBody>
          <a:bodyPr wrap="square">
            <a:spAutoFit/>
          </a:bodyPr>
          <a:lstStyle/>
          <a:p>
            <a:pPr algn="ctr"/>
            <a:r>
              <a:rPr lang="en-US" sz="2800" dirty="0"/>
              <a:t>hypergraph</a:t>
            </a:r>
          </a:p>
          <a:p>
            <a:pPr algn="ctr"/>
            <a:r>
              <a:rPr lang="en-US" sz="2800" dirty="0"/>
              <a:t>clique</a:t>
            </a:r>
          </a:p>
          <a:p>
            <a:pPr algn="ctr"/>
            <a:r>
              <a:rPr lang="en-US" sz="2800" dirty="0"/>
              <a:t>tensor</a:t>
            </a:r>
            <a:endParaRPr lang="en-GB" sz="2800" dirty="0">
              <a:solidFill>
                <a:schemeClr val="tx1"/>
              </a:solidFill>
            </a:endParaRPr>
          </a:p>
        </p:txBody>
      </p:sp>
      <p:sp>
        <p:nvSpPr>
          <p:cNvPr id="7" name="TextBox 6">
            <a:extLst>
              <a:ext uri="{FF2B5EF4-FFF2-40B4-BE49-F238E27FC236}">
                <a16:creationId xmlns:a16="http://schemas.microsoft.com/office/drawing/2014/main" id="{604E910B-986F-94B8-22A3-3687C78BBAB4}"/>
              </a:ext>
            </a:extLst>
          </p:cNvPr>
          <p:cNvSpPr txBox="1"/>
          <p:nvPr/>
        </p:nvSpPr>
        <p:spPr>
          <a:xfrm>
            <a:off x="7536016" y="4869016"/>
            <a:ext cx="3330037" cy="1384995"/>
          </a:xfrm>
          <a:prstGeom prst="rect">
            <a:avLst/>
          </a:prstGeom>
          <a:noFill/>
        </p:spPr>
        <p:txBody>
          <a:bodyPr wrap="square">
            <a:spAutoFit/>
          </a:bodyPr>
          <a:lstStyle/>
          <a:p>
            <a:pPr algn="ctr"/>
            <a:r>
              <a:rPr lang="en-US" sz="2800" dirty="0"/>
              <a:t>maybe…</a:t>
            </a:r>
          </a:p>
          <a:p>
            <a:pPr algn="ctr"/>
            <a:r>
              <a:rPr lang="en-US" sz="2800" dirty="0"/>
              <a:t>more?</a:t>
            </a:r>
          </a:p>
          <a:p>
            <a:pPr algn="ctr"/>
            <a:r>
              <a:rPr lang="en-US" sz="2800" dirty="0"/>
              <a:t>🤔</a:t>
            </a:r>
            <a:endParaRPr lang="en-GB" sz="2800" dirty="0">
              <a:solidFill>
                <a:schemeClr val="tx1"/>
              </a:solidFill>
            </a:endParaRPr>
          </a:p>
        </p:txBody>
      </p:sp>
    </p:spTree>
    <p:extLst>
      <p:ext uri="{BB962C8B-B14F-4D97-AF65-F5344CB8AC3E}">
        <p14:creationId xmlns:p14="http://schemas.microsoft.com/office/powerpoint/2010/main" val="19743757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3"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E1B3-BCBA-3C67-5ECA-F0A95A01F17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DA8D300-916E-47CA-4055-7DACB942DCFC}"/>
                  </a:ext>
                </a:extLst>
              </p:cNvPr>
              <p:cNvSpPr txBox="1"/>
              <p:nvPr/>
            </p:nvSpPr>
            <p:spPr>
              <a:xfrm>
                <a:off x="3048000" y="1915275"/>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accent6"/>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EDA8D300-916E-47CA-4055-7DACB942DCFC}"/>
                  </a:ext>
                </a:extLst>
              </p:cNvPr>
              <p:cNvSpPr txBox="1">
                <a:spLocks noRot="1" noChangeAspect="1" noMove="1" noResize="1" noEditPoints="1" noAdjustHandles="1" noChangeArrowheads="1" noChangeShapeType="1" noTextEdit="1"/>
              </p:cNvSpPr>
              <p:nvPr/>
            </p:nvSpPr>
            <p:spPr>
              <a:xfrm>
                <a:off x="3048000" y="1915275"/>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311EF97-60BA-D3D7-4C5B-DA4C0DC9AF67}"/>
                  </a:ext>
                </a:extLst>
              </p:cNvPr>
              <p:cNvSpPr txBox="1"/>
              <p:nvPr/>
            </p:nvSpPr>
            <p:spPr>
              <a:xfrm>
                <a:off x="5285991" y="1915275"/>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2311EF97-60BA-D3D7-4C5B-DA4C0DC9AF67}"/>
                  </a:ext>
                </a:extLst>
              </p:cNvPr>
              <p:cNvSpPr txBox="1">
                <a:spLocks noRot="1" noChangeAspect="1" noMove="1" noResize="1" noEditPoints="1" noAdjustHandles="1" noChangeArrowheads="1" noChangeShapeType="1" noTextEdit="1"/>
              </p:cNvSpPr>
              <p:nvPr/>
            </p:nvSpPr>
            <p:spPr>
              <a:xfrm>
                <a:off x="5285991" y="1915275"/>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DAB3AFA-C15B-0C3D-D822-487D3BEE54C0}"/>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1"/>
                          </a:solidFill>
                          <a:latin typeface="Cambria Math" panose="02040503050406030204" pitchFamily="18" charset="0"/>
                        </a:rPr>
                        <m:t>𝑉</m:t>
                      </m:r>
                    </m:oMath>
                  </m:oMathPara>
                </a14:m>
                <a:endParaRPr lang="en-GB" sz="4800" dirty="0">
                  <a:solidFill>
                    <a:schemeClr val="accent1"/>
                  </a:solidFill>
                </a:endParaRPr>
              </a:p>
            </p:txBody>
          </p:sp>
        </mc:Choice>
        <mc:Fallback xmlns="">
          <p:sp>
            <p:nvSpPr>
              <p:cNvPr id="38" name="TextBox 37">
                <a:extLst>
                  <a:ext uri="{FF2B5EF4-FFF2-40B4-BE49-F238E27FC236}">
                    <a16:creationId xmlns:a16="http://schemas.microsoft.com/office/drawing/2014/main" id="{0DAB3AFA-C15B-0C3D-D822-487D3BEE54C0}"/>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9E1EB89-62E2-1489-3652-FE41FFB8C349}"/>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223FADD1-DF67-28A1-3B0C-A91B8819B5DD}"/>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7317466B-1110-F4EB-500B-4446EBE214BA}"/>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948F4EA2-8AF1-40BD-5CDF-5227415BD344}"/>
              </a:ext>
            </a:extLst>
          </p:cNvPr>
          <p:cNvSpPr/>
          <p:nvPr/>
        </p:nvSpPr>
        <p:spPr>
          <a:xfrm flipH="1">
            <a:off x="7716018" y="1178975"/>
            <a:ext cx="2610029" cy="1350015"/>
          </a:xfrm>
          <a:prstGeom prst="arc">
            <a:avLst>
              <a:gd name="adj1" fmla="val 20424430"/>
              <a:gd name="adj2" fmla="val 567785"/>
            </a:avLst>
          </a:prstGeom>
          <a:ln w="38100">
            <a:solidFill>
              <a:schemeClr val="accent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1755EE7B-ED65-6413-555F-41943B51429E}"/>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428B058-E8C9-E9C4-5D51-9AE7FDAFA674}"/>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C6E1ADA-79C1-2CD8-D3D4-01288B485AF0}"/>
                  </a:ext>
                </a:extLst>
              </p:cNvPr>
              <p:cNvSpPr txBox="1"/>
              <p:nvPr/>
            </p:nvSpPr>
            <p:spPr>
              <a:xfrm>
                <a:off x="2855964"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0C6E1ADA-79C1-2CD8-D3D4-01288B485AF0}"/>
                  </a:ext>
                </a:extLst>
              </p:cNvPr>
              <p:cNvSpPr txBox="1">
                <a:spLocks noRot="1" noChangeAspect="1" noMove="1" noResize="1" noEditPoints="1" noAdjustHandles="1" noChangeArrowheads="1" noChangeShapeType="1" noTextEdit="1"/>
              </p:cNvSpPr>
              <p:nvPr/>
            </p:nvSpPr>
            <p:spPr>
              <a:xfrm>
                <a:off x="2855964"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14E02D0-ABEE-5608-9F98-CA3DDE81F4E6}"/>
                  </a:ext>
                </a:extLst>
              </p:cNvPr>
              <p:cNvSpPr txBox="1"/>
              <p:nvPr/>
            </p:nvSpPr>
            <p:spPr>
              <a:xfrm>
                <a:off x="3575972" y="3609002"/>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14E02D0-ABEE-5608-9F98-CA3DDE81F4E6}"/>
                  </a:ext>
                </a:extLst>
              </p:cNvPr>
              <p:cNvSpPr txBox="1">
                <a:spLocks noRot="1" noChangeAspect="1" noMove="1" noResize="1" noEditPoints="1" noAdjustHandles="1" noChangeArrowheads="1" noChangeShapeType="1" noTextEdit="1"/>
              </p:cNvSpPr>
              <p:nvPr/>
            </p:nvSpPr>
            <p:spPr>
              <a:xfrm>
                <a:off x="3575972" y="3609002"/>
                <a:ext cx="1260014"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0F6BE07-C269-4C1E-53FF-AC73FA967035}"/>
                  </a:ext>
                </a:extLst>
              </p:cNvPr>
              <p:cNvSpPr txBox="1"/>
              <p:nvPr/>
            </p:nvSpPr>
            <p:spPr>
              <a:xfrm>
                <a:off x="7716018"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C0F6BE07-C269-4C1E-53FF-AC73FA967035}"/>
                  </a:ext>
                </a:extLst>
              </p:cNvPr>
              <p:cNvSpPr txBox="1">
                <a:spLocks noRot="1" noChangeAspect="1" noMove="1" noResize="1" noEditPoints="1" noAdjustHandles="1" noChangeArrowheads="1" noChangeShapeType="1" noTextEdit="1"/>
              </p:cNvSpPr>
              <p:nvPr/>
            </p:nvSpPr>
            <p:spPr>
              <a:xfrm>
                <a:off x="7716018"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800DE4B-2592-A6AD-829D-70849D0F72E1}"/>
                  </a:ext>
                </a:extLst>
              </p:cNvPr>
              <p:cNvSpPr txBox="1"/>
              <p:nvPr/>
            </p:nvSpPr>
            <p:spPr>
              <a:xfrm>
                <a:off x="4655984"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D800DE4B-2592-A6AD-829D-70849D0F72E1}"/>
                  </a:ext>
                </a:extLst>
              </p:cNvPr>
              <p:cNvSpPr txBox="1">
                <a:spLocks noRot="1" noChangeAspect="1" noMove="1" noResize="1" noEditPoints="1" noAdjustHandles="1" noChangeArrowheads="1" noChangeShapeType="1" noTextEdit="1"/>
              </p:cNvSpPr>
              <p:nvPr/>
            </p:nvSpPr>
            <p:spPr>
              <a:xfrm>
                <a:off x="4655984"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6CC3A1-E87A-E71C-AC10-1F42531A18AD}"/>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8F15C1A-2894-2262-73AD-6DFE723E7A6A}"/>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5F8135A-6C60-36B3-C060-1FA9CE5C62EE}"/>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134C27F-A1D0-1FD7-87BE-E9836ADBBCD8}"/>
                  </a:ext>
                </a:extLst>
              </p:cNvPr>
              <p:cNvSpPr txBox="1"/>
              <p:nvPr/>
            </p:nvSpPr>
            <p:spPr>
              <a:xfrm>
                <a:off x="3125967" y="-1366844"/>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accent6"/>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39" name="TextBox 38">
                <a:extLst>
                  <a:ext uri="{FF2B5EF4-FFF2-40B4-BE49-F238E27FC236}">
                    <a16:creationId xmlns:a16="http://schemas.microsoft.com/office/drawing/2014/main" id="{0134C27F-A1D0-1FD7-87BE-E9836ADBBCD8}"/>
                  </a:ext>
                </a:extLst>
              </p:cNvPr>
              <p:cNvSpPr txBox="1">
                <a:spLocks noRot="1" noChangeAspect="1" noMove="1" noResize="1" noEditPoints="1" noAdjustHandles="1" noChangeArrowheads="1" noChangeShapeType="1" noTextEdit="1"/>
              </p:cNvSpPr>
              <p:nvPr/>
            </p:nvSpPr>
            <p:spPr>
              <a:xfrm>
                <a:off x="3125967" y="-1366844"/>
                <a:ext cx="6096000" cy="1323439"/>
              </a:xfrm>
              <a:prstGeom prst="rect">
                <a:avLst/>
              </a:prstGeom>
              <a:blipFill>
                <a:blip r:embed="rId1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877547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P spid="8" grpId="0" animBg="1"/>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95EE7-D9D2-6CB2-880C-04DC4CBAE05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A0C2D7-4795-DC31-7F20-AEE044BCC56D}"/>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40A0C2D7-4795-DC31-7F20-AEE044BCC56D}"/>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164B6150-C8B1-9072-CF2C-37580C35D963}"/>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C1D3D5B6-EB60-6221-06EF-01F5FCAD521F}"/>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cxnSp>
        <p:nvCxnSpPr>
          <p:cNvPr id="18" name="Connector: Curved 17">
            <a:extLst>
              <a:ext uri="{FF2B5EF4-FFF2-40B4-BE49-F238E27FC236}">
                <a16:creationId xmlns:a16="http://schemas.microsoft.com/office/drawing/2014/main" id="{B50CD47E-F5DD-B676-0964-163B69C7A99C}"/>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B7120B4-B8EC-5C7A-88B8-2D20033C2F77}"/>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35F73337-134B-60B4-BF58-C48B77C889C1}"/>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2832E96-6A6E-6264-F025-00CDE1224412}"/>
                  </a:ext>
                </a:extLst>
              </p:cNvPr>
              <p:cNvSpPr txBox="1"/>
              <p:nvPr/>
            </p:nvSpPr>
            <p:spPr>
              <a:xfrm>
                <a:off x="2855964"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3" name="TextBox 12">
                <a:extLst>
                  <a:ext uri="{FF2B5EF4-FFF2-40B4-BE49-F238E27FC236}">
                    <a16:creationId xmlns:a16="http://schemas.microsoft.com/office/drawing/2014/main" id="{12832E96-6A6E-6264-F025-00CDE1224412}"/>
                  </a:ext>
                </a:extLst>
              </p:cNvPr>
              <p:cNvSpPr txBox="1">
                <a:spLocks noRot="1" noChangeAspect="1" noMove="1" noResize="1" noEditPoints="1" noAdjustHandles="1" noChangeArrowheads="1" noChangeShapeType="1" noTextEdit="1"/>
              </p:cNvSpPr>
              <p:nvPr/>
            </p:nvSpPr>
            <p:spPr>
              <a:xfrm>
                <a:off x="2855964" y="4599013"/>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7B68B03-61C8-1EFB-2105-C706B3EA2BBE}"/>
                  </a:ext>
                </a:extLst>
              </p:cNvPr>
              <p:cNvSpPr txBox="1"/>
              <p:nvPr/>
            </p:nvSpPr>
            <p:spPr>
              <a:xfrm>
                <a:off x="3575972" y="4599013"/>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17B68B03-61C8-1EFB-2105-C706B3EA2BBE}"/>
                  </a:ext>
                </a:extLst>
              </p:cNvPr>
              <p:cNvSpPr txBox="1">
                <a:spLocks noRot="1" noChangeAspect="1" noMove="1" noResize="1" noEditPoints="1" noAdjustHandles="1" noChangeArrowheads="1" noChangeShapeType="1" noTextEdit="1"/>
              </p:cNvSpPr>
              <p:nvPr/>
            </p:nvSpPr>
            <p:spPr>
              <a:xfrm>
                <a:off x="3575972" y="4599013"/>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BC57E73-56A7-6D6E-3C1B-431DB13FBDEF}"/>
                  </a:ext>
                </a:extLst>
              </p:cNvPr>
              <p:cNvSpPr txBox="1"/>
              <p:nvPr/>
            </p:nvSpPr>
            <p:spPr>
              <a:xfrm>
                <a:off x="7716018" y="4599013"/>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17" name="TextBox 16">
                <a:extLst>
                  <a:ext uri="{FF2B5EF4-FFF2-40B4-BE49-F238E27FC236}">
                    <a16:creationId xmlns:a16="http://schemas.microsoft.com/office/drawing/2014/main" id="{BBC57E73-56A7-6D6E-3C1B-431DB13FBDEF}"/>
                  </a:ext>
                </a:extLst>
              </p:cNvPr>
              <p:cNvSpPr txBox="1">
                <a:spLocks noRot="1" noChangeAspect="1" noMove="1" noResize="1" noEditPoints="1" noAdjustHandles="1" noChangeArrowheads="1" noChangeShapeType="1" noTextEdit="1"/>
              </p:cNvSpPr>
              <p:nvPr/>
            </p:nvSpPr>
            <p:spPr>
              <a:xfrm>
                <a:off x="7716018" y="4599013"/>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B035932-BCC5-2541-F4C4-A6C984F88D7F}"/>
                  </a:ext>
                </a:extLst>
              </p:cNvPr>
              <p:cNvSpPr txBox="1"/>
              <p:nvPr/>
            </p:nvSpPr>
            <p:spPr>
              <a:xfrm>
                <a:off x="4655984" y="4599013"/>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AB035932-BCC5-2541-F4C4-A6C984F88D7F}"/>
                  </a:ext>
                </a:extLst>
              </p:cNvPr>
              <p:cNvSpPr txBox="1">
                <a:spLocks noRot="1" noChangeAspect="1" noMove="1" noResize="1" noEditPoints="1" noAdjustHandles="1" noChangeArrowheads="1" noChangeShapeType="1" noTextEdit="1"/>
              </p:cNvSpPr>
              <p:nvPr/>
            </p:nvSpPr>
            <p:spPr>
              <a:xfrm>
                <a:off x="4655984" y="4599013"/>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99B0042-4A9B-81D5-5B59-FD579025AE6A}"/>
                  </a:ext>
                </a:extLst>
              </p:cNvPr>
              <p:cNvSpPr txBox="1"/>
              <p:nvPr/>
            </p:nvSpPr>
            <p:spPr>
              <a:xfrm>
                <a:off x="5915998" y="4599013"/>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999B0042-4A9B-81D5-5B59-FD579025AE6A}"/>
                  </a:ext>
                </a:extLst>
              </p:cNvPr>
              <p:cNvSpPr txBox="1">
                <a:spLocks noRot="1" noChangeAspect="1" noMove="1" noResize="1" noEditPoints="1" noAdjustHandles="1" noChangeArrowheads="1" noChangeShapeType="1" noTextEdit="1"/>
              </p:cNvSpPr>
              <p:nvPr/>
            </p:nvSpPr>
            <p:spPr>
              <a:xfrm>
                <a:off x="5915998" y="4599013"/>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05AE789-46F6-4C23-EC9A-E5CB172136DB}"/>
                  </a:ext>
                </a:extLst>
              </p:cNvPr>
              <p:cNvSpPr txBox="1"/>
              <p:nvPr/>
            </p:nvSpPr>
            <p:spPr>
              <a:xfrm>
                <a:off x="5465993"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005AE789-46F6-4C23-EC9A-E5CB172136DB}"/>
                  </a:ext>
                </a:extLst>
              </p:cNvPr>
              <p:cNvSpPr txBox="1">
                <a:spLocks noRot="1" noChangeAspect="1" noMove="1" noResize="1" noEditPoints="1" noAdjustHandles="1" noChangeArrowheads="1" noChangeShapeType="1" noTextEdit="1"/>
              </p:cNvSpPr>
              <p:nvPr/>
            </p:nvSpPr>
            <p:spPr>
              <a:xfrm>
                <a:off x="5465993" y="4599013"/>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FF0F6B5-B8B5-EF07-1705-32C856E6599D}"/>
                  </a:ext>
                </a:extLst>
              </p:cNvPr>
              <p:cNvSpPr txBox="1"/>
              <p:nvPr/>
            </p:nvSpPr>
            <p:spPr>
              <a:xfrm>
                <a:off x="7176012"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5FF0F6B5-B8B5-EF07-1705-32C856E6599D}"/>
                  </a:ext>
                </a:extLst>
              </p:cNvPr>
              <p:cNvSpPr txBox="1">
                <a:spLocks noRot="1" noChangeAspect="1" noMove="1" noResize="1" noEditPoints="1" noAdjustHandles="1" noChangeArrowheads="1" noChangeShapeType="1" noTextEdit="1"/>
              </p:cNvSpPr>
              <p:nvPr/>
            </p:nvSpPr>
            <p:spPr>
              <a:xfrm>
                <a:off x="7176012" y="4599013"/>
                <a:ext cx="1080012" cy="1015663"/>
              </a:xfrm>
              <a:prstGeom prst="rect">
                <a:avLst/>
              </a:prstGeom>
              <a:blipFill>
                <a:blip r:embed="rId9"/>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0C2A81DE-E23B-AB25-5D0F-66BCAEA54912}"/>
              </a:ext>
            </a:extLst>
          </p:cNvPr>
          <p:cNvSpPr txBox="1"/>
          <p:nvPr/>
        </p:nvSpPr>
        <p:spPr>
          <a:xfrm>
            <a:off x="4385981" y="3338999"/>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9A899C-10C2-E831-EC86-433C6854F50A}"/>
                  </a:ext>
                </a:extLst>
              </p:cNvPr>
              <p:cNvSpPr txBox="1"/>
              <p:nvPr/>
            </p:nvSpPr>
            <p:spPr>
              <a:xfrm>
                <a:off x="5078387" y="3338999"/>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3</m:t>
                      </m:r>
                    </m:oMath>
                  </m:oMathPara>
                </a14:m>
                <a:endParaRPr lang="en-GB" sz="3600" dirty="0">
                  <a:solidFill>
                    <a:schemeClr val="accent6"/>
                  </a:solidFill>
                </a:endParaRPr>
              </a:p>
            </p:txBody>
          </p:sp>
        </mc:Choice>
        <mc:Fallback xmlns="">
          <p:sp>
            <p:nvSpPr>
              <p:cNvPr id="9" name="TextBox 8">
                <a:extLst>
                  <a:ext uri="{FF2B5EF4-FFF2-40B4-BE49-F238E27FC236}">
                    <a16:creationId xmlns:a16="http://schemas.microsoft.com/office/drawing/2014/main" id="{4D9A899C-10C2-E831-EC86-433C6854F50A}"/>
                  </a:ext>
                </a:extLst>
              </p:cNvPr>
              <p:cNvSpPr txBox="1">
                <a:spLocks noRot="1" noChangeAspect="1" noMove="1" noResize="1" noEditPoints="1" noAdjustHandles="1" noChangeArrowheads="1" noChangeShapeType="1" noTextEdit="1"/>
              </p:cNvSpPr>
              <p:nvPr/>
            </p:nvSpPr>
            <p:spPr>
              <a:xfrm>
                <a:off x="5078387" y="3338999"/>
                <a:ext cx="747610"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2390DD-1215-63CF-DBA5-792F54A05526}"/>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C22390DD-1215-63CF-DBA5-792F54A05526}"/>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1089152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24D13-D364-459F-91C3-5E472D307D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9E974CA-87F4-E1C0-C5C2-BAB4E57D76EE}"/>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B9E974CA-87F4-E1C0-C5C2-BAB4E57D76EE}"/>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70FB8046-76F5-459C-CA1B-0935C548B2B3}"/>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2D4A8DB6-D6E4-2293-29CA-1DCAD963B4F3}"/>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sp>
        <p:nvSpPr>
          <p:cNvPr id="8" name="TextBox 7">
            <a:extLst>
              <a:ext uri="{FF2B5EF4-FFF2-40B4-BE49-F238E27FC236}">
                <a16:creationId xmlns:a16="http://schemas.microsoft.com/office/drawing/2014/main" id="{6F3A130D-E212-470C-30F2-724DA9639458}"/>
              </a:ext>
            </a:extLst>
          </p:cNvPr>
          <p:cNvSpPr txBox="1"/>
          <p:nvPr/>
        </p:nvSpPr>
        <p:spPr>
          <a:xfrm>
            <a:off x="4385981" y="3338999"/>
            <a:ext cx="3375038" cy="646331"/>
          </a:xfrm>
          <a:prstGeom prst="rect">
            <a:avLst/>
          </a:prstGeom>
          <a:noFill/>
        </p:spPr>
        <p:txBody>
          <a:bodyPr wrap="square" rtlCol="0">
            <a:spAutoFit/>
          </a:bodyPr>
          <a:lstStyle/>
          <a:p>
            <a:pPr algn="ctr"/>
            <a:r>
              <a:rPr lang="en-GB" sz="3600" dirty="0"/>
              <a:t>    -tensor</a:t>
            </a:r>
          </a:p>
        </p:txBody>
      </p:sp>
      <p:cxnSp>
        <p:nvCxnSpPr>
          <p:cNvPr id="18" name="Connector: Curved 17">
            <a:extLst>
              <a:ext uri="{FF2B5EF4-FFF2-40B4-BE49-F238E27FC236}">
                <a16:creationId xmlns:a16="http://schemas.microsoft.com/office/drawing/2014/main" id="{87005A42-80F2-952C-DD7E-0D4DED689439}"/>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24C42E47-C57A-FA95-F362-662CCDE87882}"/>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F3E844C4-BD63-EF77-EEC2-4FD8359FDDEB}"/>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Left Brace 6">
            <a:extLst>
              <a:ext uri="{FF2B5EF4-FFF2-40B4-BE49-F238E27FC236}">
                <a16:creationId xmlns:a16="http://schemas.microsoft.com/office/drawing/2014/main" id="{CC7417BA-2CE0-CCF9-B367-896716824F85}"/>
              </a:ext>
            </a:extLst>
          </p:cNvPr>
          <p:cNvSpPr/>
          <p:nvPr/>
        </p:nvSpPr>
        <p:spPr>
          <a:xfrm rot="5400000">
            <a:off x="5870997" y="2123986"/>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4E2419-5817-DE42-C8DE-139F3C06C4D7}"/>
                  </a:ext>
                </a:extLst>
              </p:cNvPr>
              <p:cNvSpPr txBox="1"/>
              <p:nvPr/>
            </p:nvSpPr>
            <p:spPr>
              <a:xfrm>
                <a:off x="2855964"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10" name="TextBox 9">
                <a:extLst>
                  <a:ext uri="{FF2B5EF4-FFF2-40B4-BE49-F238E27FC236}">
                    <a16:creationId xmlns:a16="http://schemas.microsoft.com/office/drawing/2014/main" id="{F74E2419-5817-DE42-C8DE-139F3C06C4D7}"/>
                  </a:ext>
                </a:extLst>
              </p:cNvPr>
              <p:cNvSpPr txBox="1">
                <a:spLocks noRot="1" noChangeAspect="1" noMove="1" noResize="1" noEditPoints="1" noAdjustHandles="1" noChangeArrowheads="1" noChangeShapeType="1" noTextEdit="1"/>
              </p:cNvSpPr>
              <p:nvPr/>
            </p:nvSpPr>
            <p:spPr>
              <a:xfrm>
                <a:off x="2855964" y="4599013"/>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E98E2F0-6110-FC38-4CCB-FB474B082B07}"/>
                  </a:ext>
                </a:extLst>
              </p:cNvPr>
              <p:cNvSpPr txBox="1"/>
              <p:nvPr/>
            </p:nvSpPr>
            <p:spPr>
              <a:xfrm>
                <a:off x="3575972" y="4599013"/>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12" name="TextBox 11">
                <a:extLst>
                  <a:ext uri="{FF2B5EF4-FFF2-40B4-BE49-F238E27FC236}">
                    <a16:creationId xmlns:a16="http://schemas.microsoft.com/office/drawing/2014/main" id="{CE98E2F0-6110-FC38-4CCB-FB474B082B07}"/>
                  </a:ext>
                </a:extLst>
              </p:cNvPr>
              <p:cNvSpPr txBox="1">
                <a:spLocks noRot="1" noChangeAspect="1" noMove="1" noResize="1" noEditPoints="1" noAdjustHandles="1" noChangeArrowheads="1" noChangeShapeType="1" noTextEdit="1"/>
              </p:cNvSpPr>
              <p:nvPr/>
            </p:nvSpPr>
            <p:spPr>
              <a:xfrm>
                <a:off x="3575972" y="4599013"/>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324BAC-F55F-4DAB-9EFC-5AB2F8D8FF52}"/>
                  </a:ext>
                </a:extLst>
              </p:cNvPr>
              <p:cNvSpPr txBox="1"/>
              <p:nvPr/>
            </p:nvSpPr>
            <p:spPr>
              <a:xfrm>
                <a:off x="7716018" y="4599013"/>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14" name="TextBox 13">
                <a:extLst>
                  <a:ext uri="{FF2B5EF4-FFF2-40B4-BE49-F238E27FC236}">
                    <a16:creationId xmlns:a16="http://schemas.microsoft.com/office/drawing/2014/main" id="{08324BAC-F55F-4DAB-9EFC-5AB2F8D8FF52}"/>
                  </a:ext>
                </a:extLst>
              </p:cNvPr>
              <p:cNvSpPr txBox="1">
                <a:spLocks noRot="1" noChangeAspect="1" noMove="1" noResize="1" noEditPoints="1" noAdjustHandles="1" noChangeArrowheads="1" noChangeShapeType="1" noTextEdit="1"/>
              </p:cNvSpPr>
              <p:nvPr/>
            </p:nvSpPr>
            <p:spPr>
              <a:xfrm>
                <a:off x="7716018" y="4599013"/>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BDF2C67-96E3-4093-4B49-09C478C1F81D}"/>
                  </a:ext>
                </a:extLst>
              </p:cNvPr>
              <p:cNvSpPr txBox="1"/>
              <p:nvPr/>
            </p:nvSpPr>
            <p:spPr>
              <a:xfrm>
                <a:off x="4655984" y="4599013"/>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16" name="TextBox 15">
                <a:extLst>
                  <a:ext uri="{FF2B5EF4-FFF2-40B4-BE49-F238E27FC236}">
                    <a16:creationId xmlns:a16="http://schemas.microsoft.com/office/drawing/2014/main" id="{2BDF2C67-96E3-4093-4B49-09C478C1F81D}"/>
                  </a:ext>
                </a:extLst>
              </p:cNvPr>
              <p:cNvSpPr txBox="1">
                <a:spLocks noRot="1" noChangeAspect="1" noMove="1" noResize="1" noEditPoints="1" noAdjustHandles="1" noChangeArrowheads="1" noChangeShapeType="1" noTextEdit="1"/>
              </p:cNvSpPr>
              <p:nvPr/>
            </p:nvSpPr>
            <p:spPr>
              <a:xfrm>
                <a:off x="4655984" y="4599013"/>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115EE68-A7A2-E963-E56F-AD337D3452E1}"/>
                  </a:ext>
                </a:extLst>
              </p:cNvPr>
              <p:cNvSpPr txBox="1"/>
              <p:nvPr/>
            </p:nvSpPr>
            <p:spPr>
              <a:xfrm>
                <a:off x="5915998" y="4599013"/>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9" name="TextBox 18">
                <a:extLst>
                  <a:ext uri="{FF2B5EF4-FFF2-40B4-BE49-F238E27FC236}">
                    <a16:creationId xmlns:a16="http://schemas.microsoft.com/office/drawing/2014/main" id="{8115EE68-A7A2-E963-E56F-AD337D3452E1}"/>
                  </a:ext>
                </a:extLst>
              </p:cNvPr>
              <p:cNvSpPr txBox="1">
                <a:spLocks noRot="1" noChangeAspect="1" noMove="1" noResize="1" noEditPoints="1" noAdjustHandles="1" noChangeArrowheads="1" noChangeShapeType="1" noTextEdit="1"/>
              </p:cNvSpPr>
              <p:nvPr/>
            </p:nvSpPr>
            <p:spPr>
              <a:xfrm>
                <a:off x="5915998" y="4599013"/>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40A3AEA-A765-2499-9451-D7719E48A04F}"/>
                  </a:ext>
                </a:extLst>
              </p:cNvPr>
              <p:cNvSpPr txBox="1"/>
              <p:nvPr/>
            </p:nvSpPr>
            <p:spPr>
              <a:xfrm>
                <a:off x="5465993"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3" name="TextBox 22">
                <a:extLst>
                  <a:ext uri="{FF2B5EF4-FFF2-40B4-BE49-F238E27FC236}">
                    <a16:creationId xmlns:a16="http://schemas.microsoft.com/office/drawing/2014/main" id="{240A3AEA-A765-2499-9451-D7719E48A04F}"/>
                  </a:ext>
                </a:extLst>
              </p:cNvPr>
              <p:cNvSpPr txBox="1">
                <a:spLocks noRot="1" noChangeAspect="1" noMove="1" noResize="1" noEditPoints="1" noAdjustHandles="1" noChangeArrowheads="1" noChangeShapeType="1" noTextEdit="1"/>
              </p:cNvSpPr>
              <p:nvPr/>
            </p:nvSpPr>
            <p:spPr>
              <a:xfrm>
                <a:off x="5465993" y="4599013"/>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7C191C2-28BE-BDEC-FC67-1DF1E6938684}"/>
                  </a:ext>
                </a:extLst>
              </p:cNvPr>
              <p:cNvSpPr txBox="1"/>
              <p:nvPr/>
            </p:nvSpPr>
            <p:spPr>
              <a:xfrm>
                <a:off x="7176012"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5" name="TextBox 24">
                <a:extLst>
                  <a:ext uri="{FF2B5EF4-FFF2-40B4-BE49-F238E27FC236}">
                    <a16:creationId xmlns:a16="http://schemas.microsoft.com/office/drawing/2014/main" id="{E7C191C2-28BE-BDEC-FC67-1DF1E6938684}"/>
                  </a:ext>
                </a:extLst>
              </p:cNvPr>
              <p:cNvSpPr txBox="1">
                <a:spLocks noRot="1" noChangeAspect="1" noMove="1" noResize="1" noEditPoints="1" noAdjustHandles="1" noChangeArrowheads="1" noChangeShapeType="1" noTextEdit="1"/>
              </p:cNvSpPr>
              <p:nvPr/>
            </p:nvSpPr>
            <p:spPr>
              <a:xfrm>
                <a:off x="7176012" y="4599013"/>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538074B-E907-343B-94C5-8DB6A366888E}"/>
                  </a:ext>
                </a:extLst>
              </p:cNvPr>
              <p:cNvSpPr txBox="1"/>
              <p:nvPr/>
            </p:nvSpPr>
            <p:spPr>
              <a:xfrm>
                <a:off x="5078387" y="3338999"/>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3</m:t>
                      </m:r>
                    </m:oMath>
                  </m:oMathPara>
                </a14:m>
                <a:endParaRPr lang="en-GB" sz="3600" dirty="0">
                  <a:solidFill>
                    <a:schemeClr val="accent6"/>
                  </a:solidFill>
                </a:endParaRPr>
              </a:p>
            </p:txBody>
          </p:sp>
        </mc:Choice>
        <mc:Fallback xmlns="">
          <p:sp>
            <p:nvSpPr>
              <p:cNvPr id="27" name="TextBox 26">
                <a:extLst>
                  <a:ext uri="{FF2B5EF4-FFF2-40B4-BE49-F238E27FC236}">
                    <a16:creationId xmlns:a16="http://schemas.microsoft.com/office/drawing/2014/main" id="{F538074B-E907-343B-94C5-8DB6A366888E}"/>
                  </a:ext>
                </a:extLst>
              </p:cNvPr>
              <p:cNvSpPr txBox="1">
                <a:spLocks noRot="1" noChangeAspect="1" noMove="1" noResize="1" noEditPoints="1" noAdjustHandles="1" noChangeArrowheads="1" noChangeShapeType="1" noTextEdit="1"/>
              </p:cNvSpPr>
              <p:nvPr/>
            </p:nvSpPr>
            <p:spPr>
              <a:xfrm>
                <a:off x="5078387" y="3338999"/>
                <a:ext cx="747610"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030BBC-D81F-4C52-A7BE-22A9BFFA0CDC}"/>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5" name="TextBox 4">
                <a:extLst>
                  <a:ext uri="{FF2B5EF4-FFF2-40B4-BE49-F238E27FC236}">
                    <a16:creationId xmlns:a16="http://schemas.microsoft.com/office/drawing/2014/main" id="{EF030BBC-D81F-4C52-A7BE-22A9BFFA0CDC}"/>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460186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066BA-21DA-CF1A-16E2-FE698C9640B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4D54D2C-4650-B262-BB88-C7A2C9EA1636}"/>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F4D54D2C-4650-B262-BB88-C7A2C9EA1636}"/>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8AACB6C2-370B-5F8B-92EC-2884E947BAA6}"/>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27C40C0F-DAC5-2AA2-6A08-0B914FCE7ED7}"/>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cxnSp>
        <p:nvCxnSpPr>
          <p:cNvPr id="18" name="Connector: Curved 17">
            <a:extLst>
              <a:ext uri="{FF2B5EF4-FFF2-40B4-BE49-F238E27FC236}">
                <a16:creationId xmlns:a16="http://schemas.microsoft.com/office/drawing/2014/main" id="{68990982-0AAB-14EB-B1AC-7E06931CB637}"/>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3A9E1117-1F8B-2E3C-AC52-8B6793BB3A54}"/>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5E26124B-FF90-87E4-B2D2-60B1E72149CB}"/>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Left Brace 6">
            <a:extLst>
              <a:ext uri="{FF2B5EF4-FFF2-40B4-BE49-F238E27FC236}">
                <a16:creationId xmlns:a16="http://schemas.microsoft.com/office/drawing/2014/main" id="{ED6685BA-E594-1288-E9A3-05F7B36A0CC3}"/>
              </a:ext>
            </a:extLst>
          </p:cNvPr>
          <p:cNvSpPr/>
          <p:nvPr/>
        </p:nvSpPr>
        <p:spPr>
          <a:xfrm rot="5400000">
            <a:off x="5870997" y="2123986"/>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18527E2-87E0-029D-D2A2-33030B82DF9C}"/>
                  </a:ext>
                </a:extLst>
              </p:cNvPr>
              <p:cNvSpPr txBox="1"/>
              <p:nvPr/>
            </p:nvSpPr>
            <p:spPr>
              <a:xfrm>
                <a:off x="2855964"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10" name="TextBox 9">
                <a:extLst>
                  <a:ext uri="{FF2B5EF4-FFF2-40B4-BE49-F238E27FC236}">
                    <a16:creationId xmlns:a16="http://schemas.microsoft.com/office/drawing/2014/main" id="{E18527E2-87E0-029D-D2A2-33030B82DF9C}"/>
                  </a:ext>
                </a:extLst>
              </p:cNvPr>
              <p:cNvSpPr txBox="1">
                <a:spLocks noRot="1" noChangeAspect="1" noMove="1" noResize="1" noEditPoints="1" noAdjustHandles="1" noChangeArrowheads="1" noChangeShapeType="1" noTextEdit="1"/>
              </p:cNvSpPr>
              <p:nvPr/>
            </p:nvSpPr>
            <p:spPr>
              <a:xfrm>
                <a:off x="2855964" y="4599013"/>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AA7030C-93A5-509A-E0F8-7AB7DE0FE780}"/>
                  </a:ext>
                </a:extLst>
              </p:cNvPr>
              <p:cNvSpPr txBox="1"/>
              <p:nvPr/>
            </p:nvSpPr>
            <p:spPr>
              <a:xfrm>
                <a:off x="3575972" y="4599013"/>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12" name="TextBox 11">
                <a:extLst>
                  <a:ext uri="{FF2B5EF4-FFF2-40B4-BE49-F238E27FC236}">
                    <a16:creationId xmlns:a16="http://schemas.microsoft.com/office/drawing/2014/main" id="{3AA7030C-93A5-509A-E0F8-7AB7DE0FE780}"/>
                  </a:ext>
                </a:extLst>
              </p:cNvPr>
              <p:cNvSpPr txBox="1">
                <a:spLocks noRot="1" noChangeAspect="1" noMove="1" noResize="1" noEditPoints="1" noAdjustHandles="1" noChangeArrowheads="1" noChangeShapeType="1" noTextEdit="1"/>
              </p:cNvSpPr>
              <p:nvPr/>
            </p:nvSpPr>
            <p:spPr>
              <a:xfrm>
                <a:off x="3575972" y="4599013"/>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66B5E5-B162-A912-A6F0-4BE4D182C34D}"/>
                  </a:ext>
                </a:extLst>
              </p:cNvPr>
              <p:cNvSpPr txBox="1"/>
              <p:nvPr/>
            </p:nvSpPr>
            <p:spPr>
              <a:xfrm>
                <a:off x="7716018" y="4599013"/>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14" name="TextBox 13">
                <a:extLst>
                  <a:ext uri="{FF2B5EF4-FFF2-40B4-BE49-F238E27FC236}">
                    <a16:creationId xmlns:a16="http://schemas.microsoft.com/office/drawing/2014/main" id="{7D66B5E5-B162-A912-A6F0-4BE4D182C34D}"/>
                  </a:ext>
                </a:extLst>
              </p:cNvPr>
              <p:cNvSpPr txBox="1">
                <a:spLocks noRot="1" noChangeAspect="1" noMove="1" noResize="1" noEditPoints="1" noAdjustHandles="1" noChangeArrowheads="1" noChangeShapeType="1" noTextEdit="1"/>
              </p:cNvSpPr>
              <p:nvPr/>
            </p:nvSpPr>
            <p:spPr>
              <a:xfrm>
                <a:off x="7716018" y="4599013"/>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D1670A-0774-442E-EF51-379C7EEEB984}"/>
                  </a:ext>
                </a:extLst>
              </p:cNvPr>
              <p:cNvSpPr txBox="1"/>
              <p:nvPr/>
            </p:nvSpPr>
            <p:spPr>
              <a:xfrm>
                <a:off x="4655984" y="4599013"/>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16" name="TextBox 15">
                <a:extLst>
                  <a:ext uri="{FF2B5EF4-FFF2-40B4-BE49-F238E27FC236}">
                    <a16:creationId xmlns:a16="http://schemas.microsoft.com/office/drawing/2014/main" id="{5BD1670A-0774-442E-EF51-379C7EEEB984}"/>
                  </a:ext>
                </a:extLst>
              </p:cNvPr>
              <p:cNvSpPr txBox="1">
                <a:spLocks noRot="1" noChangeAspect="1" noMove="1" noResize="1" noEditPoints="1" noAdjustHandles="1" noChangeArrowheads="1" noChangeShapeType="1" noTextEdit="1"/>
              </p:cNvSpPr>
              <p:nvPr/>
            </p:nvSpPr>
            <p:spPr>
              <a:xfrm>
                <a:off x="4655984" y="4599013"/>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92E3B40-F464-71D2-7A05-D62E6B53AA82}"/>
                  </a:ext>
                </a:extLst>
              </p:cNvPr>
              <p:cNvSpPr txBox="1"/>
              <p:nvPr/>
            </p:nvSpPr>
            <p:spPr>
              <a:xfrm>
                <a:off x="5915998" y="4599013"/>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9" name="TextBox 18">
                <a:extLst>
                  <a:ext uri="{FF2B5EF4-FFF2-40B4-BE49-F238E27FC236}">
                    <a16:creationId xmlns:a16="http://schemas.microsoft.com/office/drawing/2014/main" id="{592E3B40-F464-71D2-7A05-D62E6B53AA82}"/>
                  </a:ext>
                </a:extLst>
              </p:cNvPr>
              <p:cNvSpPr txBox="1">
                <a:spLocks noRot="1" noChangeAspect="1" noMove="1" noResize="1" noEditPoints="1" noAdjustHandles="1" noChangeArrowheads="1" noChangeShapeType="1" noTextEdit="1"/>
              </p:cNvSpPr>
              <p:nvPr/>
            </p:nvSpPr>
            <p:spPr>
              <a:xfrm>
                <a:off x="5915998" y="4599013"/>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E1B73FF-5FCD-9443-AC8E-B0C1F93B2751}"/>
                  </a:ext>
                </a:extLst>
              </p:cNvPr>
              <p:cNvSpPr txBox="1"/>
              <p:nvPr/>
            </p:nvSpPr>
            <p:spPr>
              <a:xfrm>
                <a:off x="5465993"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3" name="TextBox 22">
                <a:extLst>
                  <a:ext uri="{FF2B5EF4-FFF2-40B4-BE49-F238E27FC236}">
                    <a16:creationId xmlns:a16="http://schemas.microsoft.com/office/drawing/2014/main" id="{1E1B73FF-5FCD-9443-AC8E-B0C1F93B2751}"/>
                  </a:ext>
                </a:extLst>
              </p:cNvPr>
              <p:cNvSpPr txBox="1">
                <a:spLocks noRot="1" noChangeAspect="1" noMove="1" noResize="1" noEditPoints="1" noAdjustHandles="1" noChangeArrowheads="1" noChangeShapeType="1" noTextEdit="1"/>
              </p:cNvSpPr>
              <p:nvPr/>
            </p:nvSpPr>
            <p:spPr>
              <a:xfrm>
                <a:off x="5465993" y="4599013"/>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FA350DB-1DE8-2FC6-7990-B94B17B5A274}"/>
                  </a:ext>
                </a:extLst>
              </p:cNvPr>
              <p:cNvSpPr txBox="1"/>
              <p:nvPr/>
            </p:nvSpPr>
            <p:spPr>
              <a:xfrm>
                <a:off x="7176012"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5" name="TextBox 24">
                <a:extLst>
                  <a:ext uri="{FF2B5EF4-FFF2-40B4-BE49-F238E27FC236}">
                    <a16:creationId xmlns:a16="http://schemas.microsoft.com/office/drawing/2014/main" id="{7FA350DB-1DE8-2FC6-7990-B94B17B5A274}"/>
                  </a:ext>
                </a:extLst>
              </p:cNvPr>
              <p:cNvSpPr txBox="1">
                <a:spLocks noRot="1" noChangeAspect="1" noMove="1" noResize="1" noEditPoints="1" noAdjustHandles="1" noChangeArrowheads="1" noChangeShapeType="1" noTextEdit="1"/>
              </p:cNvSpPr>
              <p:nvPr/>
            </p:nvSpPr>
            <p:spPr>
              <a:xfrm>
                <a:off x="7176012" y="4599013"/>
                <a:ext cx="1080012" cy="1015663"/>
              </a:xfrm>
              <a:prstGeom prst="rect">
                <a:avLst/>
              </a:prstGeom>
              <a:blipFill>
                <a:blip r:embed="rId9"/>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24DF423B-96FF-FC00-87BE-560CAC2C021B}"/>
              </a:ext>
            </a:extLst>
          </p:cNvPr>
          <p:cNvSpPr txBox="1"/>
          <p:nvPr/>
        </p:nvSpPr>
        <p:spPr>
          <a:xfrm>
            <a:off x="4408481" y="998973"/>
            <a:ext cx="3375038" cy="1107996"/>
          </a:xfrm>
          <a:prstGeom prst="rect">
            <a:avLst/>
          </a:prstGeom>
          <a:noFill/>
        </p:spPr>
        <p:txBody>
          <a:bodyPr wrap="square" rtlCol="0">
            <a:spAutoFit/>
          </a:bodyPr>
          <a:lstStyle/>
          <a:p>
            <a:pPr algn="ctr"/>
            <a:r>
              <a:rPr lang="en-GB" sz="6600" dirty="0">
                <a:solidFill>
                  <a:schemeClr val="accent6"/>
                </a:solidFill>
              </a:rPr>
              <a:t>?</a:t>
            </a:r>
          </a:p>
        </p:txBody>
      </p:sp>
      <p:sp>
        <p:nvSpPr>
          <p:cNvPr id="11" name="TextBox 10">
            <a:extLst>
              <a:ext uri="{FF2B5EF4-FFF2-40B4-BE49-F238E27FC236}">
                <a16:creationId xmlns:a16="http://schemas.microsoft.com/office/drawing/2014/main" id="{E7F0BEF7-E2A9-9E29-AE48-E544DCAE010E}"/>
              </a:ext>
            </a:extLst>
          </p:cNvPr>
          <p:cNvSpPr txBox="1"/>
          <p:nvPr/>
        </p:nvSpPr>
        <p:spPr>
          <a:xfrm>
            <a:off x="3485971" y="5319021"/>
            <a:ext cx="3375038" cy="1107996"/>
          </a:xfrm>
          <a:prstGeom prst="rect">
            <a:avLst/>
          </a:prstGeom>
          <a:noFill/>
        </p:spPr>
        <p:txBody>
          <a:bodyPr wrap="square" rtlCol="0">
            <a:spAutoFit/>
          </a:bodyPr>
          <a:lstStyle/>
          <a:p>
            <a:pPr algn="ctr"/>
            <a:r>
              <a:rPr lang="en-GB" sz="6600" dirty="0">
                <a:solidFill>
                  <a:schemeClr val="accent6"/>
                </a:solidFill>
              </a:rPr>
              <a:t>?</a:t>
            </a:r>
          </a:p>
        </p:txBody>
      </p:sp>
      <p:sp>
        <p:nvSpPr>
          <p:cNvPr id="15" name="TextBox 14">
            <a:extLst>
              <a:ext uri="{FF2B5EF4-FFF2-40B4-BE49-F238E27FC236}">
                <a16:creationId xmlns:a16="http://schemas.microsoft.com/office/drawing/2014/main" id="{C89E1F60-20A2-8616-C063-D5789AE2E5A2}"/>
              </a:ext>
            </a:extLst>
          </p:cNvPr>
          <p:cNvSpPr txBox="1"/>
          <p:nvPr/>
        </p:nvSpPr>
        <p:spPr>
          <a:xfrm>
            <a:off x="4385981" y="3338999"/>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9362E3D-7EE0-B926-21CA-7FC9772F8643}"/>
                  </a:ext>
                </a:extLst>
              </p:cNvPr>
              <p:cNvSpPr txBox="1"/>
              <p:nvPr/>
            </p:nvSpPr>
            <p:spPr>
              <a:xfrm>
                <a:off x="5078387" y="3338999"/>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𝑑</m:t>
                      </m:r>
                    </m:oMath>
                  </m:oMathPara>
                </a14:m>
                <a:endParaRPr lang="en-GB" sz="3600" dirty="0">
                  <a:solidFill>
                    <a:schemeClr val="accent6"/>
                  </a:solidFill>
                </a:endParaRPr>
              </a:p>
            </p:txBody>
          </p:sp>
        </mc:Choice>
        <mc:Fallback xmlns="">
          <p:sp>
            <p:nvSpPr>
              <p:cNvPr id="22" name="TextBox 21">
                <a:extLst>
                  <a:ext uri="{FF2B5EF4-FFF2-40B4-BE49-F238E27FC236}">
                    <a16:creationId xmlns:a16="http://schemas.microsoft.com/office/drawing/2014/main" id="{E9362E3D-7EE0-B926-21CA-7FC9772F8643}"/>
                  </a:ext>
                </a:extLst>
              </p:cNvPr>
              <p:cNvSpPr txBox="1">
                <a:spLocks noRot="1" noChangeAspect="1" noMove="1" noResize="1" noEditPoints="1" noAdjustHandles="1" noChangeArrowheads="1" noChangeShapeType="1" noTextEdit="1"/>
              </p:cNvSpPr>
              <p:nvPr/>
            </p:nvSpPr>
            <p:spPr>
              <a:xfrm>
                <a:off x="5078387" y="3338999"/>
                <a:ext cx="747610"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F86CA59-1B85-663D-F621-0E32B76E3F87}"/>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8" name="TextBox 7">
                <a:extLst>
                  <a:ext uri="{FF2B5EF4-FFF2-40B4-BE49-F238E27FC236}">
                    <a16:creationId xmlns:a16="http://schemas.microsoft.com/office/drawing/2014/main" id="{EF86CA59-1B85-663D-F621-0E32B76E3F87}"/>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703831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F2C9E-2A6D-4E83-A812-385704470DD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83F0307-AB4C-4849-A497-52A70FEE9DB5}"/>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283F0307-AB4C-4849-A497-52A70FEE9DB5}"/>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957B3FEF-62E0-E120-95DD-D9859F32BB79}"/>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41957121-DFCA-9EED-C555-E327D1081235}"/>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cxnSp>
        <p:nvCxnSpPr>
          <p:cNvPr id="18" name="Connector: Curved 17">
            <a:extLst>
              <a:ext uri="{FF2B5EF4-FFF2-40B4-BE49-F238E27FC236}">
                <a16:creationId xmlns:a16="http://schemas.microsoft.com/office/drawing/2014/main" id="{561EE105-5605-44B3-B6A6-5D31DDA68E84}"/>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B5DDDE4-F343-AA45-F39C-888EE88F861B}"/>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13B6BE2A-CAB6-4868-67AD-55EAC046FA11}"/>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B7F8D355-4CBB-B7B7-8EB9-AC90B78E78D3}"/>
              </a:ext>
            </a:extLst>
          </p:cNvPr>
          <p:cNvSpPr txBox="1"/>
          <p:nvPr/>
        </p:nvSpPr>
        <p:spPr>
          <a:xfrm>
            <a:off x="4408481" y="1538979"/>
            <a:ext cx="3375038" cy="1323439"/>
          </a:xfrm>
          <a:prstGeom prst="rect">
            <a:avLst/>
          </a:prstGeom>
          <a:noFill/>
        </p:spPr>
        <p:txBody>
          <a:bodyPr wrap="square" rtlCol="0">
            <a:spAutoFit/>
          </a:bodyPr>
          <a:lstStyle/>
          <a:p>
            <a:pPr algn="ctr"/>
            <a:r>
              <a:rPr lang="en-GB" sz="8000" b="1" dirty="0">
                <a:solidFill>
                  <a:schemeClr val="accent6"/>
                </a:solidFill>
              </a:rPr>
              <a:t>／</a:t>
            </a:r>
            <a:endParaRPr lang="en-GB" sz="49600" b="1" dirty="0">
              <a:solidFill>
                <a:schemeClr val="accent6"/>
              </a:solidFill>
            </a:endParaRPr>
          </a:p>
        </p:txBody>
      </p:sp>
      <p:sp>
        <p:nvSpPr>
          <p:cNvPr id="9" name="TextBox 8">
            <a:extLst>
              <a:ext uri="{FF2B5EF4-FFF2-40B4-BE49-F238E27FC236}">
                <a16:creationId xmlns:a16="http://schemas.microsoft.com/office/drawing/2014/main" id="{8B0ACD8A-EC54-50F1-3440-B7920A495CB3}"/>
              </a:ext>
            </a:extLst>
          </p:cNvPr>
          <p:cNvSpPr txBox="1"/>
          <p:nvPr/>
        </p:nvSpPr>
        <p:spPr>
          <a:xfrm>
            <a:off x="4385981" y="3338999"/>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48A0C47-DEC2-E70A-B4B9-38969425C2C4}"/>
                  </a:ext>
                </a:extLst>
              </p:cNvPr>
              <p:cNvSpPr txBox="1"/>
              <p:nvPr/>
            </p:nvSpPr>
            <p:spPr>
              <a:xfrm>
                <a:off x="5078387" y="3338999"/>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248A0C47-DEC2-E70A-B4B9-38969425C2C4}"/>
                  </a:ext>
                </a:extLst>
              </p:cNvPr>
              <p:cNvSpPr txBox="1">
                <a:spLocks noRot="1" noChangeAspect="1" noMove="1" noResize="1" noEditPoints="1" noAdjustHandles="1" noChangeArrowheads="1" noChangeShapeType="1" noTextEdit="1"/>
              </p:cNvSpPr>
              <p:nvPr/>
            </p:nvSpPr>
            <p:spPr>
              <a:xfrm>
                <a:off x="5078387" y="3338999"/>
                <a:ext cx="747610" cy="646331"/>
              </a:xfrm>
              <a:prstGeom prst="rect">
                <a:avLst/>
              </a:prstGeom>
              <a:blipFill>
                <a:blip r:embed="rId3"/>
                <a:stretch>
                  <a:fillRect/>
                </a:stretch>
              </a:blipFill>
            </p:spPr>
            <p:txBody>
              <a:bodyPr/>
              <a:lstStyle/>
              <a:p>
                <a:r>
                  <a:rPr lang="en-GB">
                    <a:noFill/>
                  </a:rPr>
                  <a:t> </a:t>
                </a:r>
              </a:p>
            </p:txBody>
          </p:sp>
        </mc:Fallback>
      </mc:AlternateContent>
      <p:sp>
        <p:nvSpPr>
          <p:cNvPr id="22" name="Left Brace 21">
            <a:extLst>
              <a:ext uri="{FF2B5EF4-FFF2-40B4-BE49-F238E27FC236}">
                <a16:creationId xmlns:a16="http://schemas.microsoft.com/office/drawing/2014/main" id="{C56E722E-03C0-D234-61F9-86798021256F}"/>
              </a:ext>
            </a:extLst>
          </p:cNvPr>
          <p:cNvSpPr/>
          <p:nvPr/>
        </p:nvSpPr>
        <p:spPr>
          <a:xfrm rot="5400000">
            <a:off x="5870997" y="2123986"/>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BA3FCB6-6A3A-3341-E61E-6C8BB307EDC0}"/>
                  </a:ext>
                </a:extLst>
              </p:cNvPr>
              <p:cNvSpPr txBox="1"/>
              <p:nvPr/>
            </p:nvSpPr>
            <p:spPr>
              <a:xfrm>
                <a:off x="2855964"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ABA3FCB6-6A3A-3341-E61E-6C8BB307EDC0}"/>
                  </a:ext>
                </a:extLst>
              </p:cNvPr>
              <p:cNvSpPr txBox="1">
                <a:spLocks noRot="1" noChangeAspect="1" noMove="1" noResize="1" noEditPoints="1" noAdjustHandles="1" noChangeArrowheads="1" noChangeShapeType="1" noTextEdit="1"/>
              </p:cNvSpPr>
              <p:nvPr/>
            </p:nvSpPr>
            <p:spPr>
              <a:xfrm>
                <a:off x="2855964" y="4599013"/>
                <a:ext cx="1080012"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661E37A-F894-92E7-CD77-385558DF810F}"/>
                  </a:ext>
                </a:extLst>
              </p:cNvPr>
              <p:cNvSpPr txBox="1"/>
              <p:nvPr/>
            </p:nvSpPr>
            <p:spPr>
              <a:xfrm>
                <a:off x="3575972" y="4599013"/>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8661E37A-F894-92E7-CD77-385558DF810F}"/>
                  </a:ext>
                </a:extLst>
              </p:cNvPr>
              <p:cNvSpPr txBox="1">
                <a:spLocks noRot="1" noChangeAspect="1" noMove="1" noResize="1" noEditPoints="1" noAdjustHandles="1" noChangeArrowheads="1" noChangeShapeType="1" noTextEdit="1"/>
              </p:cNvSpPr>
              <p:nvPr/>
            </p:nvSpPr>
            <p:spPr>
              <a:xfrm>
                <a:off x="3575972" y="4599013"/>
                <a:ext cx="1260014"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415ED5E-E394-9E6D-254F-C1DF6D640EA2}"/>
                  </a:ext>
                </a:extLst>
              </p:cNvPr>
              <p:cNvSpPr txBox="1"/>
              <p:nvPr/>
            </p:nvSpPr>
            <p:spPr>
              <a:xfrm>
                <a:off x="7716018" y="4599013"/>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A415ED5E-E394-9E6D-254F-C1DF6D640EA2}"/>
                  </a:ext>
                </a:extLst>
              </p:cNvPr>
              <p:cNvSpPr txBox="1">
                <a:spLocks noRot="1" noChangeAspect="1" noMove="1" noResize="1" noEditPoints="1" noAdjustHandles="1" noChangeArrowheads="1" noChangeShapeType="1" noTextEdit="1"/>
              </p:cNvSpPr>
              <p:nvPr/>
            </p:nvSpPr>
            <p:spPr>
              <a:xfrm>
                <a:off x="7716018" y="4599013"/>
                <a:ext cx="1530017"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2ECA99F-C714-10F7-A996-CA0ADE374AF8}"/>
                  </a:ext>
                </a:extLst>
              </p:cNvPr>
              <p:cNvSpPr txBox="1"/>
              <p:nvPr/>
            </p:nvSpPr>
            <p:spPr>
              <a:xfrm>
                <a:off x="4655984" y="4599013"/>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62ECA99F-C714-10F7-A996-CA0ADE374AF8}"/>
                  </a:ext>
                </a:extLst>
              </p:cNvPr>
              <p:cNvSpPr txBox="1">
                <a:spLocks noRot="1" noChangeAspect="1" noMove="1" noResize="1" noEditPoints="1" noAdjustHandles="1" noChangeArrowheads="1" noChangeShapeType="1" noTextEdit="1"/>
              </p:cNvSpPr>
              <p:nvPr/>
            </p:nvSpPr>
            <p:spPr>
              <a:xfrm>
                <a:off x="4655984" y="4599013"/>
                <a:ext cx="1170013"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1292D2C-B3B6-0B0D-68EE-2A033A4462A0}"/>
                  </a:ext>
                </a:extLst>
              </p:cNvPr>
              <p:cNvSpPr txBox="1"/>
              <p:nvPr/>
            </p:nvSpPr>
            <p:spPr>
              <a:xfrm>
                <a:off x="5915998" y="4599013"/>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61292D2C-B3B6-0B0D-68EE-2A033A4462A0}"/>
                  </a:ext>
                </a:extLst>
              </p:cNvPr>
              <p:cNvSpPr txBox="1">
                <a:spLocks noRot="1" noChangeAspect="1" noMove="1" noResize="1" noEditPoints="1" noAdjustHandles="1" noChangeArrowheads="1" noChangeShapeType="1" noTextEdit="1"/>
              </p:cNvSpPr>
              <p:nvPr/>
            </p:nvSpPr>
            <p:spPr>
              <a:xfrm>
                <a:off x="5915998" y="4599013"/>
                <a:ext cx="1890021"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0AD8DD1-8088-4294-E712-5EB684772141}"/>
                  </a:ext>
                </a:extLst>
              </p:cNvPr>
              <p:cNvSpPr txBox="1"/>
              <p:nvPr/>
            </p:nvSpPr>
            <p:spPr>
              <a:xfrm>
                <a:off x="5465993"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00AD8DD1-8088-4294-E712-5EB684772141}"/>
                  </a:ext>
                </a:extLst>
              </p:cNvPr>
              <p:cNvSpPr txBox="1">
                <a:spLocks noRot="1" noChangeAspect="1" noMove="1" noResize="1" noEditPoints="1" noAdjustHandles="1" noChangeArrowheads="1" noChangeShapeType="1" noTextEdit="1"/>
              </p:cNvSpPr>
              <p:nvPr/>
            </p:nvSpPr>
            <p:spPr>
              <a:xfrm>
                <a:off x="5465993" y="4599013"/>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7DD4E1B-5BE7-29BC-A634-6BD0B43FBE81}"/>
                  </a:ext>
                </a:extLst>
              </p:cNvPr>
              <p:cNvSpPr txBox="1"/>
              <p:nvPr/>
            </p:nvSpPr>
            <p:spPr>
              <a:xfrm>
                <a:off x="7176012"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17DD4E1B-5BE7-29BC-A634-6BD0B43FBE81}"/>
                  </a:ext>
                </a:extLst>
              </p:cNvPr>
              <p:cNvSpPr txBox="1">
                <a:spLocks noRot="1" noChangeAspect="1" noMove="1" noResize="1" noEditPoints="1" noAdjustHandles="1" noChangeArrowheads="1" noChangeShapeType="1" noTextEdit="1"/>
              </p:cNvSpPr>
              <p:nvPr/>
            </p:nvSpPr>
            <p:spPr>
              <a:xfrm>
                <a:off x="7176012" y="4599013"/>
                <a:ext cx="1080012" cy="1015663"/>
              </a:xfrm>
              <a:prstGeom prst="rect">
                <a:avLst/>
              </a:prstGeom>
              <a:blipFill>
                <a:blip r:embed="rId10"/>
                <a:stretch>
                  <a:fillRect/>
                </a:stretch>
              </a:blipFill>
            </p:spPr>
            <p:txBody>
              <a:bodyPr/>
              <a:lstStyle/>
              <a:p>
                <a:r>
                  <a:rPr lang="en-GB">
                    <a:noFill/>
                  </a:rPr>
                  <a:t> </a:t>
                </a:r>
              </a:p>
            </p:txBody>
          </p:sp>
        </mc:Fallback>
      </mc:AlternateContent>
      <p:sp>
        <p:nvSpPr>
          <p:cNvPr id="40" name="TextBox 39">
            <a:extLst>
              <a:ext uri="{FF2B5EF4-FFF2-40B4-BE49-F238E27FC236}">
                <a16:creationId xmlns:a16="http://schemas.microsoft.com/office/drawing/2014/main" id="{4DD00FE8-B74A-ED07-AC4F-DF2F3554A68B}"/>
              </a:ext>
            </a:extLst>
          </p:cNvPr>
          <p:cNvSpPr txBox="1"/>
          <p:nvPr/>
        </p:nvSpPr>
        <p:spPr>
          <a:xfrm>
            <a:off x="3485971" y="5049018"/>
            <a:ext cx="3375038" cy="1862048"/>
          </a:xfrm>
          <a:prstGeom prst="rect">
            <a:avLst/>
          </a:prstGeom>
          <a:noFill/>
        </p:spPr>
        <p:txBody>
          <a:bodyPr wrap="square" rtlCol="0">
            <a:spAutoFit/>
          </a:bodyPr>
          <a:lstStyle/>
          <a:p>
            <a:pPr algn="ctr"/>
            <a:r>
              <a:rPr lang="en-GB" sz="11500" dirty="0">
                <a:solidFill>
                  <a:schemeClr val="accent6"/>
                </a:solidFill>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F78E3B-F22C-FE5E-C7B1-8DDA339B0A99}"/>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AEF78E3B-F22C-FE5E-C7B1-8DDA339B0A99}"/>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848752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635C8-D118-69D8-D87B-D509ACA2731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1FD67-B367-04B3-A2A6-4E567BE7BF0E}"/>
                  </a:ext>
                </a:extLst>
              </p:cNvPr>
              <p:cNvSpPr txBox="1"/>
              <p:nvPr/>
            </p:nvSpPr>
            <p:spPr>
              <a:xfrm>
                <a:off x="8233524" y="389954"/>
                <a:ext cx="3600040" cy="830997"/>
              </a:xfrm>
              <a:prstGeom prst="rect">
                <a:avLst/>
              </a:prstGeom>
              <a:noFill/>
            </p:spPr>
            <p:txBody>
              <a:bodyPr wrap="square" rtlCol="0">
                <a:spAutoFit/>
              </a:bodyPr>
              <a:lstStyle/>
              <a:p>
                <a:pPr/>
                <a14:m>
                  <m:oMathPara xmlns:m="http://schemas.openxmlformats.org/officeDocument/2006/math">
                    <m:oMathParaPr>
                      <m:jc m:val="center"/>
                    </m:oMathParaPr>
                    <m:oMath>
                      <m:r>
                        <a:rPr lang="en-GB" sz="4800" b="0" i="1" smtClean="0">
                          <a:solidFill>
                            <a:schemeClr val="accent3"/>
                          </a:solidFill>
                          <a:latin typeface="Cambria Math" panose="02040503050406030204" pitchFamily="18" charset="0"/>
                        </a:rPr>
                        <m:t>𝑅</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r>
                        <a:rPr lang="en-GB" sz="4800" b="0" i="1" smtClean="0">
                          <a:latin typeface="Cambria Math" panose="02040503050406030204" pitchFamily="18" charset="0"/>
                        </a:rPr>
                        <m:t>≈</m:t>
                      </m:r>
                      <m:r>
                        <a:rPr lang="en-GB" sz="4800" b="0" i="1" smtClean="0">
                          <a:solidFill>
                            <a:schemeClr val="accent2"/>
                          </a:solidFill>
                          <a:latin typeface="Cambria Math" panose="02040503050406030204" pitchFamily="18" charset="0"/>
                        </a:rPr>
                        <m:t>𝐶</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2351FD67-B367-04B3-A2A6-4E567BE7BF0E}"/>
                  </a:ext>
                </a:extLst>
              </p:cNvPr>
              <p:cNvSpPr txBox="1">
                <a:spLocks noRot="1" noChangeAspect="1" noMove="1" noResize="1" noEditPoints="1" noAdjustHandles="1" noChangeArrowheads="1" noChangeShapeType="1" noTextEdit="1"/>
              </p:cNvSpPr>
              <p:nvPr/>
            </p:nvSpPr>
            <p:spPr>
              <a:xfrm>
                <a:off x="8233524" y="389954"/>
                <a:ext cx="3600040" cy="830997"/>
              </a:xfrm>
              <a:prstGeom prst="rect">
                <a:avLst/>
              </a:prstGeom>
              <a:blipFill>
                <a:blip r:embed="rId2"/>
                <a:stretch>
                  <a:fillRect/>
                </a:stretch>
              </a:blipFill>
            </p:spPr>
            <p:txBody>
              <a:bodyPr/>
              <a:lstStyle/>
              <a:p>
                <a:r>
                  <a:rPr lang="en-GB">
                    <a:noFill/>
                  </a:rPr>
                  <a:t> </a:t>
                </a:r>
              </a:p>
            </p:txBody>
          </p:sp>
        </mc:Fallback>
      </mc:AlternateContent>
      <p:sp>
        <p:nvSpPr>
          <p:cNvPr id="21" name="Left Brace 20">
            <a:extLst>
              <a:ext uri="{FF2B5EF4-FFF2-40B4-BE49-F238E27FC236}">
                <a16:creationId xmlns:a16="http://schemas.microsoft.com/office/drawing/2014/main" id="{2BAC736D-0E27-055D-1D7C-AA228FC3E61B}"/>
              </a:ext>
            </a:extLst>
          </p:cNvPr>
          <p:cNvSpPr/>
          <p:nvPr/>
        </p:nvSpPr>
        <p:spPr>
          <a:xfrm rot="16200000">
            <a:off x="9853542" y="-105053"/>
            <a:ext cx="360003" cy="2970035"/>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3B32822D-6B40-02C6-3B9C-72CA88DF76EA}"/>
              </a:ext>
            </a:extLst>
          </p:cNvPr>
          <p:cNvSpPr txBox="1"/>
          <p:nvPr/>
        </p:nvSpPr>
        <p:spPr>
          <a:xfrm>
            <a:off x="8346025" y="458967"/>
            <a:ext cx="3375038" cy="830997"/>
          </a:xfrm>
          <a:prstGeom prst="rect">
            <a:avLst/>
          </a:prstGeom>
          <a:noFill/>
        </p:spPr>
        <p:txBody>
          <a:bodyPr wrap="square" rtlCol="0">
            <a:spAutoFit/>
          </a:bodyPr>
          <a:lstStyle/>
          <a:p>
            <a:pPr algn="ctr"/>
            <a:r>
              <a:rPr lang="en-GB" sz="4800" b="1" dirty="0">
                <a:solidFill>
                  <a:schemeClr val="accent6"/>
                </a:solidFill>
              </a:rPr>
              <a:t>／</a:t>
            </a:r>
            <a:endParaRPr lang="en-GB" sz="19900" b="1" dirty="0">
              <a:solidFill>
                <a:schemeClr val="accent6"/>
              </a:solidFill>
            </a:endParaRPr>
          </a:p>
        </p:txBody>
      </p:sp>
      <p:sp>
        <p:nvSpPr>
          <p:cNvPr id="9" name="TextBox 8">
            <a:extLst>
              <a:ext uri="{FF2B5EF4-FFF2-40B4-BE49-F238E27FC236}">
                <a16:creationId xmlns:a16="http://schemas.microsoft.com/office/drawing/2014/main" id="{89FE4901-9011-0796-44DA-EDF930558E73}"/>
              </a:ext>
            </a:extLst>
          </p:cNvPr>
          <p:cNvSpPr txBox="1"/>
          <p:nvPr/>
        </p:nvSpPr>
        <p:spPr>
          <a:xfrm>
            <a:off x="8346025" y="1559967"/>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5C2F62E-D0EB-7F0B-BAFE-4A65C028EB82}"/>
                  </a:ext>
                </a:extLst>
              </p:cNvPr>
              <p:cNvSpPr txBox="1"/>
              <p:nvPr/>
            </p:nvSpPr>
            <p:spPr>
              <a:xfrm>
                <a:off x="9038431" y="1559967"/>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45C2F62E-D0EB-7F0B-BAFE-4A65C028EB82}"/>
                  </a:ext>
                </a:extLst>
              </p:cNvPr>
              <p:cNvSpPr txBox="1">
                <a:spLocks noRot="1" noChangeAspect="1" noMove="1" noResize="1" noEditPoints="1" noAdjustHandles="1" noChangeArrowheads="1" noChangeShapeType="1" noTextEdit="1"/>
              </p:cNvSpPr>
              <p:nvPr/>
            </p:nvSpPr>
            <p:spPr>
              <a:xfrm>
                <a:off x="9038431" y="1559967"/>
                <a:ext cx="747610" cy="646331"/>
              </a:xfrm>
              <a:prstGeom prst="rect">
                <a:avLst/>
              </a:prstGeom>
              <a:blipFill>
                <a:blip r:embed="rId3"/>
                <a:stretch>
                  <a:fillRect/>
                </a:stretch>
              </a:blipFill>
            </p:spPr>
            <p:txBody>
              <a:bodyPr/>
              <a:lstStyle/>
              <a:p>
                <a:r>
                  <a:rPr lang="en-GB">
                    <a:noFill/>
                  </a:rPr>
                  <a:t> </a:t>
                </a:r>
              </a:p>
            </p:txBody>
          </p:sp>
        </mc:Fallback>
      </mc:AlternateContent>
      <p:sp>
        <p:nvSpPr>
          <p:cNvPr id="24" name="TextBox 23">
            <a:extLst>
              <a:ext uri="{FF2B5EF4-FFF2-40B4-BE49-F238E27FC236}">
                <a16:creationId xmlns:a16="http://schemas.microsoft.com/office/drawing/2014/main" id="{02B914C2-8EF2-F194-9BE2-34F2A2600558}"/>
              </a:ext>
            </a:extLst>
          </p:cNvPr>
          <p:cNvSpPr txBox="1"/>
          <p:nvPr/>
        </p:nvSpPr>
        <p:spPr>
          <a:xfrm>
            <a:off x="0" y="548968"/>
            <a:ext cx="6570072" cy="1569660"/>
          </a:xfrm>
          <a:prstGeom prst="rect">
            <a:avLst/>
          </a:prstGeom>
          <a:noFill/>
        </p:spPr>
        <p:txBody>
          <a:bodyPr wrap="square">
            <a:spAutoFit/>
          </a:bodyPr>
          <a:lstStyle/>
          <a:p>
            <a:pPr algn="ctr"/>
            <a:r>
              <a:rPr lang="en-US" sz="4800" dirty="0">
                <a:solidFill>
                  <a:schemeClr val="accent6"/>
                </a:solidFill>
              </a:rPr>
              <a:t>P</a:t>
            </a:r>
            <a:r>
              <a:rPr lang="en-US" sz="4800" dirty="0">
                <a:solidFill>
                  <a:schemeClr val="tx1"/>
                </a:solidFill>
              </a:rPr>
              <a:t>roduct of </a:t>
            </a:r>
            <a:r>
              <a:rPr lang="en-US" sz="4800" dirty="0">
                <a:solidFill>
                  <a:schemeClr val="accent6"/>
                </a:solidFill>
              </a:rPr>
              <a:t>I</a:t>
            </a:r>
            <a:r>
              <a:rPr lang="en-US" sz="4800" dirty="0">
                <a:solidFill>
                  <a:schemeClr val="tx1"/>
                </a:solidFill>
              </a:rPr>
              <a:t>nner </a:t>
            </a:r>
            <a:r>
              <a:rPr lang="en-US" sz="4800" dirty="0">
                <a:solidFill>
                  <a:schemeClr val="accent6"/>
                </a:solidFill>
              </a:rPr>
              <a:t>P</a:t>
            </a:r>
            <a:r>
              <a:rPr lang="en-US" sz="4800" dirty="0">
                <a:solidFill>
                  <a:schemeClr val="tx1"/>
                </a:solidFill>
              </a:rPr>
              <a:t>roducts</a:t>
            </a:r>
            <a:endParaRPr lang="en-GB" sz="4800" dirty="0">
              <a:solidFill>
                <a:schemeClr val="tx1"/>
              </a:solidFill>
            </a:endParaRPr>
          </a:p>
        </p:txBody>
      </p:sp>
    </p:spTree>
    <p:extLst>
      <p:ext uri="{BB962C8B-B14F-4D97-AF65-F5344CB8AC3E}">
        <p14:creationId xmlns:p14="http://schemas.microsoft.com/office/powerpoint/2010/main" val="3380371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9AA0C-A911-90DC-1EB1-F3E27C3355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F603610-735B-EABC-B5F4-E8EEA81564A6}"/>
                  </a:ext>
                </a:extLst>
              </p:cNvPr>
              <p:cNvSpPr txBox="1"/>
              <p:nvPr/>
            </p:nvSpPr>
            <p:spPr>
              <a:xfrm>
                <a:off x="8233524" y="389954"/>
                <a:ext cx="3600040" cy="830997"/>
              </a:xfrm>
              <a:prstGeom prst="rect">
                <a:avLst/>
              </a:prstGeom>
              <a:noFill/>
            </p:spPr>
            <p:txBody>
              <a:bodyPr wrap="square" rtlCol="0">
                <a:spAutoFit/>
              </a:bodyPr>
              <a:lstStyle/>
              <a:p>
                <a:pPr/>
                <a14:m>
                  <m:oMathPara xmlns:m="http://schemas.openxmlformats.org/officeDocument/2006/math">
                    <m:oMathParaPr>
                      <m:jc m:val="center"/>
                    </m:oMathParaPr>
                    <m:oMath>
                      <m:r>
                        <a:rPr lang="en-GB" sz="4800" b="0" i="1" smtClean="0">
                          <a:solidFill>
                            <a:schemeClr val="accent3"/>
                          </a:solidFill>
                          <a:latin typeface="Cambria Math" panose="02040503050406030204" pitchFamily="18" charset="0"/>
                        </a:rPr>
                        <m:t>𝑅</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r>
                        <a:rPr lang="en-GB" sz="4800" b="0" i="1" smtClean="0">
                          <a:latin typeface="Cambria Math" panose="02040503050406030204" pitchFamily="18" charset="0"/>
                        </a:rPr>
                        <m:t>≈</m:t>
                      </m:r>
                      <m:r>
                        <a:rPr lang="en-GB" sz="4800" b="0" i="1" smtClean="0">
                          <a:solidFill>
                            <a:schemeClr val="accent2"/>
                          </a:solidFill>
                          <a:latin typeface="Cambria Math" panose="02040503050406030204" pitchFamily="18" charset="0"/>
                        </a:rPr>
                        <m:t>𝐶</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8F603610-735B-EABC-B5F4-E8EEA81564A6}"/>
                  </a:ext>
                </a:extLst>
              </p:cNvPr>
              <p:cNvSpPr txBox="1">
                <a:spLocks noRot="1" noChangeAspect="1" noMove="1" noResize="1" noEditPoints="1" noAdjustHandles="1" noChangeArrowheads="1" noChangeShapeType="1" noTextEdit="1"/>
              </p:cNvSpPr>
              <p:nvPr/>
            </p:nvSpPr>
            <p:spPr>
              <a:xfrm>
                <a:off x="8233524" y="389954"/>
                <a:ext cx="3600040" cy="830997"/>
              </a:xfrm>
              <a:prstGeom prst="rect">
                <a:avLst/>
              </a:prstGeom>
              <a:blipFill>
                <a:blip r:embed="rId2"/>
                <a:stretch>
                  <a:fillRect/>
                </a:stretch>
              </a:blipFill>
            </p:spPr>
            <p:txBody>
              <a:bodyPr/>
              <a:lstStyle/>
              <a:p>
                <a:r>
                  <a:rPr lang="en-GB">
                    <a:noFill/>
                  </a:rPr>
                  <a:t> </a:t>
                </a:r>
              </a:p>
            </p:txBody>
          </p:sp>
        </mc:Fallback>
      </mc:AlternateContent>
      <p:sp>
        <p:nvSpPr>
          <p:cNvPr id="21" name="Left Brace 20">
            <a:extLst>
              <a:ext uri="{FF2B5EF4-FFF2-40B4-BE49-F238E27FC236}">
                <a16:creationId xmlns:a16="http://schemas.microsoft.com/office/drawing/2014/main" id="{2EB1B973-5B55-F617-38F3-6E17BF8AF9E5}"/>
              </a:ext>
            </a:extLst>
          </p:cNvPr>
          <p:cNvSpPr/>
          <p:nvPr/>
        </p:nvSpPr>
        <p:spPr>
          <a:xfrm rot="16200000">
            <a:off x="9853542" y="-105053"/>
            <a:ext cx="360003" cy="2970035"/>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5316338E-E330-338E-2E5A-F4EC99FA106B}"/>
              </a:ext>
            </a:extLst>
          </p:cNvPr>
          <p:cNvSpPr txBox="1"/>
          <p:nvPr/>
        </p:nvSpPr>
        <p:spPr>
          <a:xfrm>
            <a:off x="8346025" y="458967"/>
            <a:ext cx="3375038" cy="830997"/>
          </a:xfrm>
          <a:prstGeom prst="rect">
            <a:avLst/>
          </a:prstGeom>
          <a:noFill/>
        </p:spPr>
        <p:txBody>
          <a:bodyPr wrap="square" rtlCol="0">
            <a:spAutoFit/>
          </a:bodyPr>
          <a:lstStyle/>
          <a:p>
            <a:pPr algn="ctr"/>
            <a:r>
              <a:rPr lang="en-GB" sz="4800" b="1" dirty="0">
                <a:solidFill>
                  <a:schemeClr val="accent6"/>
                </a:solidFill>
              </a:rPr>
              <a:t>／</a:t>
            </a:r>
            <a:endParaRPr lang="en-GB" sz="19900" b="1" dirty="0">
              <a:solidFill>
                <a:schemeClr val="accent6"/>
              </a:solidFill>
            </a:endParaRPr>
          </a:p>
        </p:txBody>
      </p:sp>
      <p:sp>
        <p:nvSpPr>
          <p:cNvPr id="9" name="TextBox 8">
            <a:extLst>
              <a:ext uri="{FF2B5EF4-FFF2-40B4-BE49-F238E27FC236}">
                <a16:creationId xmlns:a16="http://schemas.microsoft.com/office/drawing/2014/main" id="{F13EA054-AD43-2137-8A69-9C8010C75C00}"/>
              </a:ext>
            </a:extLst>
          </p:cNvPr>
          <p:cNvSpPr txBox="1"/>
          <p:nvPr/>
        </p:nvSpPr>
        <p:spPr>
          <a:xfrm>
            <a:off x="8346025" y="1559967"/>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F8818D-4CA8-F8A7-6300-13432B8452EF}"/>
                  </a:ext>
                </a:extLst>
              </p:cNvPr>
              <p:cNvSpPr txBox="1"/>
              <p:nvPr/>
            </p:nvSpPr>
            <p:spPr>
              <a:xfrm>
                <a:off x="9038431" y="1559967"/>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60F8818D-4CA8-F8A7-6300-13432B8452EF}"/>
                  </a:ext>
                </a:extLst>
              </p:cNvPr>
              <p:cNvSpPr txBox="1">
                <a:spLocks noRot="1" noChangeAspect="1" noMove="1" noResize="1" noEditPoints="1" noAdjustHandles="1" noChangeArrowheads="1" noChangeShapeType="1" noTextEdit="1"/>
              </p:cNvSpPr>
              <p:nvPr/>
            </p:nvSpPr>
            <p:spPr>
              <a:xfrm>
                <a:off x="9038431" y="1559967"/>
                <a:ext cx="747610" cy="646331"/>
              </a:xfrm>
              <a:prstGeom prst="rect">
                <a:avLst/>
              </a:prstGeom>
              <a:blipFill>
                <a:blip r:embed="rId3"/>
                <a:stretch>
                  <a:fillRect/>
                </a:stretch>
              </a:blipFill>
            </p:spPr>
            <p:txBody>
              <a:bodyPr/>
              <a:lstStyle/>
              <a:p>
                <a:r>
                  <a:rPr lang="en-GB">
                    <a:noFill/>
                  </a:rPr>
                  <a:t> </a:t>
                </a:r>
              </a:p>
            </p:txBody>
          </p:sp>
        </mc:Fallback>
      </mc:AlternateContent>
      <p:sp>
        <p:nvSpPr>
          <p:cNvPr id="24" name="TextBox 23">
            <a:extLst>
              <a:ext uri="{FF2B5EF4-FFF2-40B4-BE49-F238E27FC236}">
                <a16:creationId xmlns:a16="http://schemas.microsoft.com/office/drawing/2014/main" id="{C7EA4230-CCB4-28DD-4692-1787E49635A8}"/>
              </a:ext>
            </a:extLst>
          </p:cNvPr>
          <p:cNvSpPr txBox="1"/>
          <p:nvPr/>
        </p:nvSpPr>
        <p:spPr>
          <a:xfrm>
            <a:off x="0" y="548968"/>
            <a:ext cx="6570072" cy="1569660"/>
          </a:xfrm>
          <a:prstGeom prst="rect">
            <a:avLst/>
          </a:prstGeom>
          <a:noFill/>
        </p:spPr>
        <p:txBody>
          <a:bodyPr wrap="square">
            <a:spAutoFit/>
          </a:bodyPr>
          <a:lstStyle/>
          <a:p>
            <a:pPr algn="ctr"/>
            <a:r>
              <a:rPr lang="en-US" sz="4800" dirty="0">
                <a:solidFill>
                  <a:schemeClr val="accent6"/>
                </a:solidFill>
              </a:rPr>
              <a:t>P</a:t>
            </a:r>
            <a:r>
              <a:rPr lang="en-US" sz="4800" dirty="0">
                <a:solidFill>
                  <a:schemeClr val="tx1"/>
                </a:solidFill>
              </a:rPr>
              <a:t>roduct of </a:t>
            </a:r>
            <a:r>
              <a:rPr lang="en-US" sz="4800" dirty="0">
                <a:solidFill>
                  <a:schemeClr val="accent6"/>
                </a:solidFill>
              </a:rPr>
              <a:t>I</a:t>
            </a:r>
            <a:r>
              <a:rPr lang="en-US" sz="4800" dirty="0">
                <a:solidFill>
                  <a:schemeClr val="tx1"/>
                </a:solidFill>
              </a:rPr>
              <a:t>nner </a:t>
            </a:r>
            <a:r>
              <a:rPr lang="en-US" sz="4800" dirty="0">
                <a:solidFill>
                  <a:schemeClr val="accent6"/>
                </a:solidFill>
              </a:rPr>
              <a:t>P</a:t>
            </a:r>
            <a:r>
              <a:rPr lang="en-US" sz="4800" dirty="0">
                <a:solidFill>
                  <a:schemeClr val="tx1"/>
                </a:solidFill>
              </a:rPr>
              <a:t>roducts</a:t>
            </a:r>
            <a:endParaRPr lang="en-GB" sz="4800"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49DBE2A-CD62-F3BD-86FD-D3E8E3CCB231}"/>
                  </a:ext>
                </a:extLst>
              </p:cNvPr>
              <p:cNvSpPr txBox="1"/>
              <p:nvPr/>
            </p:nvSpPr>
            <p:spPr>
              <a:xfrm>
                <a:off x="1055944" y="2528990"/>
                <a:ext cx="10080112" cy="1604606"/>
              </a:xfrm>
              <a:prstGeom prst="rect">
                <a:avLst/>
              </a:prstGeom>
              <a:noFill/>
            </p:spPr>
            <p:txBody>
              <a:bodyPr wrap="square">
                <a:spAutoFit/>
              </a:bodyPr>
              <a:lstStyle/>
              <a:p>
                <a:pPr algn="ctr"/>
                <a14:m>
                  <m:oMathPara xmlns:m="http://schemas.openxmlformats.org/officeDocument/2006/math">
                    <m:oMath>
                      <m:sSub>
                        <m:sSubPr>
                          <m:ctrlPr>
                            <a:rPr lang="en-US" sz="3600" b="0" i="0" smtClean="0">
                              <a:solidFill>
                                <a:schemeClr val="tx1"/>
                              </a:solidFill>
                              <a:latin typeface="Cambria Math" panose="02040503050406030204" pitchFamily="18" charset="0"/>
                            </a:rPr>
                          </m:ctrlPr>
                        </m:sSubPr>
                        <m:e>
                          <m:r>
                            <m:rPr>
                              <m:sty m:val="p"/>
                            </m:rPr>
                            <a:rPr lang="en-US" sz="3600" b="0" i="0" smtClean="0">
                              <a:solidFill>
                                <a:schemeClr val="tx1"/>
                              </a:solidFill>
                              <a:latin typeface="Cambria Math" panose="02040503050406030204" pitchFamily="18" charset="0"/>
                            </a:rPr>
                            <m:t>PIP</m:t>
                          </m:r>
                        </m:e>
                        <m:sub>
                          <m:r>
                            <a:rPr lang="en-US" sz="3600" b="0" i="1" smtClean="0">
                              <a:solidFill>
                                <a:schemeClr val="tx1"/>
                              </a:solidFill>
                              <a:latin typeface="Cambria Math" panose="02040503050406030204" pitchFamily="18" charset="0"/>
                            </a:rPr>
                            <m:t>𝑛</m:t>
                          </m:r>
                        </m:sub>
                      </m:sSub>
                      <m:r>
                        <a:rPr lang="en-US" sz="3600" b="0" i="1" smtClean="0">
                          <a:solidFill>
                            <a:schemeClr val="tx1"/>
                          </a:solidFill>
                          <a:latin typeface="Cambria Math" panose="02040503050406030204" pitchFamily="18" charset="0"/>
                        </a:rPr>
                        <m:t>≔</m:t>
                      </m:r>
                      <m:d>
                        <m:dPr>
                          <m:ctrlPr>
                            <a:rPr lang="en-US" sz="3600" b="0" i="1" smtClean="0">
                              <a:solidFill>
                                <a:schemeClr val="tx1"/>
                              </a:solidFill>
                              <a:latin typeface="Cambria Math" panose="02040503050406030204" pitchFamily="18" charset="0"/>
                            </a:rPr>
                          </m:ctrlPr>
                        </m:dPr>
                        <m:e>
                          <m:nary>
                            <m:naryPr>
                              <m:chr m:val="∑"/>
                              <m:ctrlPr>
                                <a:rPr lang="en-US" sz="3600" b="0" i="1" smtClean="0">
                                  <a:solidFill>
                                    <a:schemeClr val="tx1"/>
                                  </a:solidFill>
                                  <a:latin typeface="Cambria Math" panose="02040503050406030204" pitchFamily="18" charset="0"/>
                                </a:rPr>
                              </m:ctrlPr>
                            </m:naryPr>
                            <m:sub>
                              <m:r>
                                <m:rPr>
                                  <m:brk m:alnAt="23"/>
                                </m:rPr>
                                <a:rPr lang="en-US" sz="3600" b="0" i="1" smtClean="0">
                                  <a:solidFill>
                                    <a:schemeClr val="tx1"/>
                                  </a:solidFill>
                                  <a:latin typeface="Cambria Math" panose="02040503050406030204" pitchFamily="18" charset="0"/>
                                </a:rPr>
                                <m:t>𝑖</m:t>
                              </m:r>
                              <m:r>
                                <a:rPr lang="en-US" sz="3600" b="0" i="1" smtClean="0">
                                  <a:solidFill>
                                    <a:schemeClr val="tx1"/>
                                  </a:solidFill>
                                  <a:latin typeface="Cambria Math" panose="02040503050406030204" pitchFamily="18" charset="0"/>
                                </a:rPr>
                                <m:t>=1</m:t>
                              </m:r>
                            </m:sub>
                            <m:sup>
                              <m:r>
                                <a:rPr lang="en-US" sz="3600" b="0" i="1" smtClean="0">
                                  <a:solidFill>
                                    <a:schemeClr val="tx1"/>
                                  </a:solidFill>
                                  <a:latin typeface="Cambria Math" panose="02040503050406030204" pitchFamily="18" charset="0"/>
                                </a:rPr>
                                <m:t>𝑛</m:t>
                              </m:r>
                            </m:sup>
                            <m:e>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𝑋</m:t>
                                  </m:r>
                                </m:e>
                                <m:sub>
                                  <m:r>
                                    <a:rPr lang="en-US" sz="3600" b="0" i="1" smtClean="0">
                                      <a:solidFill>
                                        <a:schemeClr val="tx1"/>
                                      </a:solidFill>
                                      <a:latin typeface="Cambria Math" panose="02040503050406030204" pitchFamily="18" charset="0"/>
                                    </a:rPr>
                                    <m:t>𝑖</m:t>
                                  </m:r>
                                </m:sub>
                              </m:sSub>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𝑌</m:t>
                                  </m:r>
                                </m:e>
                                <m:sub>
                                  <m:r>
                                    <a:rPr lang="en-US" sz="3600" b="0" i="1" smtClean="0">
                                      <a:solidFill>
                                        <a:schemeClr val="tx1"/>
                                      </a:solidFill>
                                      <a:latin typeface="Cambria Math" panose="02040503050406030204" pitchFamily="18" charset="0"/>
                                    </a:rPr>
                                    <m:t>𝑖</m:t>
                                  </m:r>
                                </m:sub>
                              </m:sSub>
                            </m:e>
                          </m:nary>
                        </m:e>
                      </m:d>
                      <m:d>
                        <m:dPr>
                          <m:ctrlPr>
                            <a:rPr lang="en-US" sz="3600" i="1">
                              <a:latin typeface="Cambria Math" panose="02040503050406030204" pitchFamily="18" charset="0"/>
                            </a:rPr>
                          </m:ctrlPr>
                        </m:dPr>
                        <m:e>
                          <m:nary>
                            <m:naryPr>
                              <m:chr m:val="∑"/>
                              <m:ctrlPr>
                                <a:rPr lang="en-US" sz="3600" i="1">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i="1">
                                  <a:latin typeface="Cambria Math" panose="02040503050406030204" pitchFamily="18" charset="0"/>
                                </a:rPr>
                                <m:t>𝑛</m:t>
                              </m:r>
                            </m:sup>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𝑍</m:t>
                                  </m:r>
                                </m:e>
                                <m:sub>
                                  <m:r>
                                    <a:rPr lang="en-US" sz="3600" b="0" i="1" smtClean="0">
                                      <a:latin typeface="Cambria Math" panose="02040503050406030204" pitchFamily="18" charset="0"/>
                                    </a:rPr>
                                    <m:t>𝑖</m:t>
                                  </m:r>
                                </m:sub>
                              </m:sSub>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sub>
                              </m:sSub>
                            </m:e>
                          </m:nary>
                        </m:e>
                      </m:d>
                    </m:oMath>
                  </m:oMathPara>
                </a14:m>
                <a:endParaRPr lang="en-GB" sz="3600" dirty="0">
                  <a:solidFill>
                    <a:schemeClr val="tx1"/>
                  </a:solidFill>
                </a:endParaRPr>
              </a:p>
            </p:txBody>
          </p:sp>
        </mc:Choice>
        <mc:Fallback xmlns="">
          <p:sp>
            <p:nvSpPr>
              <p:cNvPr id="26" name="TextBox 25">
                <a:extLst>
                  <a:ext uri="{FF2B5EF4-FFF2-40B4-BE49-F238E27FC236}">
                    <a16:creationId xmlns:a16="http://schemas.microsoft.com/office/drawing/2014/main" id="{C49DBE2A-CD62-F3BD-86FD-D3E8E3CCB231}"/>
                  </a:ext>
                </a:extLst>
              </p:cNvPr>
              <p:cNvSpPr txBox="1">
                <a:spLocks noRot="1" noChangeAspect="1" noMove="1" noResize="1" noEditPoints="1" noAdjustHandles="1" noChangeArrowheads="1" noChangeShapeType="1" noTextEdit="1"/>
              </p:cNvSpPr>
              <p:nvPr/>
            </p:nvSpPr>
            <p:spPr>
              <a:xfrm>
                <a:off x="1055944" y="2528990"/>
                <a:ext cx="10080112" cy="160460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02037B-B9CA-C54D-E0DD-E08EFD9E551B}"/>
                  </a:ext>
                </a:extLst>
              </p:cNvPr>
              <p:cNvSpPr txBox="1"/>
              <p:nvPr/>
            </p:nvSpPr>
            <p:spPr>
              <a:xfrm>
                <a:off x="1055944" y="4689014"/>
                <a:ext cx="10080112" cy="1328120"/>
              </a:xfrm>
              <a:prstGeom prst="rect">
                <a:avLst/>
              </a:prstGeom>
              <a:noFill/>
            </p:spPr>
            <p:txBody>
              <a:bodyPr wrap="square">
                <a:spAutoFit/>
              </a:bodyPr>
              <a:lstStyle/>
              <a:p>
                <a:pPr algn="ctr"/>
                <a14:m>
                  <m:oMathPara xmlns:m="http://schemas.openxmlformats.org/officeDocument/2006/math">
                    <m:oMath>
                      <m:sSub>
                        <m:sSubPr>
                          <m:ctrlPr>
                            <a:rPr lang="en-US" sz="3600" b="0" i="0" smtClean="0">
                              <a:solidFill>
                                <a:schemeClr val="tx1"/>
                              </a:solidFill>
                              <a:latin typeface="Cambria Math" panose="02040503050406030204" pitchFamily="18" charset="0"/>
                            </a:rPr>
                          </m:ctrlPr>
                        </m:sSubPr>
                        <m:e>
                          <m:r>
                            <m:rPr>
                              <m:sty m:val="p"/>
                            </m:rPr>
                            <a:rPr lang="en-US" sz="3600" b="0" i="0" smtClean="0">
                              <a:solidFill>
                                <a:schemeClr val="tx1"/>
                              </a:solidFill>
                              <a:latin typeface="Cambria Math" panose="02040503050406030204" pitchFamily="18" charset="0"/>
                            </a:rPr>
                            <m:t>PIP</m:t>
                          </m:r>
                        </m:e>
                        <m:sub>
                          <m:r>
                            <a:rPr lang="en-US" sz="3600" b="0" i="1" smtClean="0">
                              <a:solidFill>
                                <a:schemeClr val="tx1"/>
                              </a:solidFill>
                              <a:latin typeface="Cambria Math" panose="02040503050406030204" pitchFamily="18" charset="0"/>
                            </a:rPr>
                            <m:t>𝑛</m:t>
                          </m:r>
                        </m:sub>
                      </m:sSub>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e>
                      </m:d>
                      <m:r>
                        <a:rPr lang="en-US" sz="3600" b="0" i="1" smtClean="0">
                          <a:solidFill>
                            <a:schemeClr val="tx1"/>
                          </a:solidFill>
                          <a:latin typeface="Cambria Math" panose="02040503050406030204" pitchFamily="18" charset="0"/>
                        </a:rPr>
                        <m:t>=</m:t>
                      </m:r>
                      <m:d>
                        <m:dPr>
                          <m:begChr m:val="{"/>
                          <m:endChr m:val=""/>
                          <m:ctrlPr>
                            <a:rPr lang="en-GB" sz="3600" b="0" i="1" smtClean="0">
                              <a:solidFill>
                                <a:schemeClr val="tx1"/>
                              </a:solidFill>
                              <a:latin typeface="Cambria Math" panose="02040503050406030204" pitchFamily="18" charset="0"/>
                            </a:rPr>
                          </m:ctrlPr>
                        </m:dPr>
                        <m:e>
                          <m:m>
                            <m:mPr>
                              <m:mcs>
                                <m:mc>
                                  <m:mcPr>
                                    <m:count m:val="2"/>
                                    <m:mcJc m:val="center"/>
                                  </m:mcPr>
                                </m:mc>
                              </m:mcs>
                              <m:ctrlPr>
                                <a:rPr lang="en-GB" sz="3600" b="0" i="1" smtClean="0">
                                  <a:solidFill>
                                    <a:schemeClr val="tx1"/>
                                  </a:solidFill>
                                  <a:latin typeface="Cambria Math" panose="02040503050406030204" pitchFamily="18" charset="0"/>
                                </a:rPr>
                              </m:ctrlPr>
                            </m:mPr>
                            <m:mr>
                              <m:e>
                                <m:r>
                                  <m:rPr>
                                    <m:brk m:alnAt="7"/>
                                  </m:rPr>
                                  <a:rPr lang="en-US" sz="3600" b="0" i="1" smtClean="0">
                                    <a:solidFill>
                                      <a:schemeClr val="tx1"/>
                                    </a:solidFill>
                                    <a:latin typeface="Cambria Math" panose="02040503050406030204" pitchFamily="18" charset="0"/>
                                  </a:rPr>
                                  <m:t>1</m:t>
                                </m:r>
                                <m:r>
                                  <a:rPr lang="en-US" sz="3600" b="0" i="1" smtClean="0">
                                    <a:solidFill>
                                      <a:schemeClr val="tx1"/>
                                    </a:solidFill>
                                    <a:latin typeface="Cambria Math" panose="02040503050406030204" pitchFamily="18" charset="0"/>
                                  </a:rPr>
                                  <m:t>,</m:t>
                                </m:r>
                              </m:e>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r>
                                  <a:rPr lang="en-US" sz="3600" b="0" i="1" smtClean="0">
                                    <a:solidFill>
                                      <a:schemeClr val="tx1"/>
                                    </a:solidFill>
                                    <a:latin typeface="Cambria Math" panose="02040503050406030204" pitchFamily="18" charset="0"/>
                                  </a:rPr>
                                  <m:t>;</m:t>
                                </m:r>
                              </m:e>
                            </m:mr>
                            <m:mr>
                              <m:e>
                                <m:r>
                                  <a:rPr lang="en-US" sz="3600" b="0" i="1" smtClean="0">
                                    <a:solidFill>
                                      <a:schemeClr val="tx1"/>
                                    </a:solidFill>
                                    <a:latin typeface="Cambria Math" panose="02040503050406030204" pitchFamily="18" charset="0"/>
                                  </a:rPr>
                                  <m:t>0,</m:t>
                                </m:r>
                              </m:e>
                              <m:e>
                                <m:r>
                                  <m:rPr>
                                    <m:sty m:val="p"/>
                                  </m:rPr>
                                  <a:rPr lang="en-US" sz="3600" b="0" i="0" smtClean="0">
                                    <a:solidFill>
                                      <a:schemeClr val="tx1"/>
                                    </a:solidFill>
                                    <a:latin typeface="Cambria Math" panose="02040503050406030204" pitchFamily="18" charset="0"/>
                                  </a:rPr>
                                  <m:t>otherwise</m:t>
                                </m:r>
                                <m:r>
                                  <a:rPr lang="en-US" sz="3600" b="0" i="1" smtClean="0">
                                    <a:solidFill>
                                      <a:schemeClr val="tx1"/>
                                    </a:solidFill>
                                    <a:latin typeface="Cambria Math" panose="02040503050406030204" pitchFamily="18" charset="0"/>
                                  </a:rPr>
                                  <m:t>.</m:t>
                                </m:r>
                              </m:e>
                            </m:mr>
                          </m:m>
                        </m:e>
                      </m:d>
                    </m:oMath>
                  </m:oMathPara>
                </a14:m>
                <a:endParaRPr lang="en-GB" sz="3600" dirty="0">
                  <a:solidFill>
                    <a:schemeClr val="tx1"/>
                  </a:solidFill>
                </a:endParaRPr>
              </a:p>
            </p:txBody>
          </p:sp>
        </mc:Choice>
        <mc:Fallback xmlns="">
          <p:sp>
            <p:nvSpPr>
              <p:cNvPr id="4" name="TextBox 3">
                <a:extLst>
                  <a:ext uri="{FF2B5EF4-FFF2-40B4-BE49-F238E27FC236}">
                    <a16:creationId xmlns:a16="http://schemas.microsoft.com/office/drawing/2014/main" id="{FD02037B-B9CA-C54D-E0DD-E08EFD9E551B}"/>
                  </a:ext>
                </a:extLst>
              </p:cNvPr>
              <p:cNvSpPr txBox="1">
                <a:spLocks noRot="1" noChangeAspect="1" noMove="1" noResize="1" noEditPoints="1" noAdjustHandles="1" noChangeArrowheads="1" noChangeShapeType="1" noTextEdit="1"/>
              </p:cNvSpPr>
              <p:nvPr/>
            </p:nvSpPr>
            <p:spPr>
              <a:xfrm>
                <a:off x="1055944" y="4689014"/>
                <a:ext cx="10080112" cy="1328120"/>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35704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B3D7-1890-06F0-B38B-E72C3999C2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210BCF2-AB78-2973-6328-612C2A51A5D0}"/>
                  </a:ext>
                </a:extLst>
              </p:cNvPr>
              <p:cNvSpPr txBox="1"/>
              <p:nvPr/>
            </p:nvSpPr>
            <p:spPr>
              <a:xfrm>
                <a:off x="8233524" y="389954"/>
                <a:ext cx="3600040" cy="830997"/>
              </a:xfrm>
              <a:prstGeom prst="rect">
                <a:avLst/>
              </a:prstGeom>
              <a:noFill/>
            </p:spPr>
            <p:txBody>
              <a:bodyPr wrap="square" rtlCol="0">
                <a:spAutoFit/>
              </a:bodyPr>
              <a:lstStyle/>
              <a:p>
                <a:pPr/>
                <a14:m>
                  <m:oMathPara xmlns:m="http://schemas.openxmlformats.org/officeDocument/2006/math">
                    <m:oMathParaPr>
                      <m:jc m:val="center"/>
                    </m:oMathParaPr>
                    <m:oMath>
                      <m:r>
                        <a:rPr lang="en-GB" sz="4800" b="0" i="1" smtClean="0">
                          <a:solidFill>
                            <a:schemeClr val="accent3"/>
                          </a:solidFill>
                          <a:latin typeface="Cambria Math" panose="02040503050406030204" pitchFamily="18" charset="0"/>
                        </a:rPr>
                        <m:t>𝑅</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r>
                        <a:rPr lang="en-GB" sz="4800" b="0" i="1" smtClean="0">
                          <a:latin typeface="Cambria Math" panose="02040503050406030204" pitchFamily="18" charset="0"/>
                        </a:rPr>
                        <m:t>≈</m:t>
                      </m:r>
                      <m:r>
                        <a:rPr lang="en-GB" sz="4800" b="0" i="1" smtClean="0">
                          <a:solidFill>
                            <a:schemeClr val="accent2"/>
                          </a:solidFill>
                          <a:latin typeface="Cambria Math" panose="02040503050406030204" pitchFamily="18" charset="0"/>
                        </a:rPr>
                        <m:t>𝐶</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8210BCF2-AB78-2973-6328-612C2A51A5D0}"/>
                  </a:ext>
                </a:extLst>
              </p:cNvPr>
              <p:cNvSpPr txBox="1">
                <a:spLocks noRot="1" noChangeAspect="1" noMove="1" noResize="1" noEditPoints="1" noAdjustHandles="1" noChangeArrowheads="1" noChangeShapeType="1" noTextEdit="1"/>
              </p:cNvSpPr>
              <p:nvPr/>
            </p:nvSpPr>
            <p:spPr>
              <a:xfrm>
                <a:off x="8233524" y="389954"/>
                <a:ext cx="3600040" cy="830997"/>
              </a:xfrm>
              <a:prstGeom prst="rect">
                <a:avLst/>
              </a:prstGeom>
              <a:blipFill>
                <a:blip r:embed="rId2"/>
                <a:stretch>
                  <a:fillRect/>
                </a:stretch>
              </a:blipFill>
            </p:spPr>
            <p:txBody>
              <a:bodyPr/>
              <a:lstStyle/>
              <a:p>
                <a:r>
                  <a:rPr lang="en-GB">
                    <a:noFill/>
                  </a:rPr>
                  <a:t> </a:t>
                </a:r>
              </a:p>
            </p:txBody>
          </p:sp>
        </mc:Fallback>
      </mc:AlternateContent>
      <p:sp>
        <p:nvSpPr>
          <p:cNvPr id="21" name="Left Brace 20">
            <a:extLst>
              <a:ext uri="{FF2B5EF4-FFF2-40B4-BE49-F238E27FC236}">
                <a16:creationId xmlns:a16="http://schemas.microsoft.com/office/drawing/2014/main" id="{CB6E672E-7BE7-E64A-74D3-3E233E490CD4}"/>
              </a:ext>
            </a:extLst>
          </p:cNvPr>
          <p:cNvSpPr/>
          <p:nvPr/>
        </p:nvSpPr>
        <p:spPr>
          <a:xfrm rot="16200000">
            <a:off x="9853542" y="-105053"/>
            <a:ext cx="360003" cy="2970035"/>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46E86B7B-AB27-365A-A51E-0496F9BEE451}"/>
              </a:ext>
            </a:extLst>
          </p:cNvPr>
          <p:cNvSpPr txBox="1"/>
          <p:nvPr/>
        </p:nvSpPr>
        <p:spPr>
          <a:xfrm>
            <a:off x="8346025" y="458967"/>
            <a:ext cx="3375038" cy="830997"/>
          </a:xfrm>
          <a:prstGeom prst="rect">
            <a:avLst/>
          </a:prstGeom>
          <a:noFill/>
        </p:spPr>
        <p:txBody>
          <a:bodyPr wrap="square" rtlCol="0">
            <a:spAutoFit/>
          </a:bodyPr>
          <a:lstStyle/>
          <a:p>
            <a:pPr algn="ctr"/>
            <a:r>
              <a:rPr lang="en-GB" sz="4800" b="1" dirty="0">
                <a:solidFill>
                  <a:schemeClr val="accent6"/>
                </a:solidFill>
              </a:rPr>
              <a:t>／</a:t>
            </a:r>
            <a:endParaRPr lang="en-GB" sz="19900" b="1" dirty="0">
              <a:solidFill>
                <a:schemeClr val="accent6"/>
              </a:solidFill>
            </a:endParaRPr>
          </a:p>
        </p:txBody>
      </p:sp>
      <p:sp>
        <p:nvSpPr>
          <p:cNvPr id="9" name="TextBox 8">
            <a:extLst>
              <a:ext uri="{FF2B5EF4-FFF2-40B4-BE49-F238E27FC236}">
                <a16:creationId xmlns:a16="http://schemas.microsoft.com/office/drawing/2014/main" id="{2A4E5A89-6B50-B495-A786-63334CC60B87}"/>
              </a:ext>
            </a:extLst>
          </p:cNvPr>
          <p:cNvSpPr txBox="1"/>
          <p:nvPr/>
        </p:nvSpPr>
        <p:spPr>
          <a:xfrm>
            <a:off x="8346025" y="1559967"/>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B01DF2C-7375-DDBF-F69A-26D1D9E62AC4}"/>
                  </a:ext>
                </a:extLst>
              </p:cNvPr>
              <p:cNvSpPr txBox="1"/>
              <p:nvPr/>
            </p:nvSpPr>
            <p:spPr>
              <a:xfrm>
                <a:off x="9038431" y="1559967"/>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4B01DF2C-7375-DDBF-F69A-26D1D9E62AC4}"/>
                  </a:ext>
                </a:extLst>
              </p:cNvPr>
              <p:cNvSpPr txBox="1">
                <a:spLocks noRot="1" noChangeAspect="1" noMove="1" noResize="1" noEditPoints="1" noAdjustHandles="1" noChangeArrowheads="1" noChangeShapeType="1" noTextEdit="1"/>
              </p:cNvSpPr>
              <p:nvPr/>
            </p:nvSpPr>
            <p:spPr>
              <a:xfrm>
                <a:off x="9038431" y="1559967"/>
                <a:ext cx="747610" cy="646331"/>
              </a:xfrm>
              <a:prstGeom prst="rect">
                <a:avLst/>
              </a:prstGeom>
              <a:blipFill>
                <a:blip r:embed="rId3"/>
                <a:stretch>
                  <a:fillRect/>
                </a:stretch>
              </a:blipFill>
            </p:spPr>
            <p:txBody>
              <a:bodyPr/>
              <a:lstStyle/>
              <a:p>
                <a:r>
                  <a:rPr lang="en-GB">
                    <a:noFill/>
                  </a:rPr>
                  <a:t> </a:t>
                </a:r>
              </a:p>
            </p:txBody>
          </p:sp>
        </mc:Fallback>
      </mc:AlternateContent>
      <p:sp>
        <p:nvSpPr>
          <p:cNvPr id="24" name="TextBox 23">
            <a:extLst>
              <a:ext uri="{FF2B5EF4-FFF2-40B4-BE49-F238E27FC236}">
                <a16:creationId xmlns:a16="http://schemas.microsoft.com/office/drawing/2014/main" id="{79919A95-C064-4164-E8BF-950E55667506}"/>
              </a:ext>
            </a:extLst>
          </p:cNvPr>
          <p:cNvSpPr txBox="1"/>
          <p:nvPr/>
        </p:nvSpPr>
        <p:spPr>
          <a:xfrm>
            <a:off x="0" y="548968"/>
            <a:ext cx="6570072" cy="1569660"/>
          </a:xfrm>
          <a:prstGeom prst="rect">
            <a:avLst/>
          </a:prstGeom>
          <a:noFill/>
        </p:spPr>
        <p:txBody>
          <a:bodyPr wrap="square">
            <a:spAutoFit/>
          </a:bodyPr>
          <a:lstStyle/>
          <a:p>
            <a:pPr algn="ctr"/>
            <a:r>
              <a:rPr lang="en-US" sz="4800" dirty="0">
                <a:solidFill>
                  <a:schemeClr val="accent6"/>
                </a:solidFill>
              </a:rPr>
              <a:t>P</a:t>
            </a:r>
            <a:r>
              <a:rPr lang="en-US" sz="4800" dirty="0">
                <a:solidFill>
                  <a:schemeClr val="tx1"/>
                </a:solidFill>
              </a:rPr>
              <a:t>roduct of </a:t>
            </a:r>
            <a:r>
              <a:rPr lang="en-US" sz="4800" dirty="0">
                <a:solidFill>
                  <a:schemeClr val="accent6"/>
                </a:solidFill>
              </a:rPr>
              <a:t>I</a:t>
            </a:r>
            <a:r>
              <a:rPr lang="en-US" sz="4800" dirty="0">
                <a:solidFill>
                  <a:schemeClr val="tx1"/>
                </a:solidFill>
              </a:rPr>
              <a:t>nner </a:t>
            </a:r>
            <a:r>
              <a:rPr lang="en-US" sz="4800" dirty="0">
                <a:solidFill>
                  <a:schemeClr val="accent6"/>
                </a:solidFill>
              </a:rPr>
              <a:t>P</a:t>
            </a:r>
            <a:r>
              <a:rPr lang="en-US" sz="4800" dirty="0">
                <a:solidFill>
                  <a:schemeClr val="tx1"/>
                </a:solidFill>
              </a:rPr>
              <a:t>roducts</a:t>
            </a:r>
            <a:endParaRPr lang="en-GB" sz="4800"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F6ED43F-E4AC-3180-D5B8-E3837B6E1330}"/>
                  </a:ext>
                </a:extLst>
              </p:cNvPr>
              <p:cNvSpPr txBox="1"/>
              <p:nvPr/>
            </p:nvSpPr>
            <p:spPr>
              <a:xfrm>
                <a:off x="1055944" y="2528990"/>
                <a:ext cx="10080112" cy="1604606"/>
              </a:xfrm>
              <a:prstGeom prst="rect">
                <a:avLst/>
              </a:prstGeom>
              <a:noFill/>
            </p:spPr>
            <p:txBody>
              <a:bodyPr wrap="square">
                <a:spAutoFit/>
              </a:bodyPr>
              <a:lstStyle/>
              <a:p>
                <a:pPr algn="ctr"/>
                <a14:m>
                  <m:oMathPara xmlns:m="http://schemas.openxmlformats.org/officeDocument/2006/math">
                    <m:oMath>
                      <m:sSub>
                        <m:sSubPr>
                          <m:ctrlPr>
                            <a:rPr lang="en-US" sz="3600" b="0" i="0" smtClean="0">
                              <a:solidFill>
                                <a:schemeClr val="tx1"/>
                              </a:solidFill>
                              <a:latin typeface="Cambria Math" panose="02040503050406030204" pitchFamily="18" charset="0"/>
                            </a:rPr>
                          </m:ctrlPr>
                        </m:sSubPr>
                        <m:e>
                          <m:r>
                            <m:rPr>
                              <m:sty m:val="p"/>
                            </m:rPr>
                            <a:rPr lang="en-US" sz="3600" b="0" i="0" smtClean="0">
                              <a:solidFill>
                                <a:schemeClr val="tx1"/>
                              </a:solidFill>
                              <a:latin typeface="Cambria Math" panose="02040503050406030204" pitchFamily="18" charset="0"/>
                            </a:rPr>
                            <m:t>PIP</m:t>
                          </m:r>
                        </m:e>
                        <m:sub>
                          <m:r>
                            <a:rPr lang="en-US" sz="3600" b="0" i="1" smtClean="0">
                              <a:solidFill>
                                <a:schemeClr val="tx1"/>
                              </a:solidFill>
                              <a:latin typeface="Cambria Math" panose="02040503050406030204" pitchFamily="18" charset="0"/>
                            </a:rPr>
                            <m:t>𝑛</m:t>
                          </m:r>
                        </m:sub>
                      </m:sSub>
                      <m:r>
                        <a:rPr lang="en-US" sz="3600" b="0" i="1" smtClean="0">
                          <a:solidFill>
                            <a:schemeClr val="tx1"/>
                          </a:solidFill>
                          <a:latin typeface="Cambria Math" panose="02040503050406030204" pitchFamily="18" charset="0"/>
                        </a:rPr>
                        <m:t>≔</m:t>
                      </m:r>
                      <m:d>
                        <m:dPr>
                          <m:ctrlPr>
                            <a:rPr lang="en-US" sz="3600" b="0" i="1" smtClean="0">
                              <a:solidFill>
                                <a:schemeClr val="tx1"/>
                              </a:solidFill>
                              <a:latin typeface="Cambria Math" panose="02040503050406030204" pitchFamily="18" charset="0"/>
                            </a:rPr>
                          </m:ctrlPr>
                        </m:dPr>
                        <m:e>
                          <m:nary>
                            <m:naryPr>
                              <m:chr m:val="∑"/>
                              <m:ctrlPr>
                                <a:rPr lang="en-US" sz="3600" b="0" i="1" smtClean="0">
                                  <a:solidFill>
                                    <a:schemeClr val="tx1"/>
                                  </a:solidFill>
                                  <a:latin typeface="Cambria Math" panose="02040503050406030204" pitchFamily="18" charset="0"/>
                                </a:rPr>
                              </m:ctrlPr>
                            </m:naryPr>
                            <m:sub>
                              <m:r>
                                <m:rPr>
                                  <m:brk m:alnAt="23"/>
                                </m:rPr>
                                <a:rPr lang="en-US" sz="3600" b="0" i="1" smtClean="0">
                                  <a:solidFill>
                                    <a:schemeClr val="tx1"/>
                                  </a:solidFill>
                                  <a:latin typeface="Cambria Math" panose="02040503050406030204" pitchFamily="18" charset="0"/>
                                </a:rPr>
                                <m:t>𝑖</m:t>
                              </m:r>
                              <m:r>
                                <a:rPr lang="en-US" sz="3600" b="0" i="1" smtClean="0">
                                  <a:solidFill>
                                    <a:schemeClr val="tx1"/>
                                  </a:solidFill>
                                  <a:latin typeface="Cambria Math" panose="02040503050406030204" pitchFamily="18" charset="0"/>
                                </a:rPr>
                                <m:t>=1</m:t>
                              </m:r>
                            </m:sub>
                            <m:sup>
                              <m:r>
                                <a:rPr lang="en-US" sz="3600" b="0" i="1" smtClean="0">
                                  <a:solidFill>
                                    <a:schemeClr val="tx1"/>
                                  </a:solidFill>
                                  <a:latin typeface="Cambria Math" panose="02040503050406030204" pitchFamily="18" charset="0"/>
                                </a:rPr>
                                <m:t>𝑛</m:t>
                              </m:r>
                            </m:sup>
                            <m:e>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𝑋</m:t>
                                  </m:r>
                                </m:e>
                                <m:sub>
                                  <m:r>
                                    <a:rPr lang="en-US" sz="3600" b="0" i="1" smtClean="0">
                                      <a:solidFill>
                                        <a:schemeClr val="tx1"/>
                                      </a:solidFill>
                                      <a:latin typeface="Cambria Math" panose="02040503050406030204" pitchFamily="18" charset="0"/>
                                    </a:rPr>
                                    <m:t>𝑖</m:t>
                                  </m:r>
                                </m:sub>
                              </m:sSub>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𝑌</m:t>
                                  </m:r>
                                </m:e>
                                <m:sub>
                                  <m:r>
                                    <a:rPr lang="en-US" sz="3600" b="0" i="1" smtClean="0">
                                      <a:solidFill>
                                        <a:schemeClr val="tx1"/>
                                      </a:solidFill>
                                      <a:latin typeface="Cambria Math" panose="02040503050406030204" pitchFamily="18" charset="0"/>
                                    </a:rPr>
                                    <m:t>𝑖</m:t>
                                  </m:r>
                                </m:sub>
                              </m:sSub>
                            </m:e>
                          </m:nary>
                        </m:e>
                      </m:d>
                      <m:d>
                        <m:dPr>
                          <m:ctrlPr>
                            <a:rPr lang="en-US" sz="3600" i="1">
                              <a:latin typeface="Cambria Math" panose="02040503050406030204" pitchFamily="18" charset="0"/>
                            </a:rPr>
                          </m:ctrlPr>
                        </m:dPr>
                        <m:e>
                          <m:nary>
                            <m:naryPr>
                              <m:chr m:val="∑"/>
                              <m:ctrlPr>
                                <a:rPr lang="en-US" sz="3600" i="1">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i="1">
                                  <a:latin typeface="Cambria Math" panose="02040503050406030204" pitchFamily="18" charset="0"/>
                                </a:rPr>
                                <m:t>𝑛</m:t>
                              </m:r>
                            </m:sup>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𝑍</m:t>
                                  </m:r>
                                </m:e>
                                <m:sub>
                                  <m:r>
                                    <a:rPr lang="en-US" sz="3600" b="0" i="1" smtClean="0">
                                      <a:latin typeface="Cambria Math" panose="02040503050406030204" pitchFamily="18" charset="0"/>
                                    </a:rPr>
                                    <m:t>𝑖</m:t>
                                  </m:r>
                                </m:sub>
                              </m:sSub>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sub>
                              </m:sSub>
                            </m:e>
                          </m:nary>
                        </m:e>
                      </m:d>
                    </m:oMath>
                  </m:oMathPara>
                </a14:m>
                <a:endParaRPr lang="en-GB" sz="3600" dirty="0">
                  <a:solidFill>
                    <a:schemeClr val="tx1"/>
                  </a:solidFill>
                </a:endParaRPr>
              </a:p>
            </p:txBody>
          </p:sp>
        </mc:Choice>
        <mc:Fallback xmlns="">
          <p:sp>
            <p:nvSpPr>
              <p:cNvPr id="26" name="TextBox 25">
                <a:extLst>
                  <a:ext uri="{FF2B5EF4-FFF2-40B4-BE49-F238E27FC236}">
                    <a16:creationId xmlns:a16="http://schemas.microsoft.com/office/drawing/2014/main" id="{7F6ED43F-E4AC-3180-D5B8-E3837B6E1330}"/>
                  </a:ext>
                </a:extLst>
              </p:cNvPr>
              <p:cNvSpPr txBox="1">
                <a:spLocks noRot="1" noChangeAspect="1" noMove="1" noResize="1" noEditPoints="1" noAdjustHandles="1" noChangeArrowheads="1" noChangeShapeType="1" noTextEdit="1"/>
              </p:cNvSpPr>
              <p:nvPr/>
            </p:nvSpPr>
            <p:spPr>
              <a:xfrm>
                <a:off x="1055944" y="2528990"/>
                <a:ext cx="10080112" cy="160460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38ED42A-4CF4-1722-FD9B-F9813BD239F9}"/>
                  </a:ext>
                </a:extLst>
              </p:cNvPr>
              <p:cNvSpPr txBox="1"/>
              <p:nvPr/>
            </p:nvSpPr>
            <p:spPr>
              <a:xfrm>
                <a:off x="4520982" y="4938029"/>
                <a:ext cx="3150035"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2"/>
                          </a:solidFill>
                          <a:latin typeface="Cambria Math" panose="02040503050406030204" pitchFamily="18" charset="0"/>
                        </a:rPr>
                        <m:t>𝐶</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r>
                        <a:rPr lang="en-US" sz="4800" b="0" i="1" smtClean="0">
                          <a:solidFill>
                            <a:schemeClr val="tx1"/>
                          </a:solidFill>
                          <a:latin typeface="Cambria Math" panose="02040503050406030204" pitchFamily="18" charset="0"/>
                        </a:rPr>
                        <m:t>≤4</m:t>
                      </m:r>
                      <m:r>
                        <a:rPr lang="en-US" sz="4800" b="0" i="1" smtClean="0">
                          <a:solidFill>
                            <a:schemeClr val="tx1"/>
                          </a:solidFill>
                          <a:latin typeface="Cambria Math" panose="02040503050406030204" pitchFamily="18" charset="0"/>
                        </a:rPr>
                        <m:t>𝑛</m:t>
                      </m:r>
                    </m:oMath>
                  </m:oMathPara>
                </a14:m>
                <a:endParaRPr lang="en-GB" sz="1400" dirty="0"/>
              </a:p>
            </p:txBody>
          </p:sp>
        </mc:Choice>
        <mc:Fallback xmlns="">
          <p:sp>
            <p:nvSpPr>
              <p:cNvPr id="6" name="TextBox 5">
                <a:extLst>
                  <a:ext uri="{FF2B5EF4-FFF2-40B4-BE49-F238E27FC236}">
                    <a16:creationId xmlns:a16="http://schemas.microsoft.com/office/drawing/2014/main" id="{438ED42A-4CF4-1722-FD9B-F9813BD239F9}"/>
                  </a:ext>
                </a:extLst>
              </p:cNvPr>
              <p:cNvSpPr txBox="1">
                <a:spLocks noRot="1" noChangeAspect="1" noMove="1" noResize="1" noEditPoints="1" noAdjustHandles="1" noChangeArrowheads="1" noChangeShapeType="1" noTextEdit="1"/>
              </p:cNvSpPr>
              <p:nvPr/>
            </p:nvSpPr>
            <p:spPr>
              <a:xfrm>
                <a:off x="4520982" y="4938029"/>
                <a:ext cx="3150035" cy="83099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16D577-E81D-FDDC-5DC9-6F8E87D60878}"/>
                  </a:ext>
                </a:extLst>
              </p:cNvPr>
              <p:cNvSpPr txBox="1"/>
              <p:nvPr/>
            </p:nvSpPr>
            <p:spPr>
              <a:xfrm>
                <a:off x="-9114169" y="2764940"/>
                <a:ext cx="10080112" cy="1328120"/>
              </a:xfrm>
              <a:prstGeom prst="rect">
                <a:avLst/>
              </a:prstGeom>
              <a:noFill/>
            </p:spPr>
            <p:txBody>
              <a:bodyPr wrap="square">
                <a:spAutoFit/>
              </a:bodyPr>
              <a:lstStyle/>
              <a:p>
                <a:pPr algn="ctr"/>
                <a14:m>
                  <m:oMathPara xmlns:m="http://schemas.openxmlformats.org/officeDocument/2006/math">
                    <m:oMath>
                      <m:sSub>
                        <m:sSubPr>
                          <m:ctrlPr>
                            <a:rPr lang="en-US" sz="3600" b="0" i="0" smtClean="0">
                              <a:solidFill>
                                <a:schemeClr val="tx1"/>
                              </a:solidFill>
                              <a:latin typeface="Cambria Math" panose="02040503050406030204" pitchFamily="18" charset="0"/>
                            </a:rPr>
                          </m:ctrlPr>
                        </m:sSubPr>
                        <m:e>
                          <m:r>
                            <m:rPr>
                              <m:sty m:val="p"/>
                            </m:rPr>
                            <a:rPr lang="en-US" sz="3600" b="0" i="0" smtClean="0">
                              <a:solidFill>
                                <a:schemeClr val="tx1"/>
                              </a:solidFill>
                              <a:latin typeface="Cambria Math" panose="02040503050406030204" pitchFamily="18" charset="0"/>
                            </a:rPr>
                            <m:t>PIP</m:t>
                          </m:r>
                        </m:e>
                        <m:sub>
                          <m:r>
                            <a:rPr lang="en-US" sz="3600" b="0" i="1" smtClean="0">
                              <a:solidFill>
                                <a:schemeClr val="tx1"/>
                              </a:solidFill>
                              <a:latin typeface="Cambria Math" panose="02040503050406030204" pitchFamily="18" charset="0"/>
                            </a:rPr>
                            <m:t>𝑛</m:t>
                          </m:r>
                        </m:sub>
                      </m:sSub>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e>
                      </m:d>
                      <m:r>
                        <a:rPr lang="en-US" sz="3600" b="0" i="1" smtClean="0">
                          <a:solidFill>
                            <a:schemeClr val="tx1"/>
                          </a:solidFill>
                          <a:latin typeface="Cambria Math" panose="02040503050406030204" pitchFamily="18" charset="0"/>
                        </a:rPr>
                        <m:t>=</m:t>
                      </m:r>
                      <m:d>
                        <m:dPr>
                          <m:begChr m:val="{"/>
                          <m:endChr m:val=""/>
                          <m:ctrlPr>
                            <a:rPr lang="en-GB" sz="3600" b="0" i="1" smtClean="0">
                              <a:solidFill>
                                <a:schemeClr val="tx1"/>
                              </a:solidFill>
                              <a:latin typeface="Cambria Math" panose="02040503050406030204" pitchFamily="18" charset="0"/>
                            </a:rPr>
                          </m:ctrlPr>
                        </m:dPr>
                        <m:e>
                          <m:m>
                            <m:mPr>
                              <m:mcs>
                                <m:mc>
                                  <m:mcPr>
                                    <m:count m:val="2"/>
                                    <m:mcJc m:val="center"/>
                                  </m:mcPr>
                                </m:mc>
                              </m:mcs>
                              <m:ctrlPr>
                                <a:rPr lang="en-GB" sz="3600" b="0" i="1" smtClean="0">
                                  <a:solidFill>
                                    <a:schemeClr val="tx1"/>
                                  </a:solidFill>
                                  <a:latin typeface="Cambria Math" panose="02040503050406030204" pitchFamily="18" charset="0"/>
                                </a:rPr>
                              </m:ctrlPr>
                            </m:mPr>
                            <m:mr>
                              <m:e>
                                <m:r>
                                  <m:rPr>
                                    <m:brk m:alnAt="7"/>
                                  </m:rPr>
                                  <a:rPr lang="en-US" sz="3600" b="0" i="1" smtClean="0">
                                    <a:solidFill>
                                      <a:schemeClr val="tx1"/>
                                    </a:solidFill>
                                    <a:latin typeface="Cambria Math" panose="02040503050406030204" pitchFamily="18" charset="0"/>
                                  </a:rPr>
                                  <m:t>1</m:t>
                                </m:r>
                                <m:r>
                                  <a:rPr lang="en-US" sz="3600" b="0" i="1" smtClean="0">
                                    <a:solidFill>
                                      <a:schemeClr val="tx1"/>
                                    </a:solidFill>
                                    <a:latin typeface="Cambria Math" panose="02040503050406030204" pitchFamily="18" charset="0"/>
                                  </a:rPr>
                                  <m:t>,</m:t>
                                </m:r>
                              </m:e>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r>
                                  <a:rPr lang="en-US" sz="3600" b="0" i="1" smtClean="0">
                                    <a:solidFill>
                                      <a:schemeClr val="tx1"/>
                                    </a:solidFill>
                                    <a:latin typeface="Cambria Math" panose="02040503050406030204" pitchFamily="18" charset="0"/>
                                  </a:rPr>
                                  <m:t>;</m:t>
                                </m:r>
                              </m:e>
                            </m:mr>
                            <m:mr>
                              <m:e>
                                <m:r>
                                  <a:rPr lang="en-US" sz="3600" b="0" i="1" smtClean="0">
                                    <a:solidFill>
                                      <a:schemeClr val="tx1"/>
                                    </a:solidFill>
                                    <a:latin typeface="Cambria Math" panose="02040503050406030204" pitchFamily="18" charset="0"/>
                                  </a:rPr>
                                  <m:t>0,</m:t>
                                </m:r>
                              </m:e>
                              <m:e>
                                <m:r>
                                  <m:rPr>
                                    <m:sty m:val="p"/>
                                  </m:rPr>
                                  <a:rPr lang="en-US" sz="3600" b="0" i="0" smtClean="0">
                                    <a:solidFill>
                                      <a:schemeClr val="tx1"/>
                                    </a:solidFill>
                                    <a:latin typeface="Cambria Math" panose="02040503050406030204" pitchFamily="18" charset="0"/>
                                  </a:rPr>
                                  <m:t>otherwise</m:t>
                                </m:r>
                                <m:r>
                                  <a:rPr lang="en-US" sz="3600" b="0" i="1" smtClean="0">
                                    <a:solidFill>
                                      <a:schemeClr val="tx1"/>
                                    </a:solidFill>
                                    <a:latin typeface="Cambria Math" panose="02040503050406030204" pitchFamily="18" charset="0"/>
                                  </a:rPr>
                                  <m:t>.</m:t>
                                </m:r>
                              </m:e>
                            </m:mr>
                          </m:m>
                        </m:e>
                      </m:d>
                    </m:oMath>
                  </m:oMathPara>
                </a14:m>
                <a:endParaRPr lang="en-GB" sz="3600" dirty="0">
                  <a:solidFill>
                    <a:schemeClr val="tx1"/>
                  </a:solidFill>
                </a:endParaRPr>
              </a:p>
            </p:txBody>
          </p:sp>
        </mc:Choice>
        <mc:Fallback xmlns="">
          <p:sp>
            <p:nvSpPr>
              <p:cNvPr id="8" name="TextBox 7">
                <a:extLst>
                  <a:ext uri="{FF2B5EF4-FFF2-40B4-BE49-F238E27FC236}">
                    <a16:creationId xmlns:a16="http://schemas.microsoft.com/office/drawing/2014/main" id="{F616D577-E81D-FDDC-5DC9-6F8E87D60878}"/>
                  </a:ext>
                </a:extLst>
              </p:cNvPr>
              <p:cNvSpPr txBox="1">
                <a:spLocks noRot="1" noChangeAspect="1" noMove="1" noResize="1" noEditPoints="1" noAdjustHandles="1" noChangeArrowheads="1" noChangeShapeType="1" noTextEdit="1"/>
              </p:cNvSpPr>
              <p:nvPr/>
            </p:nvSpPr>
            <p:spPr>
              <a:xfrm>
                <a:off x="-9114169" y="2764940"/>
                <a:ext cx="10080112" cy="1328120"/>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2246705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91B2-3500-0730-0E16-7022C5BDA81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1BBE15E-9B55-1EFE-5AD5-6EF7E91A2644}"/>
                  </a:ext>
                </a:extLst>
              </p:cNvPr>
              <p:cNvSpPr txBox="1"/>
              <p:nvPr/>
            </p:nvSpPr>
            <p:spPr>
              <a:xfrm>
                <a:off x="8233524" y="389954"/>
                <a:ext cx="3600040" cy="830997"/>
              </a:xfrm>
              <a:prstGeom prst="rect">
                <a:avLst/>
              </a:prstGeom>
              <a:noFill/>
            </p:spPr>
            <p:txBody>
              <a:bodyPr wrap="square" rtlCol="0">
                <a:spAutoFit/>
              </a:bodyPr>
              <a:lstStyle/>
              <a:p>
                <a:pPr/>
                <a14:m>
                  <m:oMathPara xmlns:m="http://schemas.openxmlformats.org/officeDocument/2006/math">
                    <m:oMathParaPr>
                      <m:jc m:val="center"/>
                    </m:oMathParaPr>
                    <m:oMath>
                      <m:r>
                        <a:rPr lang="en-GB" sz="4800" b="0" i="1" smtClean="0">
                          <a:solidFill>
                            <a:schemeClr val="accent3"/>
                          </a:solidFill>
                          <a:latin typeface="Cambria Math" panose="02040503050406030204" pitchFamily="18" charset="0"/>
                        </a:rPr>
                        <m:t>𝑅</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r>
                        <a:rPr lang="en-GB" sz="4800" b="0" i="1" smtClean="0">
                          <a:latin typeface="Cambria Math" panose="02040503050406030204" pitchFamily="18" charset="0"/>
                        </a:rPr>
                        <m:t>≈</m:t>
                      </m:r>
                      <m:r>
                        <a:rPr lang="en-GB" sz="4800" b="0" i="1" smtClean="0">
                          <a:solidFill>
                            <a:schemeClr val="accent2"/>
                          </a:solidFill>
                          <a:latin typeface="Cambria Math" panose="02040503050406030204" pitchFamily="18" charset="0"/>
                        </a:rPr>
                        <m:t>𝐶</m:t>
                      </m:r>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61BBE15E-9B55-1EFE-5AD5-6EF7E91A2644}"/>
                  </a:ext>
                </a:extLst>
              </p:cNvPr>
              <p:cNvSpPr txBox="1">
                <a:spLocks noRot="1" noChangeAspect="1" noMove="1" noResize="1" noEditPoints="1" noAdjustHandles="1" noChangeArrowheads="1" noChangeShapeType="1" noTextEdit="1"/>
              </p:cNvSpPr>
              <p:nvPr/>
            </p:nvSpPr>
            <p:spPr>
              <a:xfrm>
                <a:off x="8233524" y="389954"/>
                <a:ext cx="3600040" cy="830997"/>
              </a:xfrm>
              <a:prstGeom prst="rect">
                <a:avLst/>
              </a:prstGeom>
              <a:blipFill>
                <a:blip r:embed="rId2"/>
                <a:stretch>
                  <a:fillRect/>
                </a:stretch>
              </a:blipFill>
            </p:spPr>
            <p:txBody>
              <a:bodyPr/>
              <a:lstStyle/>
              <a:p>
                <a:r>
                  <a:rPr lang="en-GB">
                    <a:noFill/>
                  </a:rPr>
                  <a:t> </a:t>
                </a:r>
              </a:p>
            </p:txBody>
          </p:sp>
        </mc:Fallback>
      </mc:AlternateContent>
      <p:sp>
        <p:nvSpPr>
          <p:cNvPr id="21" name="Left Brace 20">
            <a:extLst>
              <a:ext uri="{FF2B5EF4-FFF2-40B4-BE49-F238E27FC236}">
                <a16:creationId xmlns:a16="http://schemas.microsoft.com/office/drawing/2014/main" id="{79801ECF-C39A-0BD9-75CA-A8EB9C635775}"/>
              </a:ext>
            </a:extLst>
          </p:cNvPr>
          <p:cNvSpPr/>
          <p:nvPr/>
        </p:nvSpPr>
        <p:spPr>
          <a:xfrm rot="16200000">
            <a:off x="9853542" y="-105053"/>
            <a:ext cx="360003" cy="2970035"/>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001C22C0-BAED-2996-8958-56DF24D00493}"/>
              </a:ext>
            </a:extLst>
          </p:cNvPr>
          <p:cNvSpPr txBox="1"/>
          <p:nvPr/>
        </p:nvSpPr>
        <p:spPr>
          <a:xfrm>
            <a:off x="8346025" y="458967"/>
            <a:ext cx="3375038" cy="830997"/>
          </a:xfrm>
          <a:prstGeom prst="rect">
            <a:avLst/>
          </a:prstGeom>
          <a:noFill/>
        </p:spPr>
        <p:txBody>
          <a:bodyPr wrap="square" rtlCol="0">
            <a:spAutoFit/>
          </a:bodyPr>
          <a:lstStyle/>
          <a:p>
            <a:pPr algn="ctr"/>
            <a:r>
              <a:rPr lang="en-GB" sz="4800" b="1" dirty="0">
                <a:solidFill>
                  <a:schemeClr val="accent6"/>
                </a:solidFill>
              </a:rPr>
              <a:t>／</a:t>
            </a:r>
            <a:endParaRPr lang="en-GB" sz="19900" b="1" dirty="0">
              <a:solidFill>
                <a:schemeClr val="accent6"/>
              </a:solidFill>
            </a:endParaRPr>
          </a:p>
        </p:txBody>
      </p:sp>
      <p:sp>
        <p:nvSpPr>
          <p:cNvPr id="9" name="TextBox 8">
            <a:extLst>
              <a:ext uri="{FF2B5EF4-FFF2-40B4-BE49-F238E27FC236}">
                <a16:creationId xmlns:a16="http://schemas.microsoft.com/office/drawing/2014/main" id="{2EAB293F-ADDE-4A0A-7FBF-2997933584CF}"/>
              </a:ext>
            </a:extLst>
          </p:cNvPr>
          <p:cNvSpPr txBox="1"/>
          <p:nvPr/>
        </p:nvSpPr>
        <p:spPr>
          <a:xfrm>
            <a:off x="8346025" y="1559967"/>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99E07F2-15A6-5B8B-C423-6DC2647B273E}"/>
                  </a:ext>
                </a:extLst>
              </p:cNvPr>
              <p:cNvSpPr txBox="1"/>
              <p:nvPr/>
            </p:nvSpPr>
            <p:spPr>
              <a:xfrm>
                <a:off x="9038431" y="1559967"/>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899E07F2-15A6-5B8B-C423-6DC2647B273E}"/>
                  </a:ext>
                </a:extLst>
              </p:cNvPr>
              <p:cNvSpPr txBox="1">
                <a:spLocks noRot="1" noChangeAspect="1" noMove="1" noResize="1" noEditPoints="1" noAdjustHandles="1" noChangeArrowheads="1" noChangeShapeType="1" noTextEdit="1"/>
              </p:cNvSpPr>
              <p:nvPr/>
            </p:nvSpPr>
            <p:spPr>
              <a:xfrm>
                <a:off x="9038431" y="1559967"/>
                <a:ext cx="747610"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216527-A622-B76E-5068-50DA718D46F8}"/>
                  </a:ext>
                </a:extLst>
              </p:cNvPr>
              <p:cNvSpPr txBox="1"/>
              <p:nvPr/>
            </p:nvSpPr>
            <p:spPr>
              <a:xfrm>
                <a:off x="-924078" y="840866"/>
                <a:ext cx="10080112" cy="1328120"/>
              </a:xfrm>
              <a:prstGeom prst="rect">
                <a:avLst/>
              </a:prstGeom>
              <a:noFill/>
            </p:spPr>
            <p:txBody>
              <a:bodyPr wrap="square">
                <a:spAutoFit/>
              </a:bodyPr>
              <a:lstStyle/>
              <a:p>
                <a:pPr algn="ctr"/>
                <a14:m>
                  <m:oMathPara xmlns:m="http://schemas.openxmlformats.org/officeDocument/2006/math">
                    <m:oMath>
                      <m:sSub>
                        <m:sSubPr>
                          <m:ctrlPr>
                            <a:rPr lang="en-US" sz="3600" b="0" i="0" smtClean="0">
                              <a:solidFill>
                                <a:schemeClr val="tx1"/>
                              </a:solidFill>
                              <a:latin typeface="Cambria Math" panose="02040503050406030204" pitchFamily="18" charset="0"/>
                            </a:rPr>
                          </m:ctrlPr>
                        </m:sSubPr>
                        <m:e>
                          <m:r>
                            <m:rPr>
                              <m:sty m:val="p"/>
                            </m:rPr>
                            <a:rPr lang="en-US" sz="3600" b="0" i="0" smtClean="0">
                              <a:solidFill>
                                <a:schemeClr val="tx1"/>
                              </a:solidFill>
                              <a:latin typeface="Cambria Math" panose="02040503050406030204" pitchFamily="18" charset="0"/>
                            </a:rPr>
                            <m:t>PIP</m:t>
                          </m:r>
                        </m:e>
                        <m:sub>
                          <m:r>
                            <a:rPr lang="en-US" sz="3600" b="0" i="1" smtClean="0">
                              <a:solidFill>
                                <a:schemeClr val="tx1"/>
                              </a:solidFill>
                              <a:latin typeface="Cambria Math" panose="02040503050406030204" pitchFamily="18" charset="0"/>
                            </a:rPr>
                            <m:t>𝑛</m:t>
                          </m:r>
                        </m:sub>
                      </m:sSub>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e>
                      </m:d>
                      <m:r>
                        <a:rPr lang="en-US" sz="3600" b="0" i="1" smtClean="0">
                          <a:solidFill>
                            <a:schemeClr val="tx1"/>
                          </a:solidFill>
                          <a:latin typeface="Cambria Math" panose="02040503050406030204" pitchFamily="18" charset="0"/>
                        </a:rPr>
                        <m:t>=</m:t>
                      </m:r>
                      <m:d>
                        <m:dPr>
                          <m:begChr m:val="{"/>
                          <m:endChr m:val=""/>
                          <m:ctrlPr>
                            <a:rPr lang="en-GB" sz="3600" b="0" i="1" smtClean="0">
                              <a:solidFill>
                                <a:schemeClr val="tx1"/>
                              </a:solidFill>
                              <a:latin typeface="Cambria Math" panose="02040503050406030204" pitchFamily="18" charset="0"/>
                            </a:rPr>
                          </m:ctrlPr>
                        </m:dPr>
                        <m:e>
                          <m:m>
                            <m:mPr>
                              <m:mcs>
                                <m:mc>
                                  <m:mcPr>
                                    <m:count m:val="2"/>
                                    <m:mcJc m:val="center"/>
                                  </m:mcPr>
                                </m:mc>
                              </m:mcs>
                              <m:ctrlPr>
                                <a:rPr lang="en-GB" sz="3600" b="0" i="1" smtClean="0">
                                  <a:solidFill>
                                    <a:schemeClr val="tx1"/>
                                  </a:solidFill>
                                  <a:latin typeface="Cambria Math" panose="02040503050406030204" pitchFamily="18" charset="0"/>
                                </a:rPr>
                              </m:ctrlPr>
                            </m:mPr>
                            <m:mr>
                              <m:e>
                                <m:r>
                                  <m:rPr>
                                    <m:brk m:alnAt="7"/>
                                  </m:rPr>
                                  <a:rPr lang="en-US" sz="3600" b="0" i="1" smtClean="0">
                                    <a:solidFill>
                                      <a:schemeClr val="tx1"/>
                                    </a:solidFill>
                                    <a:latin typeface="Cambria Math" panose="02040503050406030204" pitchFamily="18" charset="0"/>
                                  </a:rPr>
                                  <m:t>1</m:t>
                                </m:r>
                                <m:r>
                                  <a:rPr lang="en-US" sz="3600" b="0" i="1" smtClean="0">
                                    <a:solidFill>
                                      <a:schemeClr val="tx1"/>
                                    </a:solidFill>
                                    <a:latin typeface="Cambria Math" panose="02040503050406030204" pitchFamily="18" charset="0"/>
                                  </a:rPr>
                                  <m:t>,</m:t>
                                </m:r>
                              </m:e>
                              <m:e>
                                <m:r>
                                  <a:rPr lang="en-US" sz="3600" b="0" i="1" smtClean="0">
                                    <a:solidFill>
                                      <a:schemeClr val="tx1"/>
                                    </a:solidFill>
                                    <a:latin typeface="Cambria Math" panose="02040503050406030204" pitchFamily="18" charset="0"/>
                                  </a:rPr>
                                  <m:t>𝑎</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𝑏</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𝑑</m:t>
                                </m:r>
                                <m:r>
                                  <a:rPr lang="en-US" sz="3600" b="0" i="1" smtClean="0">
                                    <a:solidFill>
                                      <a:schemeClr val="tx1"/>
                                    </a:solidFill>
                                    <a:latin typeface="Cambria Math" panose="02040503050406030204" pitchFamily="18" charset="0"/>
                                  </a:rPr>
                                  <m:t>;</m:t>
                                </m:r>
                              </m:e>
                            </m:mr>
                            <m:mr>
                              <m:e>
                                <m:r>
                                  <a:rPr lang="en-US" sz="3600" b="0" i="1" smtClean="0">
                                    <a:solidFill>
                                      <a:schemeClr val="tx1"/>
                                    </a:solidFill>
                                    <a:latin typeface="Cambria Math" panose="02040503050406030204" pitchFamily="18" charset="0"/>
                                  </a:rPr>
                                  <m:t>0,</m:t>
                                </m:r>
                              </m:e>
                              <m:e>
                                <m:r>
                                  <m:rPr>
                                    <m:sty m:val="p"/>
                                  </m:rPr>
                                  <a:rPr lang="en-US" sz="3600" b="0" i="0" smtClean="0">
                                    <a:solidFill>
                                      <a:schemeClr val="tx1"/>
                                    </a:solidFill>
                                    <a:latin typeface="Cambria Math" panose="02040503050406030204" pitchFamily="18" charset="0"/>
                                  </a:rPr>
                                  <m:t>otherwise</m:t>
                                </m:r>
                                <m:r>
                                  <a:rPr lang="en-US" sz="3600" b="0" i="1" smtClean="0">
                                    <a:solidFill>
                                      <a:schemeClr val="tx1"/>
                                    </a:solidFill>
                                    <a:latin typeface="Cambria Math" panose="02040503050406030204" pitchFamily="18" charset="0"/>
                                  </a:rPr>
                                  <m:t>.</m:t>
                                </m:r>
                              </m:e>
                            </m:mr>
                          </m:m>
                        </m:e>
                      </m:d>
                    </m:oMath>
                  </m:oMathPara>
                </a14:m>
                <a:endParaRPr lang="en-GB" sz="3600" dirty="0">
                  <a:solidFill>
                    <a:schemeClr val="tx1"/>
                  </a:solidFill>
                </a:endParaRPr>
              </a:p>
            </p:txBody>
          </p:sp>
        </mc:Choice>
        <mc:Fallback xmlns="">
          <p:sp>
            <p:nvSpPr>
              <p:cNvPr id="4" name="TextBox 3">
                <a:extLst>
                  <a:ext uri="{FF2B5EF4-FFF2-40B4-BE49-F238E27FC236}">
                    <a16:creationId xmlns:a16="http://schemas.microsoft.com/office/drawing/2014/main" id="{6D216527-A622-B76E-5068-50DA718D46F8}"/>
                  </a:ext>
                </a:extLst>
              </p:cNvPr>
              <p:cNvSpPr txBox="1">
                <a:spLocks noRot="1" noChangeAspect="1" noMove="1" noResize="1" noEditPoints="1" noAdjustHandles="1" noChangeArrowheads="1" noChangeShapeType="1" noTextEdit="1"/>
              </p:cNvSpPr>
              <p:nvPr/>
            </p:nvSpPr>
            <p:spPr>
              <a:xfrm>
                <a:off x="-924078" y="840866"/>
                <a:ext cx="10080112" cy="132812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C51C0E-1AAE-F987-3960-C4651CCE211B}"/>
                  </a:ext>
                </a:extLst>
              </p:cNvPr>
              <p:cNvSpPr txBox="1"/>
              <p:nvPr/>
            </p:nvSpPr>
            <p:spPr>
              <a:xfrm>
                <a:off x="7176012" y="2168986"/>
                <a:ext cx="3150035" cy="584775"/>
              </a:xfrm>
              <a:prstGeom prst="rect">
                <a:avLst/>
              </a:prstGeom>
              <a:noFill/>
            </p:spPr>
            <p:txBody>
              <a:bodyPr wrap="square">
                <a:spAutoFit/>
              </a:bodyPr>
              <a:lstStyle/>
              <a:p>
                <a:pPr/>
                <a14:m>
                  <m:oMathPara xmlns:m="http://schemas.openxmlformats.org/officeDocument/2006/math">
                    <m:oMath>
                      <m:r>
                        <a:rPr lang="en-GB" sz="3200" i="1" smtClean="0">
                          <a:solidFill>
                            <a:schemeClr val="accent3"/>
                          </a:solidFill>
                          <a:latin typeface="Cambria Math" panose="02040503050406030204" pitchFamily="18" charset="0"/>
                        </a:rPr>
                        <m:t>𝑅</m:t>
                      </m:r>
                      <m:d>
                        <m:dPr>
                          <m:ctrlPr>
                            <a:rPr lang="en-GB" sz="3200" b="0" i="1" smtClean="0">
                              <a:solidFill>
                                <a:schemeClr val="accent6"/>
                              </a:solidFill>
                              <a:latin typeface="Cambria Math" panose="02040503050406030204" pitchFamily="18" charset="0"/>
                            </a:rPr>
                          </m:ctrlPr>
                        </m:dPr>
                        <m:e>
                          <m:r>
                            <a:rPr lang="en-GB" sz="3200" b="0" i="1" smtClean="0">
                              <a:solidFill>
                                <a:schemeClr val="accent6"/>
                              </a:solidFill>
                              <a:latin typeface="Cambria Math" panose="02040503050406030204" pitchFamily="18" charset="0"/>
                            </a:rPr>
                            <m:t>𝑇</m:t>
                          </m:r>
                        </m:e>
                      </m:d>
                      <m:r>
                        <a:rPr lang="en-US" sz="3200" b="0" i="1" smtClean="0">
                          <a:solidFill>
                            <a:schemeClr val="accent6"/>
                          </a:solidFill>
                          <a:latin typeface="Cambria Math" panose="02040503050406030204" pitchFamily="18" charset="0"/>
                        </a:rPr>
                        <m:t>=</m:t>
                      </m:r>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𝑛</m:t>
                          </m:r>
                        </m:e>
                        <m:sup>
                          <m:r>
                            <a:rPr lang="en-US" sz="3200" b="0" i="1" smtClean="0">
                              <a:solidFill>
                                <a:schemeClr val="tx1"/>
                              </a:solidFill>
                              <a:latin typeface="Cambria Math" panose="02040503050406030204" pitchFamily="18" charset="0"/>
                            </a:rPr>
                            <m:t>2</m:t>
                          </m:r>
                        </m:sup>
                      </m:sSup>
                    </m:oMath>
                  </m:oMathPara>
                </a14:m>
                <a:endParaRPr lang="en-GB" sz="1000" dirty="0"/>
              </a:p>
            </p:txBody>
          </p:sp>
        </mc:Choice>
        <mc:Fallback xmlns="">
          <p:sp>
            <p:nvSpPr>
              <p:cNvPr id="6" name="TextBox 5">
                <a:extLst>
                  <a:ext uri="{FF2B5EF4-FFF2-40B4-BE49-F238E27FC236}">
                    <a16:creationId xmlns:a16="http://schemas.microsoft.com/office/drawing/2014/main" id="{E5C51C0E-1AAE-F987-3960-C4651CCE211B}"/>
                  </a:ext>
                </a:extLst>
              </p:cNvPr>
              <p:cNvSpPr txBox="1">
                <a:spLocks noRot="1" noChangeAspect="1" noMove="1" noResize="1" noEditPoints="1" noAdjustHandles="1" noChangeArrowheads="1" noChangeShapeType="1" noTextEdit="1"/>
              </p:cNvSpPr>
              <p:nvPr/>
            </p:nvSpPr>
            <p:spPr>
              <a:xfrm>
                <a:off x="7176012" y="2168986"/>
                <a:ext cx="3150035" cy="58477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753040-5643-7C5A-C3D7-FE6A8EDD4488}"/>
                  </a:ext>
                </a:extLst>
              </p:cNvPr>
              <p:cNvSpPr txBox="1"/>
              <p:nvPr/>
            </p:nvSpPr>
            <p:spPr>
              <a:xfrm>
                <a:off x="9426037" y="2168986"/>
                <a:ext cx="3150035" cy="584775"/>
              </a:xfrm>
              <a:prstGeom prst="rect">
                <a:avLst/>
              </a:prstGeom>
              <a:noFill/>
            </p:spPr>
            <p:txBody>
              <a:bodyPr wrap="square">
                <a:spAutoFit/>
              </a:bodyPr>
              <a:lstStyle/>
              <a:p>
                <a:pPr/>
                <a14:m>
                  <m:oMathPara xmlns:m="http://schemas.openxmlformats.org/officeDocument/2006/math">
                    <m:oMath>
                      <m:r>
                        <a:rPr lang="en-GB" sz="3200" b="0" i="1" smtClean="0">
                          <a:solidFill>
                            <a:schemeClr val="accent2"/>
                          </a:solidFill>
                          <a:latin typeface="Cambria Math" panose="02040503050406030204" pitchFamily="18" charset="0"/>
                        </a:rPr>
                        <m:t>𝐶</m:t>
                      </m:r>
                      <m:d>
                        <m:dPr>
                          <m:ctrlPr>
                            <a:rPr lang="en-GB" sz="3200" b="0" i="1" smtClean="0">
                              <a:solidFill>
                                <a:schemeClr val="accent6"/>
                              </a:solidFill>
                              <a:latin typeface="Cambria Math" panose="02040503050406030204" pitchFamily="18" charset="0"/>
                            </a:rPr>
                          </m:ctrlPr>
                        </m:dPr>
                        <m:e>
                          <m:r>
                            <a:rPr lang="en-GB" sz="3200" b="0" i="1" smtClean="0">
                              <a:solidFill>
                                <a:schemeClr val="accent6"/>
                              </a:solidFill>
                              <a:latin typeface="Cambria Math" panose="02040503050406030204" pitchFamily="18" charset="0"/>
                            </a:rPr>
                            <m:t>𝑇</m:t>
                          </m:r>
                        </m:e>
                      </m:d>
                      <m:r>
                        <a:rPr lang="en-US" sz="3200" b="0" i="1" smtClean="0">
                          <a:solidFill>
                            <a:schemeClr val="tx1"/>
                          </a:solidFill>
                          <a:latin typeface="Cambria Math" panose="02040503050406030204" pitchFamily="18" charset="0"/>
                        </a:rPr>
                        <m:t>≤4</m:t>
                      </m:r>
                      <m:r>
                        <a:rPr lang="en-US" sz="3200" b="0" i="1" smtClean="0">
                          <a:solidFill>
                            <a:schemeClr val="tx1"/>
                          </a:solidFill>
                          <a:latin typeface="Cambria Math" panose="02040503050406030204" pitchFamily="18" charset="0"/>
                        </a:rPr>
                        <m:t>𝑛</m:t>
                      </m:r>
                    </m:oMath>
                  </m:oMathPara>
                </a14:m>
                <a:endParaRPr lang="en-GB" sz="1000" dirty="0"/>
              </a:p>
            </p:txBody>
          </p:sp>
        </mc:Choice>
        <mc:Fallback xmlns="">
          <p:sp>
            <p:nvSpPr>
              <p:cNvPr id="8" name="TextBox 7">
                <a:extLst>
                  <a:ext uri="{FF2B5EF4-FFF2-40B4-BE49-F238E27FC236}">
                    <a16:creationId xmlns:a16="http://schemas.microsoft.com/office/drawing/2014/main" id="{82753040-5643-7C5A-C3D7-FE6A8EDD4488}"/>
                  </a:ext>
                </a:extLst>
              </p:cNvPr>
              <p:cNvSpPr txBox="1">
                <a:spLocks noRot="1" noChangeAspect="1" noMove="1" noResize="1" noEditPoints="1" noAdjustHandles="1" noChangeArrowheads="1" noChangeShapeType="1" noTextEdit="1"/>
              </p:cNvSpPr>
              <p:nvPr/>
            </p:nvSpPr>
            <p:spPr>
              <a:xfrm>
                <a:off x="9426037" y="2168986"/>
                <a:ext cx="3150035" cy="58477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16E5879-1C6C-CD4F-F3AD-AC50E0277433}"/>
                  </a:ext>
                </a:extLst>
              </p:cNvPr>
              <p:cNvSpPr txBox="1"/>
              <p:nvPr/>
            </p:nvSpPr>
            <p:spPr>
              <a:xfrm>
                <a:off x="2945965" y="4059007"/>
                <a:ext cx="6753828" cy="1328120"/>
              </a:xfrm>
              <a:prstGeom prst="rect">
                <a:avLst/>
              </a:prstGeom>
              <a:noFill/>
            </p:spPr>
            <p:txBody>
              <a:bodyPr wrap="square">
                <a:spAutoFit/>
              </a:bodyPr>
              <a:lstStyle/>
              <a:p>
                <a:pPr/>
                <a14:m>
                  <m:oMathPara xmlns:m="http://schemas.openxmlformats.org/officeDocument/2006/math">
                    <m:oMath>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𝑥</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𝑦</m:t>
                          </m:r>
                        </m:e>
                      </m:d>
                      <m:r>
                        <a:rPr lang="en-US" sz="3600" b="0" i="1" smtClean="0">
                          <a:solidFill>
                            <a:schemeClr val="tx1"/>
                          </a:solidFill>
                          <a:latin typeface="Cambria Math" panose="02040503050406030204" pitchFamily="18" charset="0"/>
                        </a:rPr>
                        <m:t>=</m:t>
                      </m:r>
                      <m:d>
                        <m:dPr>
                          <m:begChr m:val="{"/>
                          <m:endChr m:val=""/>
                          <m:ctrlPr>
                            <a:rPr lang="en-GB" sz="3600" b="0" i="1" smtClean="0">
                              <a:solidFill>
                                <a:schemeClr val="tx1"/>
                              </a:solidFill>
                              <a:latin typeface="Cambria Math" panose="02040503050406030204" pitchFamily="18" charset="0"/>
                            </a:rPr>
                          </m:ctrlPr>
                        </m:dPr>
                        <m:e>
                          <m:m>
                            <m:mPr>
                              <m:mcs>
                                <m:mc>
                                  <m:mcPr>
                                    <m:count m:val="2"/>
                                    <m:mcJc m:val="center"/>
                                  </m:mcPr>
                                </m:mc>
                              </m:mcs>
                              <m:ctrlPr>
                                <a:rPr lang="en-GB" sz="3600" b="0" i="1" smtClean="0">
                                  <a:solidFill>
                                    <a:schemeClr val="tx1"/>
                                  </a:solidFill>
                                  <a:latin typeface="Cambria Math" panose="02040503050406030204" pitchFamily="18" charset="0"/>
                                </a:rPr>
                              </m:ctrlPr>
                            </m:mPr>
                            <m:mr>
                              <m:e>
                                <m:r>
                                  <m:rPr>
                                    <m:brk m:alnAt="7"/>
                                  </m:rPr>
                                  <a:rPr lang="en-US" sz="3600" b="0" i="1" smtClean="0">
                                    <a:solidFill>
                                      <a:schemeClr val="tx1"/>
                                    </a:solidFill>
                                    <a:latin typeface="Cambria Math" panose="02040503050406030204" pitchFamily="18" charset="0"/>
                                  </a:rPr>
                                  <m:t>1</m:t>
                                </m:r>
                                <m:r>
                                  <a:rPr lang="en-US" sz="3600" b="0" i="1" smtClean="0">
                                    <a:solidFill>
                                      <a:schemeClr val="tx1"/>
                                    </a:solidFill>
                                    <a:latin typeface="Cambria Math" panose="02040503050406030204" pitchFamily="18" charset="0"/>
                                  </a:rPr>
                                  <m:t>,</m:t>
                                </m:r>
                              </m:e>
                              <m:e>
                                <m:r>
                                  <a:rPr lang="en-US" sz="3600" b="0" i="1" smtClean="0">
                                    <a:solidFill>
                                      <a:schemeClr val="tx1"/>
                                    </a:solidFill>
                                    <a:latin typeface="Cambria Math" panose="02040503050406030204" pitchFamily="18" charset="0"/>
                                  </a:rPr>
                                  <m:t>𝑥</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𝑦</m:t>
                                </m:r>
                                <m:r>
                                  <a:rPr lang="en-US" sz="3600" b="0" i="1" smtClean="0">
                                    <a:solidFill>
                                      <a:schemeClr val="tx1"/>
                                    </a:solidFill>
                                    <a:latin typeface="Cambria Math" panose="02040503050406030204" pitchFamily="18" charset="0"/>
                                  </a:rPr>
                                  <m:t>;</m:t>
                                </m:r>
                              </m:e>
                            </m:mr>
                            <m:mr>
                              <m:e>
                                <m:r>
                                  <a:rPr lang="en-US" sz="3600" b="0" i="1" smtClean="0">
                                    <a:solidFill>
                                      <a:schemeClr val="tx1"/>
                                    </a:solidFill>
                                    <a:latin typeface="Cambria Math" panose="02040503050406030204" pitchFamily="18" charset="0"/>
                                  </a:rPr>
                                  <m:t>0,</m:t>
                                </m:r>
                              </m:e>
                              <m:e>
                                <m:r>
                                  <m:rPr>
                                    <m:sty m:val="p"/>
                                  </m:rPr>
                                  <a:rPr lang="en-US" sz="3600" b="0" i="0" smtClean="0">
                                    <a:solidFill>
                                      <a:schemeClr val="tx1"/>
                                    </a:solidFill>
                                    <a:latin typeface="Cambria Math" panose="02040503050406030204" pitchFamily="18" charset="0"/>
                                  </a:rPr>
                                  <m:t>otherwise</m:t>
                                </m:r>
                                <m:r>
                                  <a:rPr lang="en-US" sz="3600" b="0" i="1" smtClean="0">
                                    <a:solidFill>
                                      <a:schemeClr val="tx1"/>
                                    </a:solidFill>
                                    <a:latin typeface="Cambria Math" panose="02040503050406030204" pitchFamily="18" charset="0"/>
                                  </a:rPr>
                                  <m:t>.</m:t>
                                </m:r>
                              </m:e>
                            </m:mr>
                          </m:m>
                        </m:e>
                      </m:d>
                    </m:oMath>
                  </m:oMathPara>
                </a14:m>
                <a:endParaRPr lang="en-GB" sz="3600" dirty="0"/>
              </a:p>
            </p:txBody>
          </p:sp>
        </mc:Choice>
        <mc:Fallback xmlns="">
          <p:sp>
            <p:nvSpPr>
              <p:cNvPr id="11" name="TextBox 10">
                <a:extLst>
                  <a:ext uri="{FF2B5EF4-FFF2-40B4-BE49-F238E27FC236}">
                    <a16:creationId xmlns:a16="http://schemas.microsoft.com/office/drawing/2014/main" id="{D16E5879-1C6C-CD4F-F3AD-AC50E0277433}"/>
                  </a:ext>
                </a:extLst>
              </p:cNvPr>
              <p:cNvSpPr txBox="1">
                <a:spLocks noRot="1" noChangeAspect="1" noMove="1" noResize="1" noEditPoints="1" noAdjustHandles="1" noChangeArrowheads="1" noChangeShapeType="1" noTextEdit="1"/>
              </p:cNvSpPr>
              <p:nvPr/>
            </p:nvSpPr>
            <p:spPr>
              <a:xfrm>
                <a:off x="2945965" y="4059007"/>
                <a:ext cx="6753828" cy="132812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EA542C8-F7C4-9115-F434-E113DBD49DB3}"/>
                  </a:ext>
                </a:extLst>
              </p:cNvPr>
              <p:cNvSpPr txBox="1"/>
              <p:nvPr/>
            </p:nvSpPr>
            <p:spPr>
              <a:xfrm>
                <a:off x="2868946" y="4395698"/>
                <a:ext cx="1530017" cy="653320"/>
              </a:xfrm>
              <a:prstGeom prst="rect">
                <a:avLst/>
              </a:prstGeom>
              <a:noFill/>
            </p:spPr>
            <p:txBody>
              <a:bodyPr wrap="square">
                <a:spAutoFit/>
              </a:bodyPr>
              <a:lstStyle/>
              <a:p>
                <a:pPr/>
                <a14:m>
                  <m:oMathPara xmlns:m="http://schemas.openxmlformats.org/officeDocument/2006/math">
                    <m:oMath>
                      <m:sSub>
                        <m:sSubPr>
                          <m:ctrlPr>
                            <a:rPr lang="en-US" sz="3600" b="0" i="1" smtClean="0">
                              <a:solidFill>
                                <a:schemeClr val="accent6"/>
                              </a:solidFill>
                              <a:latin typeface="Cambria Math" panose="02040503050406030204" pitchFamily="18" charset="0"/>
                            </a:rPr>
                          </m:ctrlPr>
                        </m:sSubPr>
                        <m:e>
                          <m:r>
                            <a:rPr lang="en-US" sz="3600" b="0" i="1" smtClean="0">
                              <a:solidFill>
                                <a:schemeClr val="accent6"/>
                              </a:solidFill>
                              <a:latin typeface="Cambria Math" panose="02040503050406030204" pitchFamily="18" charset="0"/>
                            </a:rPr>
                            <m:t>𝐼</m:t>
                          </m:r>
                        </m:e>
                        <m:sub>
                          <m:sSup>
                            <m:sSupPr>
                              <m:ctrlPr>
                                <a:rPr lang="en-US" sz="3600" b="0" i="1" smtClean="0">
                                  <a:solidFill>
                                    <a:schemeClr val="accent6"/>
                                  </a:solidFill>
                                  <a:latin typeface="Cambria Math" panose="02040503050406030204" pitchFamily="18" charset="0"/>
                                </a:rPr>
                              </m:ctrlPr>
                            </m:sSupPr>
                            <m:e>
                              <m:r>
                                <a:rPr lang="en-US" sz="3600" b="0" i="1" smtClean="0">
                                  <a:solidFill>
                                    <a:schemeClr val="accent6"/>
                                  </a:solidFill>
                                  <a:latin typeface="Cambria Math" panose="02040503050406030204" pitchFamily="18" charset="0"/>
                                </a:rPr>
                                <m:t>𝑛</m:t>
                              </m:r>
                            </m:e>
                            <m:sup>
                              <m:r>
                                <a:rPr lang="en-US" sz="3600" b="0" i="1" smtClean="0">
                                  <a:solidFill>
                                    <a:schemeClr val="accent6"/>
                                  </a:solidFill>
                                  <a:latin typeface="Cambria Math" panose="02040503050406030204" pitchFamily="18" charset="0"/>
                                </a:rPr>
                                <m:t>2</m:t>
                              </m:r>
                            </m:sup>
                          </m:sSup>
                        </m:sub>
                      </m:sSub>
                    </m:oMath>
                  </m:oMathPara>
                </a14:m>
                <a:endParaRPr lang="en-GB" sz="3600" dirty="0">
                  <a:solidFill>
                    <a:schemeClr val="accent6"/>
                  </a:solidFill>
                </a:endParaRPr>
              </a:p>
            </p:txBody>
          </p:sp>
        </mc:Choice>
        <mc:Fallback xmlns="">
          <p:sp>
            <p:nvSpPr>
              <p:cNvPr id="13" name="TextBox 12">
                <a:extLst>
                  <a:ext uri="{FF2B5EF4-FFF2-40B4-BE49-F238E27FC236}">
                    <a16:creationId xmlns:a16="http://schemas.microsoft.com/office/drawing/2014/main" id="{9EA542C8-F7C4-9115-F434-E113DBD49DB3}"/>
                  </a:ext>
                </a:extLst>
              </p:cNvPr>
              <p:cNvSpPr txBox="1">
                <a:spLocks noRot="1" noChangeAspect="1" noMove="1" noResize="1" noEditPoints="1" noAdjustHandles="1" noChangeArrowheads="1" noChangeShapeType="1" noTextEdit="1"/>
              </p:cNvSpPr>
              <p:nvPr/>
            </p:nvSpPr>
            <p:spPr>
              <a:xfrm>
                <a:off x="2868946" y="4395698"/>
                <a:ext cx="1530017" cy="653320"/>
              </a:xfrm>
              <a:prstGeom prst="rect">
                <a:avLst/>
              </a:prstGeom>
              <a:blipFill>
                <a:blip r:embed="rId8"/>
                <a:stretch>
                  <a:fillRect/>
                </a:stretch>
              </a:blipFill>
            </p:spPr>
            <p:txBody>
              <a:bodyPr/>
              <a:lstStyle/>
              <a:p>
                <a:r>
                  <a:rPr lang="en-GB">
                    <a:noFill/>
                  </a:rPr>
                  <a:t> </a:t>
                </a:r>
              </a:p>
            </p:txBody>
          </p:sp>
        </mc:Fallback>
      </mc:AlternateContent>
      <p:grpSp>
        <p:nvGrpSpPr>
          <p:cNvPr id="48" name="Group 47">
            <a:extLst>
              <a:ext uri="{FF2B5EF4-FFF2-40B4-BE49-F238E27FC236}">
                <a16:creationId xmlns:a16="http://schemas.microsoft.com/office/drawing/2014/main" id="{162BFAEB-EA8F-86DA-AD5E-2CD05937BC98}"/>
              </a:ext>
            </a:extLst>
          </p:cNvPr>
          <p:cNvGrpSpPr/>
          <p:nvPr/>
        </p:nvGrpSpPr>
        <p:grpSpPr>
          <a:xfrm>
            <a:off x="1595950" y="1988984"/>
            <a:ext cx="2520028" cy="2430027"/>
            <a:chOff x="1595950" y="1988984"/>
            <a:chExt cx="2520028" cy="2430027"/>
          </a:xfrm>
        </p:grpSpPr>
        <p:cxnSp>
          <p:nvCxnSpPr>
            <p:cNvPr id="33" name="Straight Connector 32">
              <a:extLst>
                <a:ext uri="{FF2B5EF4-FFF2-40B4-BE49-F238E27FC236}">
                  <a16:creationId xmlns:a16="http://schemas.microsoft.com/office/drawing/2014/main" id="{F67AF833-A155-7A21-6EF9-26BAB208E278}"/>
                </a:ext>
              </a:extLst>
            </p:cNvPr>
            <p:cNvCxnSpPr/>
            <p:nvPr/>
          </p:nvCxnSpPr>
          <p:spPr>
            <a:xfrm flipH="1">
              <a:off x="1595950" y="1988984"/>
              <a:ext cx="180002" cy="810009"/>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52BDCD4-15EC-1095-9D33-EB3A4832FA7B}"/>
                </a:ext>
              </a:extLst>
            </p:cNvPr>
            <p:cNvCxnSpPr>
              <a:cxnSpLocks/>
            </p:cNvCxnSpPr>
            <p:nvPr/>
          </p:nvCxnSpPr>
          <p:spPr>
            <a:xfrm flipH="1">
              <a:off x="1595950" y="1988984"/>
              <a:ext cx="990011" cy="810009"/>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A1AC6A9-CCC8-DA14-3DE2-8FD3C0ED4346}"/>
                </a:ext>
              </a:extLst>
            </p:cNvPr>
            <p:cNvCxnSpPr>
              <a:cxnSpLocks/>
            </p:cNvCxnSpPr>
            <p:nvPr/>
          </p:nvCxnSpPr>
          <p:spPr>
            <a:xfrm>
              <a:off x="1595950" y="2798993"/>
              <a:ext cx="2520028" cy="1620018"/>
            </a:xfrm>
            <a:prstGeom prst="line">
              <a:avLst/>
            </a:prstGeom>
            <a:ln w="38100">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D75E5E52-8CA2-A9FD-2CFF-0BF38C450C57}"/>
              </a:ext>
            </a:extLst>
          </p:cNvPr>
          <p:cNvGrpSpPr/>
          <p:nvPr/>
        </p:nvGrpSpPr>
        <p:grpSpPr>
          <a:xfrm>
            <a:off x="2225957" y="1988984"/>
            <a:ext cx="2430027" cy="2430027"/>
            <a:chOff x="2225957" y="1988984"/>
            <a:chExt cx="2430027" cy="2430027"/>
          </a:xfrm>
        </p:grpSpPr>
        <p:cxnSp>
          <p:nvCxnSpPr>
            <p:cNvPr id="37" name="Straight Connector 36">
              <a:extLst>
                <a:ext uri="{FF2B5EF4-FFF2-40B4-BE49-F238E27FC236}">
                  <a16:creationId xmlns:a16="http://schemas.microsoft.com/office/drawing/2014/main" id="{F7F26A74-F241-7927-C67A-188A191F2DBE}"/>
                </a:ext>
              </a:extLst>
            </p:cNvPr>
            <p:cNvCxnSpPr>
              <a:cxnSpLocks/>
            </p:cNvCxnSpPr>
            <p:nvPr/>
          </p:nvCxnSpPr>
          <p:spPr>
            <a:xfrm>
              <a:off x="3035966" y="1988984"/>
              <a:ext cx="180002" cy="810009"/>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01F59166-D811-1F99-0828-A00A1A1FE5B6}"/>
                </a:ext>
              </a:extLst>
            </p:cNvPr>
            <p:cNvCxnSpPr>
              <a:cxnSpLocks/>
            </p:cNvCxnSpPr>
            <p:nvPr/>
          </p:nvCxnSpPr>
          <p:spPr>
            <a:xfrm>
              <a:off x="2225957" y="1988984"/>
              <a:ext cx="990011" cy="810009"/>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D03654C-E8FC-B6C7-8006-EB41CDDB4B6E}"/>
                </a:ext>
              </a:extLst>
            </p:cNvPr>
            <p:cNvCxnSpPr>
              <a:cxnSpLocks/>
            </p:cNvCxnSpPr>
            <p:nvPr/>
          </p:nvCxnSpPr>
          <p:spPr>
            <a:xfrm>
              <a:off x="3215968" y="2798993"/>
              <a:ext cx="1440016" cy="1620018"/>
            </a:xfrm>
            <a:prstGeom prst="line">
              <a:avLst/>
            </a:prstGeom>
            <a:ln w="38100">
              <a:solidFill>
                <a:schemeClr val="accent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919810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1A7E-A4EB-A902-7CAB-EB7D2FDE5FA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7378C6-A19D-F8C0-8966-3BACF01C8E62}"/>
                  </a:ext>
                </a:extLst>
              </p:cNvPr>
              <p:cNvSpPr txBox="1"/>
              <p:nvPr/>
            </p:nvSpPr>
            <p:spPr>
              <a:xfrm>
                <a:off x="2855964" y="1448978"/>
                <a:ext cx="6480072" cy="1323439"/>
              </a:xfrm>
              <a:prstGeom prst="rect">
                <a:avLst/>
              </a:prstGeom>
              <a:noFill/>
            </p:spPr>
            <p:txBody>
              <a:bodyPr wrap="square" rtlCol="0">
                <a:spAutoFit/>
              </a:bodyPr>
              <a:lstStyle/>
              <a:p>
                <a:pPr/>
                <a14:m>
                  <m:oMathPara xmlns:m="http://schemas.openxmlformats.org/officeDocument/2006/math">
                    <m:oMathParaPr>
                      <m:jc m:val="center"/>
                    </m:oMathParaPr>
                    <m:oMath>
                      <m:r>
                        <a:rPr lang="en-GB" sz="8000" b="0" i="1" smtClean="0">
                          <a:solidFill>
                            <a:schemeClr val="accent3"/>
                          </a:solidFill>
                          <a:latin typeface="Cambria Math" panose="02040503050406030204" pitchFamily="18" charset="0"/>
                        </a:rPr>
                        <m:t>𝑅</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r>
                        <a:rPr lang="en-GB" sz="8000" b="0" i="1" smtClean="0">
                          <a:latin typeface="Cambria Math" panose="02040503050406030204" pitchFamily="18" charset="0"/>
                        </a:rPr>
                        <m:t>≈</m:t>
                      </m:r>
                      <m:r>
                        <a:rPr lang="en-GB" sz="8000" b="0" i="1" smtClean="0">
                          <a:solidFill>
                            <a:schemeClr val="accent2"/>
                          </a:solidFill>
                          <a:latin typeface="Cambria Math" panose="02040503050406030204" pitchFamily="18" charset="0"/>
                        </a:rPr>
                        <m:t>𝐶</m:t>
                      </m:r>
                      <m:d>
                        <m:dPr>
                          <m:ctrlPr>
                            <a:rPr lang="en-GB" sz="8000" b="0" i="1" smtClean="0">
                              <a:solidFill>
                                <a:schemeClr val="accent6"/>
                              </a:solidFill>
                              <a:latin typeface="Cambria Math" panose="02040503050406030204" pitchFamily="18" charset="0"/>
                            </a:rPr>
                          </m:ctrlPr>
                        </m:dPr>
                        <m:e>
                          <m:r>
                            <a:rPr lang="en-GB" sz="8000" b="0" i="1" smtClean="0">
                              <a:solidFill>
                                <a:schemeClr val="accent6"/>
                              </a:solidFill>
                              <a:latin typeface="Cambria Math" panose="02040503050406030204" pitchFamily="18" charset="0"/>
                            </a:rPr>
                            <m:t>𝑇</m:t>
                          </m:r>
                        </m:e>
                      </m:d>
                    </m:oMath>
                  </m:oMathPara>
                </a14:m>
                <a:endParaRPr lang="en-GB" sz="8000" dirty="0"/>
              </a:p>
            </p:txBody>
          </p:sp>
        </mc:Choice>
        <mc:Fallback xmlns="">
          <p:sp>
            <p:nvSpPr>
              <p:cNvPr id="2" name="TextBox 1">
                <a:extLst>
                  <a:ext uri="{FF2B5EF4-FFF2-40B4-BE49-F238E27FC236}">
                    <a16:creationId xmlns:a16="http://schemas.microsoft.com/office/drawing/2014/main" id="{407378C6-A19D-F8C0-8966-3BACF01C8E62}"/>
                  </a:ext>
                </a:extLst>
              </p:cNvPr>
              <p:cNvSpPr txBox="1">
                <a:spLocks noRot="1" noChangeAspect="1" noMove="1" noResize="1" noEditPoints="1" noAdjustHandles="1" noChangeArrowheads="1" noChangeShapeType="1" noTextEdit="1"/>
              </p:cNvSpPr>
              <p:nvPr/>
            </p:nvSpPr>
            <p:spPr>
              <a:xfrm>
                <a:off x="2855964" y="1448978"/>
                <a:ext cx="6480072" cy="1323439"/>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77B37ACC-8FA6-2DF1-C61C-3ECE0D0D93C9}"/>
              </a:ext>
            </a:extLst>
          </p:cNvPr>
          <p:cNvSpPr txBox="1"/>
          <p:nvPr/>
        </p:nvSpPr>
        <p:spPr>
          <a:xfrm>
            <a:off x="1055944" y="548968"/>
            <a:ext cx="2520028" cy="646331"/>
          </a:xfrm>
          <a:prstGeom prst="rect">
            <a:avLst/>
          </a:prstGeom>
          <a:noFill/>
        </p:spPr>
        <p:txBody>
          <a:bodyPr wrap="square" rtlCol="0">
            <a:spAutoFit/>
          </a:bodyPr>
          <a:lstStyle/>
          <a:p>
            <a:pPr algn="ctr"/>
            <a:r>
              <a:rPr lang="en-GB" sz="3600" dirty="0">
                <a:solidFill>
                  <a:schemeClr val="accent3"/>
                </a:solidFill>
              </a:rPr>
              <a:t>rank</a:t>
            </a:r>
          </a:p>
        </p:txBody>
      </p:sp>
      <p:sp>
        <p:nvSpPr>
          <p:cNvPr id="6" name="TextBox 5">
            <a:extLst>
              <a:ext uri="{FF2B5EF4-FFF2-40B4-BE49-F238E27FC236}">
                <a16:creationId xmlns:a16="http://schemas.microsoft.com/office/drawing/2014/main" id="{0F2A7670-B2B2-9581-5BDD-D2FE3F36C347}"/>
              </a:ext>
            </a:extLst>
          </p:cNvPr>
          <p:cNvSpPr txBox="1"/>
          <p:nvPr/>
        </p:nvSpPr>
        <p:spPr>
          <a:xfrm>
            <a:off x="8616028" y="548968"/>
            <a:ext cx="2520028" cy="646331"/>
          </a:xfrm>
          <a:prstGeom prst="rect">
            <a:avLst/>
          </a:prstGeom>
          <a:noFill/>
        </p:spPr>
        <p:txBody>
          <a:bodyPr wrap="square" rtlCol="0">
            <a:spAutoFit/>
          </a:bodyPr>
          <a:lstStyle/>
          <a:p>
            <a:pPr algn="ctr"/>
            <a:r>
              <a:rPr lang="en-GB" sz="3600" dirty="0">
                <a:solidFill>
                  <a:schemeClr val="accent2"/>
                </a:solidFill>
              </a:rPr>
              <a:t>complexity </a:t>
            </a:r>
          </a:p>
        </p:txBody>
      </p:sp>
      <p:cxnSp>
        <p:nvCxnSpPr>
          <p:cNvPr id="18" name="Connector: Curved 17">
            <a:extLst>
              <a:ext uri="{FF2B5EF4-FFF2-40B4-BE49-F238E27FC236}">
                <a16:creationId xmlns:a16="http://schemas.microsoft.com/office/drawing/2014/main" id="{D6F61D21-9845-F4B3-D471-FEABF5329B19}"/>
              </a:ext>
            </a:extLst>
          </p:cNvPr>
          <p:cNvCxnSpPr>
            <a:stCxn id="3" idx="2"/>
            <a:endCxn id="2" idx="1"/>
          </p:cNvCxnSpPr>
          <p:nvPr/>
        </p:nvCxnSpPr>
        <p:spPr>
          <a:xfrm rot="16200000" flipH="1">
            <a:off x="2128262" y="1382995"/>
            <a:ext cx="915399" cy="540006"/>
          </a:xfrm>
          <a:prstGeom prst="curvedConnector2">
            <a:avLst/>
          </a:prstGeom>
          <a:ln w="381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731C24F4-69C0-0A85-3070-1F344B169F1E}"/>
              </a:ext>
            </a:extLst>
          </p:cNvPr>
          <p:cNvCxnSpPr>
            <a:stCxn id="6" idx="2"/>
            <a:endCxn id="2" idx="3"/>
          </p:cNvCxnSpPr>
          <p:nvPr/>
        </p:nvCxnSpPr>
        <p:spPr>
          <a:xfrm rot="5400000">
            <a:off x="9148340" y="1382995"/>
            <a:ext cx="915399" cy="540006"/>
          </a:xfrm>
          <a:prstGeom prst="curvedConnector2">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1" name="Left Brace 20">
            <a:extLst>
              <a:ext uri="{FF2B5EF4-FFF2-40B4-BE49-F238E27FC236}">
                <a16:creationId xmlns:a16="http://schemas.microsoft.com/office/drawing/2014/main" id="{4F16174E-5ED2-C17B-7806-554C5D51190E}"/>
              </a:ext>
            </a:extLst>
          </p:cNvPr>
          <p:cNvSpPr/>
          <p:nvPr/>
        </p:nvSpPr>
        <p:spPr>
          <a:xfrm rot="16200000">
            <a:off x="5870999" y="953972"/>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8FD46C0B-40EC-FEED-6F24-EC731C18FA41}"/>
              </a:ext>
            </a:extLst>
          </p:cNvPr>
          <p:cNvSpPr txBox="1"/>
          <p:nvPr/>
        </p:nvSpPr>
        <p:spPr>
          <a:xfrm>
            <a:off x="4408481" y="1538979"/>
            <a:ext cx="3375038" cy="1323439"/>
          </a:xfrm>
          <a:prstGeom prst="rect">
            <a:avLst/>
          </a:prstGeom>
          <a:noFill/>
        </p:spPr>
        <p:txBody>
          <a:bodyPr wrap="square" rtlCol="0">
            <a:spAutoFit/>
          </a:bodyPr>
          <a:lstStyle/>
          <a:p>
            <a:pPr algn="ctr"/>
            <a:r>
              <a:rPr lang="en-GB" sz="8000" b="1" dirty="0">
                <a:solidFill>
                  <a:schemeClr val="accent6"/>
                </a:solidFill>
              </a:rPr>
              <a:t>／</a:t>
            </a:r>
            <a:endParaRPr lang="en-GB" sz="49600" b="1" dirty="0">
              <a:solidFill>
                <a:schemeClr val="accent6"/>
              </a:solidFill>
            </a:endParaRPr>
          </a:p>
        </p:txBody>
      </p:sp>
      <p:sp>
        <p:nvSpPr>
          <p:cNvPr id="9" name="TextBox 8">
            <a:extLst>
              <a:ext uri="{FF2B5EF4-FFF2-40B4-BE49-F238E27FC236}">
                <a16:creationId xmlns:a16="http://schemas.microsoft.com/office/drawing/2014/main" id="{0BA5B09D-174B-B648-E3F8-43D5C3A67142}"/>
              </a:ext>
            </a:extLst>
          </p:cNvPr>
          <p:cNvSpPr txBox="1"/>
          <p:nvPr/>
        </p:nvSpPr>
        <p:spPr>
          <a:xfrm>
            <a:off x="4385981" y="3338999"/>
            <a:ext cx="3375038" cy="646331"/>
          </a:xfrm>
          <a:prstGeom prst="rect">
            <a:avLst/>
          </a:prstGeom>
          <a:noFill/>
        </p:spPr>
        <p:txBody>
          <a:bodyPr wrap="square" rtlCol="0">
            <a:spAutoFit/>
          </a:bodyPr>
          <a:lstStyle/>
          <a:p>
            <a:pPr algn="ctr"/>
            <a:r>
              <a:rPr lang="en-GB" sz="3600" dirty="0"/>
              <a:t>    -tensor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66243F7-EC8F-0948-9678-3D6FE3694316}"/>
                  </a:ext>
                </a:extLst>
              </p:cNvPr>
              <p:cNvSpPr txBox="1"/>
              <p:nvPr/>
            </p:nvSpPr>
            <p:spPr>
              <a:xfrm>
                <a:off x="5078387" y="3338999"/>
                <a:ext cx="747610" cy="646331"/>
              </a:xfrm>
              <a:prstGeom prst="rect">
                <a:avLst/>
              </a:prstGeom>
              <a:noFill/>
            </p:spPr>
            <p:txBody>
              <a:bodyPr wrap="square" rtlCol="0">
                <a:spAutoFit/>
              </a:bodyPr>
              <a:lstStyle/>
              <a:p>
                <a:pPr algn="ctr"/>
                <a14:m>
                  <m:oMathPara xmlns:m="http://schemas.openxmlformats.org/officeDocument/2006/math">
                    <m:oMath>
                      <m:r>
                        <a:rPr lang="en-US" sz="3600" b="0" i="1" smtClean="0">
                          <a:solidFill>
                            <a:schemeClr val="accent6"/>
                          </a:solidFill>
                          <a:latin typeface="Cambria Math" panose="02040503050406030204" pitchFamily="18" charset="0"/>
                        </a:rPr>
                        <m:t>4</m:t>
                      </m:r>
                    </m:oMath>
                  </m:oMathPara>
                </a14:m>
                <a:endParaRPr lang="en-GB" sz="3600" dirty="0">
                  <a:solidFill>
                    <a:schemeClr val="accent6"/>
                  </a:solidFill>
                </a:endParaRPr>
              </a:p>
            </p:txBody>
          </p:sp>
        </mc:Choice>
        <mc:Fallback xmlns="">
          <p:sp>
            <p:nvSpPr>
              <p:cNvPr id="15" name="TextBox 14">
                <a:extLst>
                  <a:ext uri="{FF2B5EF4-FFF2-40B4-BE49-F238E27FC236}">
                    <a16:creationId xmlns:a16="http://schemas.microsoft.com/office/drawing/2014/main" id="{E66243F7-EC8F-0948-9678-3D6FE3694316}"/>
                  </a:ext>
                </a:extLst>
              </p:cNvPr>
              <p:cNvSpPr txBox="1">
                <a:spLocks noRot="1" noChangeAspect="1" noMove="1" noResize="1" noEditPoints="1" noAdjustHandles="1" noChangeArrowheads="1" noChangeShapeType="1" noTextEdit="1"/>
              </p:cNvSpPr>
              <p:nvPr/>
            </p:nvSpPr>
            <p:spPr>
              <a:xfrm>
                <a:off x="5078387" y="3338999"/>
                <a:ext cx="747610" cy="646331"/>
              </a:xfrm>
              <a:prstGeom prst="rect">
                <a:avLst/>
              </a:prstGeom>
              <a:blipFill>
                <a:blip r:embed="rId3"/>
                <a:stretch>
                  <a:fillRect/>
                </a:stretch>
              </a:blipFill>
            </p:spPr>
            <p:txBody>
              <a:bodyPr/>
              <a:lstStyle/>
              <a:p>
                <a:r>
                  <a:rPr lang="en-GB">
                    <a:noFill/>
                  </a:rPr>
                  <a:t> </a:t>
                </a:r>
              </a:p>
            </p:txBody>
          </p:sp>
        </mc:Fallback>
      </mc:AlternateContent>
      <p:sp>
        <p:nvSpPr>
          <p:cNvPr id="22" name="Left Brace 21">
            <a:extLst>
              <a:ext uri="{FF2B5EF4-FFF2-40B4-BE49-F238E27FC236}">
                <a16:creationId xmlns:a16="http://schemas.microsoft.com/office/drawing/2014/main" id="{5330E42F-42CB-B016-4163-E57754EDEEEA}"/>
              </a:ext>
            </a:extLst>
          </p:cNvPr>
          <p:cNvSpPr/>
          <p:nvPr/>
        </p:nvSpPr>
        <p:spPr>
          <a:xfrm rot="5400000">
            <a:off x="5870997" y="2123986"/>
            <a:ext cx="450005" cy="4320048"/>
          </a:xfrm>
          <a:prstGeom prst="leftBrace">
            <a:avLst>
              <a:gd name="adj1" fmla="val 82839"/>
              <a:gd name="adj2" fmla="val 50000"/>
            </a:avLst>
          </a:prstGeom>
          <a:ln w="38100">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B299390-37EB-3F1C-FA74-AB53CE1025B9}"/>
                  </a:ext>
                </a:extLst>
              </p:cNvPr>
              <p:cNvSpPr txBox="1"/>
              <p:nvPr/>
            </p:nvSpPr>
            <p:spPr>
              <a:xfrm>
                <a:off x="2855964"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1B299390-37EB-3F1C-FA74-AB53CE1025B9}"/>
                  </a:ext>
                </a:extLst>
              </p:cNvPr>
              <p:cNvSpPr txBox="1">
                <a:spLocks noRot="1" noChangeAspect="1" noMove="1" noResize="1" noEditPoints="1" noAdjustHandles="1" noChangeArrowheads="1" noChangeShapeType="1" noTextEdit="1"/>
              </p:cNvSpPr>
              <p:nvPr/>
            </p:nvSpPr>
            <p:spPr>
              <a:xfrm>
                <a:off x="2855964" y="4599013"/>
                <a:ext cx="1080012"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5403044-0CB7-C509-28AB-E399DF038631}"/>
                  </a:ext>
                </a:extLst>
              </p:cNvPr>
              <p:cNvSpPr txBox="1"/>
              <p:nvPr/>
            </p:nvSpPr>
            <p:spPr>
              <a:xfrm>
                <a:off x="3575972" y="4599013"/>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A5403044-0CB7-C509-28AB-E399DF038631}"/>
                  </a:ext>
                </a:extLst>
              </p:cNvPr>
              <p:cNvSpPr txBox="1">
                <a:spLocks noRot="1" noChangeAspect="1" noMove="1" noResize="1" noEditPoints="1" noAdjustHandles="1" noChangeArrowheads="1" noChangeShapeType="1" noTextEdit="1"/>
              </p:cNvSpPr>
              <p:nvPr/>
            </p:nvSpPr>
            <p:spPr>
              <a:xfrm>
                <a:off x="3575972" y="4599013"/>
                <a:ext cx="1260014"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98B74BA-FA74-2C26-A336-4A1670C264BC}"/>
                  </a:ext>
                </a:extLst>
              </p:cNvPr>
              <p:cNvSpPr txBox="1"/>
              <p:nvPr/>
            </p:nvSpPr>
            <p:spPr>
              <a:xfrm>
                <a:off x="7716018" y="4599013"/>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A98B74BA-FA74-2C26-A336-4A1670C264BC}"/>
                  </a:ext>
                </a:extLst>
              </p:cNvPr>
              <p:cNvSpPr txBox="1">
                <a:spLocks noRot="1" noChangeAspect="1" noMove="1" noResize="1" noEditPoints="1" noAdjustHandles="1" noChangeArrowheads="1" noChangeShapeType="1" noTextEdit="1"/>
              </p:cNvSpPr>
              <p:nvPr/>
            </p:nvSpPr>
            <p:spPr>
              <a:xfrm>
                <a:off x="7716018" y="4599013"/>
                <a:ext cx="1530017"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1AFBCFB-835C-08DA-3169-21BDC267E48A}"/>
                  </a:ext>
                </a:extLst>
              </p:cNvPr>
              <p:cNvSpPr txBox="1"/>
              <p:nvPr/>
            </p:nvSpPr>
            <p:spPr>
              <a:xfrm>
                <a:off x="4655984" y="4599013"/>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71AFBCFB-835C-08DA-3169-21BDC267E48A}"/>
                  </a:ext>
                </a:extLst>
              </p:cNvPr>
              <p:cNvSpPr txBox="1">
                <a:spLocks noRot="1" noChangeAspect="1" noMove="1" noResize="1" noEditPoints="1" noAdjustHandles="1" noChangeArrowheads="1" noChangeShapeType="1" noTextEdit="1"/>
              </p:cNvSpPr>
              <p:nvPr/>
            </p:nvSpPr>
            <p:spPr>
              <a:xfrm>
                <a:off x="4655984" y="4599013"/>
                <a:ext cx="1170013"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99B7B91-1F8D-E02A-4FBF-AD8931585B6A}"/>
                  </a:ext>
                </a:extLst>
              </p:cNvPr>
              <p:cNvSpPr txBox="1"/>
              <p:nvPr/>
            </p:nvSpPr>
            <p:spPr>
              <a:xfrm>
                <a:off x="5915998" y="4599013"/>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D99B7B91-1F8D-E02A-4FBF-AD8931585B6A}"/>
                  </a:ext>
                </a:extLst>
              </p:cNvPr>
              <p:cNvSpPr txBox="1">
                <a:spLocks noRot="1" noChangeAspect="1" noMove="1" noResize="1" noEditPoints="1" noAdjustHandles="1" noChangeArrowheads="1" noChangeShapeType="1" noTextEdit="1"/>
              </p:cNvSpPr>
              <p:nvPr/>
            </p:nvSpPr>
            <p:spPr>
              <a:xfrm>
                <a:off x="5915998" y="4599013"/>
                <a:ext cx="1890021"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C097669-DF41-92F3-63C1-1ACB210B78B3}"/>
                  </a:ext>
                </a:extLst>
              </p:cNvPr>
              <p:cNvSpPr txBox="1"/>
              <p:nvPr/>
            </p:nvSpPr>
            <p:spPr>
              <a:xfrm>
                <a:off x="5465993"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DC097669-DF41-92F3-63C1-1ACB210B78B3}"/>
                  </a:ext>
                </a:extLst>
              </p:cNvPr>
              <p:cNvSpPr txBox="1">
                <a:spLocks noRot="1" noChangeAspect="1" noMove="1" noResize="1" noEditPoints="1" noAdjustHandles="1" noChangeArrowheads="1" noChangeShapeType="1" noTextEdit="1"/>
              </p:cNvSpPr>
              <p:nvPr/>
            </p:nvSpPr>
            <p:spPr>
              <a:xfrm>
                <a:off x="5465993" y="4599013"/>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42E1194-13DC-A1EF-B3C3-D7B9C3590A13}"/>
                  </a:ext>
                </a:extLst>
              </p:cNvPr>
              <p:cNvSpPr txBox="1"/>
              <p:nvPr/>
            </p:nvSpPr>
            <p:spPr>
              <a:xfrm>
                <a:off x="7176012" y="4599013"/>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342E1194-13DC-A1EF-B3C3-D7B9C3590A13}"/>
                  </a:ext>
                </a:extLst>
              </p:cNvPr>
              <p:cNvSpPr txBox="1">
                <a:spLocks noRot="1" noChangeAspect="1" noMove="1" noResize="1" noEditPoints="1" noAdjustHandles="1" noChangeArrowheads="1" noChangeShapeType="1" noTextEdit="1"/>
              </p:cNvSpPr>
              <p:nvPr/>
            </p:nvSpPr>
            <p:spPr>
              <a:xfrm>
                <a:off x="7176012" y="4599013"/>
                <a:ext cx="1080012" cy="1015663"/>
              </a:xfrm>
              <a:prstGeom prst="rect">
                <a:avLst/>
              </a:prstGeom>
              <a:blipFill>
                <a:blip r:embed="rId10"/>
                <a:stretch>
                  <a:fillRect/>
                </a:stretch>
              </a:blipFill>
            </p:spPr>
            <p:txBody>
              <a:bodyPr/>
              <a:lstStyle/>
              <a:p>
                <a:r>
                  <a:rPr lang="en-GB">
                    <a:noFill/>
                  </a:rPr>
                  <a:t> </a:t>
                </a:r>
              </a:p>
            </p:txBody>
          </p:sp>
        </mc:Fallback>
      </mc:AlternateContent>
      <p:sp>
        <p:nvSpPr>
          <p:cNvPr id="40" name="TextBox 39">
            <a:extLst>
              <a:ext uri="{FF2B5EF4-FFF2-40B4-BE49-F238E27FC236}">
                <a16:creationId xmlns:a16="http://schemas.microsoft.com/office/drawing/2014/main" id="{9C191A91-E809-6EE7-B9C9-160C1F6EF75F}"/>
              </a:ext>
            </a:extLst>
          </p:cNvPr>
          <p:cNvSpPr txBox="1"/>
          <p:nvPr/>
        </p:nvSpPr>
        <p:spPr>
          <a:xfrm>
            <a:off x="3485971" y="3842156"/>
            <a:ext cx="3375038" cy="2646878"/>
          </a:xfrm>
          <a:prstGeom prst="rect">
            <a:avLst/>
          </a:prstGeom>
          <a:noFill/>
        </p:spPr>
        <p:txBody>
          <a:bodyPr wrap="square" rtlCol="0">
            <a:spAutoFit/>
          </a:bodyPr>
          <a:lstStyle/>
          <a:p>
            <a:pPr algn="ctr"/>
            <a:r>
              <a:rPr lang="en-GB" sz="16600" dirty="0">
                <a:solidFill>
                  <a:schemeClr val="accent6"/>
                </a:solidFill>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224B87-CE52-A158-99AE-DD9D11D25137}"/>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87224B87-CE52-A158-99AE-DD9D11D25137}"/>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140906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0FB5C-54DA-359E-BD5B-7C679EF81FF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10B9CE7-CABA-B48B-EB54-A46F3324F48A}"/>
                  </a:ext>
                </a:extLst>
              </p:cNvPr>
              <p:cNvSpPr txBox="1"/>
              <p:nvPr/>
            </p:nvSpPr>
            <p:spPr>
              <a:xfrm>
                <a:off x="285596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F10B9CE7-CABA-B48B-EB54-A46F3324F48A}"/>
                  </a:ext>
                </a:extLst>
              </p:cNvPr>
              <p:cNvSpPr txBox="1">
                <a:spLocks noRot="1" noChangeAspect="1" noMove="1" noResize="1" noEditPoints="1" noAdjustHandles="1" noChangeArrowheads="1" noChangeShapeType="1" noTextEdit="1"/>
              </p:cNvSpPr>
              <p:nvPr/>
            </p:nvSpPr>
            <p:spPr>
              <a:xfrm>
                <a:off x="2855964" y="728970"/>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DCFE66C-3BA6-2B31-BE16-8B1ABF70B014}"/>
                  </a:ext>
                </a:extLst>
              </p:cNvPr>
              <p:cNvSpPr txBox="1"/>
              <p:nvPr/>
            </p:nvSpPr>
            <p:spPr>
              <a:xfrm>
                <a:off x="3575972"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9DCFE66C-3BA6-2B31-BE16-8B1ABF70B014}"/>
                  </a:ext>
                </a:extLst>
              </p:cNvPr>
              <p:cNvSpPr txBox="1">
                <a:spLocks noRot="1" noChangeAspect="1" noMove="1" noResize="1" noEditPoints="1" noAdjustHandles="1" noChangeArrowheads="1" noChangeShapeType="1" noTextEdit="1"/>
              </p:cNvSpPr>
              <p:nvPr/>
            </p:nvSpPr>
            <p:spPr>
              <a:xfrm>
                <a:off x="3575972" y="728970"/>
                <a:ext cx="1260014"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8C3FDBF-11AB-2CD1-B29C-C2E022615678}"/>
                  </a:ext>
                </a:extLst>
              </p:cNvPr>
              <p:cNvSpPr txBox="1"/>
              <p:nvPr/>
            </p:nvSpPr>
            <p:spPr>
              <a:xfrm>
                <a:off x="7716018"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58C3FDBF-11AB-2CD1-B29C-C2E022615678}"/>
                  </a:ext>
                </a:extLst>
              </p:cNvPr>
              <p:cNvSpPr txBox="1">
                <a:spLocks noRot="1" noChangeAspect="1" noMove="1" noResize="1" noEditPoints="1" noAdjustHandles="1" noChangeArrowheads="1" noChangeShapeType="1" noTextEdit="1"/>
              </p:cNvSpPr>
              <p:nvPr/>
            </p:nvSpPr>
            <p:spPr>
              <a:xfrm>
                <a:off x="7716018" y="728970"/>
                <a:ext cx="1530017"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DF36B1A-AF74-E9D2-E7B7-021638CF6EBE}"/>
                  </a:ext>
                </a:extLst>
              </p:cNvPr>
              <p:cNvSpPr txBox="1"/>
              <p:nvPr/>
            </p:nvSpPr>
            <p:spPr>
              <a:xfrm>
                <a:off x="4655984"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DDF36B1A-AF74-E9D2-E7B7-021638CF6EBE}"/>
                  </a:ext>
                </a:extLst>
              </p:cNvPr>
              <p:cNvSpPr txBox="1">
                <a:spLocks noRot="1" noChangeAspect="1" noMove="1" noResize="1" noEditPoints="1" noAdjustHandles="1" noChangeArrowheads="1" noChangeShapeType="1" noTextEdit="1"/>
              </p:cNvSpPr>
              <p:nvPr/>
            </p:nvSpPr>
            <p:spPr>
              <a:xfrm>
                <a:off x="4655984" y="728970"/>
                <a:ext cx="1170013"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7A65E4B-AC0E-7C9D-0652-CFF3D59C2F2E}"/>
                  </a:ext>
                </a:extLst>
              </p:cNvPr>
              <p:cNvSpPr txBox="1"/>
              <p:nvPr/>
            </p:nvSpPr>
            <p:spPr>
              <a:xfrm>
                <a:off x="5915998"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A7A65E4B-AC0E-7C9D-0652-CFF3D59C2F2E}"/>
                  </a:ext>
                </a:extLst>
              </p:cNvPr>
              <p:cNvSpPr txBox="1">
                <a:spLocks noRot="1" noChangeAspect="1" noMove="1" noResize="1" noEditPoints="1" noAdjustHandles="1" noChangeArrowheads="1" noChangeShapeType="1" noTextEdit="1"/>
              </p:cNvSpPr>
              <p:nvPr/>
            </p:nvSpPr>
            <p:spPr>
              <a:xfrm>
                <a:off x="5915998" y="728970"/>
                <a:ext cx="1890021"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C50EFA2-9F64-0B13-49C2-117E31E09012}"/>
                  </a:ext>
                </a:extLst>
              </p:cNvPr>
              <p:cNvSpPr txBox="1"/>
              <p:nvPr/>
            </p:nvSpPr>
            <p:spPr>
              <a:xfrm>
                <a:off x="5465993"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4C50EFA2-9F64-0B13-49C2-117E31E09012}"/>
                  </a:ext>
                </a:extLst>
              </p:cNvPr>
              <p:cNvSpPr txBox="1">
                <a:spLocks noRot="1" noChangeAspect="1" noMove="1" noResize="1" noEditPoints="1" noAdjustHandles="1" noChangeArrowheads="1" noChangeShapeType="1" noTextEdit="1"/>
              </p:cNvSpPr>
              <p:nvPr/>
            </p:nvSpPr>
            <p:spPr>
              <a:xfrm>
                <a:off x="5465993" y="728970"/>
                <a:ext cx="1080012"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D43F71D-A7A3-F859-4094-24994ED6950B}"/>
                  </a:ext>
                </a:extLst>
              </p:cNvPr>
              <p:cNvSpPr txBox="1"/>
              <p:nvPr/>
            </p:nvSpPr>
            <p:spPr>
              <a:xfrm>
                <a:off x="7176012"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0D43F71D-A7A3-F859-4094-24994ED6950B}"/>
                  </a:ext>
                </a:extLst>
              </p:cNvPr>
              <p:cNvSpPr txBox="1">
                <a:spLocks noRot="1" noChangeAspect="1" noMove="1" noResize="1" noEditPoints="1" noAdjustHandles="1" noChangeArrowheads="1" noChangeShapeType="1" noTextEdit="1"/>
              </p:cNvSpPr>
              <p:nvPr/>
            </p:nvSpPr>
            <p:spPr>
              <a:xfrm>
                <a:off x="7176012" y="728970"/>
                <a:ext cx="1080012" cy="1015663"/>
              </a:xfrm>
              <a:prstGeom prst="rect">
                <a:avLst/>
              </a:prstGeom>
              <a:blipFill>
                <a:blip r:embed="rId8"/>
                <a:stretch>
                  <a:fillRect/>
                </a:stretch>
              </a:blipFill>
            </p:spPr>
            <p:txBody>
              <a:bodyPr/>
              <a:lstStyle/>
              <a:p>
                <a:r>
                  <a:rPr lang="en-GB">
                    <a:noFill/>
                  </a:rPr>
                  <a:t> </a:t>
                </a:r>
              </a:p>
            </p:txBody>
          </p:sp>
        </mc:Fallback>
      </mc:AlternateContent>
      <p:sp>
        <p:nvSpPr>
          <p:cNvPr id="40" name="TextBox 39">
            <a:extLst>
              <a:ext uri="{FF2B5EF4-FFF2-40B4-BE49-F238E27FC236}">
                <a16:creationId xmlns:a16="http://schemas.microsoft.com/office/drawing/2014/main" id="{B2A74448-288B-6007-183D-2754D437B209}"/>
              </a:ext>
            </a:extLst>
          </p:cNvPr>
          <p:cNvSpPr txBox="1"/>
          <p:nvPr/>
        </p:nvSpPr>
        <p:spPr>
          <a:xfrm>
            <a:off x="3485971" y="-27887"/>
            <a:ext cx="3375038" cy="2646878"/>
          </a:xfrm>
          <a:prstGeom prst="rect">
            <a:avLst/>
          </a:prstGeom>
          <a:noFill/>
        </p:spPr>
        <p:txBody>
          <a:bodyPr wrap="square" rtlCol="0">
            <a:spAutoFit/>
          </a:bodyPr>
          <a:lstStyle/>
          <a:p>
            <a:pPr algn="ctr"/>
            <a:r>
              <a:rPr lang="en-GB" sz="16600" dirty="0">
                <a:solidFill>
                  <a:schemeClr val="accent6"/>
                </a:solidFill>
              </a:rPr>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9A5FC23-C589-40AF-A52D-DB8D2082B722}"/>
                  </a:ext>
                </a:extLst>
              </p:cNvPr>
              <p:cNvSpPr txBox="1"/>
              <p:nvPr/>
            </p:nvSpPr>
            <p:spPr>
              <a:xfrm>
                <a:off x="9516038" y="98963"/>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5" name="TextBox 4">
                <a:extLst>
                  <a:ext uri="{FF2B5EF4-FFF2-40B4-BE49-F238E27FC236}">
                    <a16:creationId xmlns:a16="http://schemas.microsoft.com/office/drawing/2014/main" id="{E9A5FC23-C589-40AF-A52D-DB8D2082B722}"/>
                  </a:ext>
                </a:extLst>
              </p:cNvPr>
              <p:cNvSpPr txBox="1">
                <a:spLocks noRot="1" noChangeAspect="1" noMove="1" noResize="1" noEditPoints="1" noAdjustHandles="1" noChangeArrowheads="1" noChangeShapeType="1" noTextEdit="1"/>
              </p:cNvSpPr>
              <p:nvPr/>
            </p:nvSpPr>
            <p:spPr>
              <a:xfrm>
                <a:off x="9516038" y="98963"/>
                <a:ext cx="2507994" cy="646331"/>
              </a:xfrm>
              <a:prstGeom prst="rect">
                <a:avLst/>
              </a:prstGeom>
              <a:blipFill>
                <a:blip r:embed="rId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7358893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6F08-4F10-8D94-0A44-4EAAA039786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7A4E48B-0450-43C3-84A9-8F98F3019C59}"/>
                  </a:ext>
                </a:extLst>
              </p:cNvPr>
              <p:cNvSpPr txBox="1"/>
              <p:nvPr/>
            </p:nvSpPr>
            <p:spPr>
              <a:xfrm>
                <a:off x="285596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37A4E48B-0450-43C3-84A9-8F98F3019C59}"/>
                  </a:ext>
                </a:extLst>
              </p:cNvPr>
              <p:cNvSpPr txBox="1">
                <a:spLocks noRot="1" noChangeAspect="1" noMove="1" noResize="1" noEditPoints="1" noAdjustHandles="1" noChangeArrowheads="1" noChangeShapeType="1" noTextEdit="1"/>
              </p:cNvSpPr>
              <p:nvPr/>
            </p:nvSpPr>
            <p:spPr>
              <a:xfrm>
                <a:off x="2855964" y="728970"/>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9B58B8E-2B22-BAB5-C61D-D863C0421E03}"/>
                  </a:ext>
                </a:extLst>
              </p:cNvPr>
              <p:cNvSpPr txBox="1"/>
              <p:nvPr/>
            </p:nvSpPr>
            <p:spPr>
              <a:xfrm>
                <a:off x="3575972"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79B58B8E-2B22-BAB5-C61D-D863C0421E03}"/>
                  </a:ext>
                </a:extLst>
              </p:cNvPr>
              <p:cNvSpPr txBox="1">
                <a:spLocks noRot="1" noChangeAspect="1" noMove="1" noResize="1" noEditPoints="1" noAdjustHandles="1" noChangeArrowheads="1" noChangeShapeType="1" noTextEdit="1"/>
              </p:cNvSpPr>
              <p:nvPr/>
            </p:nvSpPr>
            <p:spPr>
              <a:xfrm>
                <a:off x="3575972" y="728970"/>
                <a:ext cx="1260014"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31C6954-A376-6F0C-F489-8B58579F8F04}"/>
                  </a:ext>
                </a:extLst>
              </p:cNvPr>
              <p:cNvSpPr txBox="1"/>
              <p:nvPr/>
            </p:nvSpPr>
            <p:spPr>
              <a:xfrm>
                <a:off x="7716018"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531C6954-A376-6F0C-F489-8B58579F8F04}"/>
                  </a:ext>
                </a:extLst>
              </p:cNvPr>
              <p:cNvSpPr txBox="1">
                <a:spLocks noRot="1" noChangeAspect="1" noMove="1" noResize="1" noEditPoints="1" noAdjustHandles="1" noChangeArrowheads="1" noChangeShapeType="1" noTextEdit="1"/>
              </p:cNvSpPr>
              <p:nvPr/>
            </p:nvSpPr>
            <p:spPr>
              <a:xfrm>
                <a:off x="7716018" y="728970"/>
                <a:ext cx="1530017"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0EED509-9549-1094-625B-ED5C404F8A3A}"/>
                  </a:ext>
                </a:extLst>
              </p:cNvPr>
              <p:cNvSpPr txBox="1"/>
              <p:nvPr/>
            </p:nvSpPr>
            <p:spPr>
              <a:xfrm>
                <a:off x="4655984"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30EED509-9549-1094-625B-ED5C404F8A3A}"/>
                  </a:ext>
                </a:extLst>
              </p:cNvPr>
              <p:cNvSpPr txBox="1">
                <a:spLocks noRot="1" noChangeAspect="1" noMove="1" noResize="1" noEditPoints="1" noAdjustHandles="1" noChangeArrowheads="1" noChangeShapeType="1" noTextEdit="1"/>
              </p:cNvSpPr>
              <p:nvPr/>
            </p:nvSpPr>
            <p:spPr>
              <a:xfrm>
                <a:off x="4655984" y="728970"/>
                <a:ext cx="1170013"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3660A3E-0939-ECBF-BC5A-A91BEB0C6E74}"/>
                  </a:ext>
                </a:extLst>
              </p:cNvPr>
              <p:cNvSpPr txBox="1"/>
              <p:nvPr/>
            </p:nvSpPr>
            <p:spPr>
              <a:xfrm>
                <a:off x="5915998"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A3660A3E-0939-ECBF-BC5A-A91BEB0C6E74}"/>
                  </a:ext>
                </a:extLst>
              </p:cNvPr>
              <p:cNvSpPr txBox="1">
                <a:spLocks noRot="1" noChangeAspect="1" noMove="1" noResize="1" noEditPoints="1" noAdjustHandles="1" noChangeArrowheads="1" noChangeShapeType="1" noTextEdit="1"/>
              </p:cNvSpPr>
              <p:nvPr/>
            </p:nvSpPr>
            <p:spPr>
              <a:xfrm>
                <a:off x="5915998" y="728970"/>
                <a:ext cx="1890021"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E6DF534-A944-5CA3-97E2-FA6E2322A12B}"/>
                  </a:ext>
                </a:extLst>
              </p:cNvPr>
              <p:cNvSpPr txBox="1"/>
              <p:nvPr/>
            </p:nvSpPr>
            <p:spPr>
              <a:xfrm>
                <a:off x="5465993"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EE6DF534-A944-5CA3-97E2-FA6E2322A12B}"/>
                  </a:ext>
                </a:extLst>
              </p:cNvPr>
              <p:cNvSpPr txBox="1">
                <a:spLocks noRot="1" noChangeAspect="1" noMove="1" noResize="1" noEditPoints="1" noAdjustHandles="1" noChangeArrowheads="1" noChangeShapeType="1" noTextEdit="1"/>
              </p:cNvSpPr>
              <p:nvPr/>
            </p:nvSpPr>
            <p:spPr>
              <a:xfrm>
                <a:off x="5465993" y="728970"/>
                <a:ext cx="1080012"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56D5226-18E3-FD55-F8EC-15DFD27306B6}"/>
                  </a:ext>
                </a:extLst>
              </p:cNvPr>
              <p:cNvSpPr txBox="1"/>
              <p:nvPr/>
            </p:nvSpPr>
            <p:spPr>
              <a:xfrm>
                <a:off x="7176012"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C56D5226-18E3-FD55-F8EC-15DFD27306B6}"/>
                  </a:ext>
                </a:extLst>
              </p:cNvPr>
              <p:cNvSpPr txBox="1">
                <a:spLocks noRot="1" noChangeAspect="1" noMove="1" noResize="1" noEditPoints="1" noAdjustHandles="1" noChangeArrowheads="1" noChangeShapeType="1" noTextEdit="1"/>
              </p:cNvSpPr>
              <p:nvPr/>
            </p:nvSpPr>
            <p:spPr>
              <a:xfrm>
                <a:off x="7176012"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B50484-5DB7-109C-73DE-67B11BD3CCAE}"/>
                  </a:ext>
                </a:extLst>
              </p:cNvPr>
              <p:cNvSpPr txBox="1"/>
              <p:nvPr/>
            </p:nvSpPr>
            <p:spPr>
              <a:xfrm>
                <a:off x="9516038" y="98963"/>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C7B50484-5DB7-109C-73DE-67B11BD3CCAE}"/>
                  </a:ext>
                </a:extLst>
              </p:cNvPr>
              <p:cNvSpPr txBox="1">
                <a:spLocks noRot="1" noChangeAspect="1" noMove="1" noResize="1" noEditPoints="1" noAdjustHandles="1" noChangeArrowheads="1" noChangeShapeType="1" noTextEdit="1"/>
              </p:cNvSpPr>
              <p:nvPr/>
            </p:nvSpPr>
            <p:spPr>
              <a:xfrm>
                <a:off x="9516038" y="98963"/>
                <a:ext cx="2507994" cy="64633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40563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73AF-483F-A078-F761-0A767BEA04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C7C301D-5AD7-CFEF-A6A2-F20F42FB2E50}"/>
                  </a:ext>
                </a:extLst>
              </p:cNvPr>
              <p:cNvSpPr txBox="1"/>
              <p:nvPr/>
            </p:nvSpPr>
            <p:spPr>
              <a:xfrm>
                <a:off x="285596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C7C301D-5AD7-CFEF-A6A2-F20F42FB2E50}"/>
                  </a:ext>
                </a:extLst>
              </p:cNvPr>
              <p:cNvSpPr txBox="1">
                <a:spLocks noRot="1" noChangeAspect="1" noMove="1" noResize="1" noEditPoints="1" noAdjustHandles="1" noChangeArrowheads="1" noChangeShapeType="1" noTextEdit="1"/>
              </p:cNvSpPr>
              <p:nvPr/>
            </p:nvSpPr>
            <p:spPr>
              <a:xfrm>
                <a:off x="2855964" y="728970"/>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B70384F-25EA-DD02-908D-6BB8535F212F}"/>
                  </a:ext>
                </a:extLst>
              </p:cNvPr>
              <p:cNvSpPr txBox="1"/>
              <p:nvPr/>
            </p:nvSpPr>
            <p:spPr>
              <a:xfrm>
                <a:off x="3575972"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7B70384F-25EA-DD02-908D-6BB8535F212F}"/>
                  </a:ext>
                </a:extLst>
              </p:cNvPr>
              <p:cNvSpPr txBox="1">
                <a:spLocks noRot="1" noChangeAspect="1" noMove="1" noResize="1" noEditPoints="1" noAdjustHandles="1" noChangeArrowheads="1" noChangeShapeType="1" noTextEdit="1"/>
              </p:cNvSpPr>
              <p:nvPr/>
            </p:nvSpPr>
            <p:spPr>
              <a:xfrm>
                <a:off x="3575972" y="728970"/>
                <a:ext cx="1260014"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7409C76-B103-E20F-BF2B-F7D69045CFBA}"/>
                  </a:ext>
                </a:extLst>
              </p:cNvPr>
              <p:cNvSpPr txBox="1"/>
              <p:nvPr/>
            </p:nvSpPr>
            <p:spPr>
              <a:xfrm>
                <a:off x="7716018"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A7409C76-B103-E20F-BF2B-F7D69045CFBA}"/>
                  </a:ext>
                </a:extLst>
              </p:cNvPr>
              <p:cNvSpPr txBox="1">
                <a:spLocks noRot="1" noChangeAspect="1" noMove="1" noResize="1" noEditPoints="1" noAdjustHandles="1" noChangeArrowheads="1" noChangeShapeType="1" noTextEdit="1"/>
              </p:cNvSpPr>
              <p:nvPr/>
            </p:nvSpPr>
            <p:spPr>
              <a:xfrm>
                <a:off x="7716018" y="728970"/>
                <a:ext cx="1530017"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1AE6D80-F19E-ECF6-2A5C-18CC1559D2C5}"/>
                  </a:ext>
                </a:extLst>
              </p:cNvPr>
              <p:cNvSpPr txBox="1"/>
              <p:nvPr/>
            </p:nvSpPr>
            <p:spPr>
              <a:xfrm>
                <a:off x="4655984"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81AE6D80-F19E-ECF6-2A5C-18CC1559D2C5}"/>
                  </a:ext>
                </a:extLst>
              </p:cNvPr>
              <p:cNvSpPr txBox="1">
                <a:spLocks noRot="1" noChangeAspect="1" noMove="1" noResize="1" noEditPoints="1" noAdjustHandles="1" noChangeArrowheads="1" noChangeShapeType="1" noTextEdit="1"/>
              </p:cNvSpPr>
              <p:nvPr/>
            </p:nvSpPr>
            <p:spPr>
              <a:xfrm>
                <a:off x="4655984" y="728970"/>
                <a:ext cx="1170013"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78440CC-A1CF-D038-04FF-1A11D317B747}"/>
                  </a:ext>
                </a:extLst>
              </p:cNvPr>
              <p:cNvSpPr txBox="1"/>
              <p:nvPr/>
            </p:nvSpPr>
            <p:spPr>
              <a:xfrm>
                <a:off x="5915998"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B78440CC-A1CF-D038-04FF-1A11D317B747}"/>
                  </a:ext>
                </a:extLst>
              </p:cNvPr>
              <p:cNvSpPr txBox="1">
                <a:spLocks noRot="1" noChangeAspect="1" noMove="1" noResize="1" noEditPoints="1" noAdjustHandles="1" noChangeArrowheads="1" noChangeShapeType="1" noTextEdit="1"/>
              </p:cNvSpPr>
              <p:nvPr/>
            </p:nvSpPr>
            <p:spPr>
              <a:xfrm>
                <a:off x="5915998" y="728970"/>
                <a:ext cx="1890021"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771927D-5AA1-2251-3E1E-987C68A0ED1E}"/>
                  </a:ext>
                </a:extLst>
              </p:cNvPr>
              <p:cNvSpPr txBox="1"/>
              <p:nvPr/>
            </p:nvSpPr>
            <p:spPr>
              <a:xfrm>
                <a:off x="5465993"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E771927D-5AA1-2251-3E1E-987C68A0ED1E}"/>
                  </a:ext>
                </a:extLst>
              </p:cNvPr>
              <p:cNvSpPr txBox="1">
                <a:spLocks noRot="1" noChangeAspect="1" noMove="1" noResize="1" noEditPoints="1" noAdjustHandles="1" noChangeArrowheads="1" noChangeShapeType="1" noTextEdit="1"/>
              </p:cNvSpPr>
              <p:nvPr/>
            </p:nvSpPr>
            <p:spPr>
              <a:xfrm>
                <a:off x="5465993" y="728970"/>
                <a:ext cx="1080012"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1F40114-8CB6-35B7-CA18-B2E8C71005E2}"/>
                  </a:ext>
                </a:extLst>
              </p:cNvPr>
              <p:cNvSpPr txBox="1"/>
              <p:nvPr/>
            </p:nvSpPr>
            <p:spPr>
              <a:xfrm>
                <a:off x="7176012"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D1F40114-8CB6-35B7-CA18-B2E8C71005E2}"/>
                  </a:ext>
                </a:extLst>
              </p:cNvPr>
              <p:cNvSpPr txBox="1">
                <a:spLocks noRot="1" noChangeAspect="1" noMove="1" noResize="1" noEditPoints="1" noAdjustHandles="1" noChangeArrowheads="1" noChangeShapeType="1" noTextEdit="1"/>
              </p:cNvSpPr>
              <p:nvPr/>
            </p:nvSpPr>
            <p:spPr>
              <a:xfrm>
                <a:off x="7176012" y="728970"/>
                <a:ext cx="1080012" cy="1015663"/>
              </a:xfrm>
              <a:prstGeom prst="rect">
                <a:avLst/>
              </a:prstGeom>
              <a:blipFill>
                <a:blip r:embed="rId8"/>
                <a:stretch>
                  <a:fillRect/>
                </a:stretch>
              </a:blipFill>
            </p:spPr>
            <p:txBody>
              <a:bodyPr/>
              <a:lstStyle/>
              <a:p>
                <a:r>
                  <a:rPr lang="en-GB">
                    <a:noFill/>
                  </a:rPr>
                  <a:t> </a:t>
                </a:r>
              </a:p>
            </p:txBody>
          </p:sp>
        </mc:Fallback>
      </mc:AlternateContent>
      <p:pic>
        <p:nvPicPr>
          <p:cNvPr id="3" name="Picture 2" descr="Iceberg PNGs for Free Download">
            <a:extLst>
              <a:ext uri="{FF2B5EF4-FFF2-40B4-BE49-F238E27FC236}">
                <a16:creationId xmlns:a16="http://schemas.microsoft.com/office/drawing/2014/main" id="{93BB20DA-D5CA-56B6-2705-DAB2E7602606}"/>
              </a:ext>
            </a:extLst>
          </p:cNvPr>
          <p:cNvPicPr>
            <a:picLocks noChangeAspect="1"/>
          </p:cNvPicPr>
          <p:nvPr/>
        </p:nvPicPr>
        <p:blipFill>
          <a:blip r:embed="rId9"/>
          <a:stretch>
            <a:fillRect/>
          </a:stretch>
        </p:blipFill>
        <p:spPr>
          <a:xfrm>
            <a:off x="11406059" y="-441043"/>
            <a:ext cx="7740086" cy="774008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918563-F2DF-B14C-7B2D-5627B9DB460F}"/>
                  </a:ext>
                </a:extLst>
              </p:cNvPr>
              <p:cNvSpPr txBox="1"/>
              <p:nvPr/>
            </p:nvSpPr>
            <p:spPr>
              <a:xfrm>
                <a:off x="9516038" y="98963"/>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9" name="TextBox 8">
                <a:extLst>
                  <a:ext uri="{FF2B5EF4-FFF2-40B4-BE49-F238E27FC236}">
                    <a16:creationId xmlns:a16="http://schemas.microsoft.com/office/drawing/2014/main" id="{AD918563-F2DF-B14C-7B2D-5627B9DB460F}"/>
                  </a:ext>
                </a:extLst>
              </p:cNvPr>
              <p:cNvSpPr txBox="1">
                <a:spLocks noRot="1" noChangeAspect="1" noMove="1" noResize="1" noEditPoints="1" noAdjustHandles="1" noChangeArrowheads="1" noChangeShapeType="1" noTextEdit="1"/>
              </p:cNvSpPr>
              <p:nvPr/>
            </p:nvSpPr>
            <p:spPr>
              <a:xfrm>
                <a:off x="9516038" y="98963"/>
                <a:ext cx="2507994" cy="646331"/>
              </a:xfrm>
              <a:prstGeom prst="rect">
                <a:avLst/>
              </a:prstGeom>
              <a:blipFill>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6640619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72F3-2499-8186-883C-C885E7259D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A9C666C-C90B-1A9B-8361-64C137D69B88}"/>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4A9C666C-C90B-1A9B-8361-64C137D69B88}"/>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8A9DB46-7E02-3378-EA29-5D108358E7E4}"/>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18A9DB46-7E02-3378-EA29-5D108358E7E4}"/>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69F0280-FFB2-A265-5228-D3E4EA2B4D16}"/>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469F0280-FFB2-A265-5228-D3E4EA2B4D16}"/>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785AEB7-D22B-F29C-0C2A-07014D920A28}"/>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5785AEB7-D22B-F29C-0C2A-07014D920A28}"/>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7D4983E-87AF-A898-F710-9715A6CC4921}"/>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C7D4983E-87AF-A898-F710-9715A6CC4921}"/>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43AA3BD-A170-D632-0420-7E9663AA41D9}"/>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243AA3BD-A170-D632-0420-7E9663AA41D9}"/>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071B2C5-23CE-E0AA-0FBB-2BFEDD31CFB7}"/>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7071B2C5-23CE-E0AA-0FBB-2BFEDD31CFB7}"/>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5CE548-43D5-90CE-3C43-E7B886DBFE01}"/>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BB5CE548-43D5-90CE-3C43-E7B886DBFE01}"/>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CFE58BB5-440A-31B0-7480-11F7D535A704}"/>
              </a:ext>
            </a:extLst>
          </p:cNvPr>
          <p:cNvSpPr/>
          <p:nvPr/>
        </p:nvSpPr>
        <p:spPr>
          <a:xfrm>
            <a:off x="2225957" y="1808982"/>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accent1"/>
                </a:solidFill>
              </a:rPr>
              <a:t>3-tensor</a:t>
            </a:r>
          </a:p>
        </p:txBody>
      </p:sp>
      <p:pic>
        <p:nvPicPr>
          <p:cNvPr id="7" name="Picture 6" descr="Iceberg PNGs for Free Download">
            <a:extLst>
              <a:ext uri="{FF2B5EF4-FFF2-40B4-BE49-F238E27FC236}">
                <a16:creationId xmlns:a16="http://schemas.microsoft.com/office/drawing/2014/main" id="{0DD9AC92-3E5F-B871-DD92-23323C6BAF5E}"/>
              </a:ext>
            </a:extLst>
          </p:cNvPr>
          <p:cNvPicPr>
            <a:picLocks noChangeAspect="1"/>
          </p:cNvPicPr>
          <p:nvPr/>
        </p:nvPicPr>
        <p:blipFill>
          <a:blip r:embed="rId11"/>
          <a:stretch>
            <a:fillRect/>
          </a:stretch>
        </p:blipFill>
        <p:spPr>
          <a:xfrm>
            <a:off x="7131000" y="-441043"/>
            <a:ext cx="7740086" cy="7740086"/>
          </a:xfrm>
          <a:prstGeom prst="rect">
            <a:avLst/>
          </a:prstGeom>
        </p:spPr>
      </p:pic>
    </p:spTree>
    <p:extLst>
      <p:ext uri="{BB962C8B-B14F-4D97-AF65-F5344CB8AC3E}">
        <p14:creationId xmlns:p14="http://schemas.microsoft.com/office/powerpoint/2010/main" val="3632670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62897-7050-7FE4-BB08-EC6E83CDE6E5}"/>
            </a:ext>
          </a:extLst>
        </p:cNvPr>
        <p:cNvGrpSpPr/>
        <p:nvPr/>
      </p:nvGrpSpPr>
      <p:grpSpPr>
        <a:xfrm>
          <a:off x="0" y="0"/>
          <a:ext cx="0" cy="0"/>
          <a:chOff x="0" y="0"/>
          <a:chExt cx="0" cy="0"/>
        </a:xfrm>
      </p:grpSpPr>
      <p:pic>
        <p:nvPicPr>
          <p:cNvPr id="3" name="Picture 2" descr="Iceberg PNGs for Free Download">
            <a:extLst>
              <a:ext uri="{FF2B5EF4-FFF2-40B4-BE49-F238E27FC236}">
                <a16:creationId xmlns:a16="http://schemas.microsoft.com/office/drawing/2014/main" id="{96B9CCA2-26B5-76CC-7514-DEA8AC48ED50}"/>
              </a:ext>
            </a:extLst>
          </p:cNvPr>
          <p:cNvPicPr>
            <a:picLocks noChangeAspect="1"/>
          </p:cNvPicPr>
          <p:nvPr/>
        </p:nvPicPr>
        <p:blipFill>
          <a:blip r:embed="rId2"/>
          <a:stretch>
            <a:fillRect/>
          </a:stretch>
        </p:blipFill>
        <p:spPr>
          <a:xfrm>
            <a:off x="7131000" y="-441043"/>
            <a:ext cx="7740086" cy="7740086"/>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1F76F15-A2BF-B062-2153-05FFFC1F6158}"/>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1F76F15-A2BF-B062-2153-05FFFC1F6158}"/>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AE8EE94-EC9C-B438-788D-2DEFD1EB25B6}"/>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DAE8EE94-EC9C-B438-788D-2DEFD1EB25B6}"/>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AB0F6AF-E1B8-A5C0-392C-94413A3FE044}"/>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7AB0F6AF-E1B8-A5C0-392C-94413A3FE044}"/>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64BD8F8-745F-5B76-2B37-9A0328C5B45C}"/>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564BD8F8-745F-5B76-2B37-9A0328C5B45C}"/>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09E32F6-28C5-94D0-F5D9-5F338E60F6CB}"/>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709E32F6-28C5-94D0-F5D9-5F338E60F6CB}"/>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BEAEC91-CDAD-D4C7-D523-98AF68F91F77}"/>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FBEAEC91-CDAD-D4C7-D523-98AF68F91F77}"/>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FF4987E-C086-B382-97A6-2704EDC35530}"/>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4FF4987E-C086-B382-97A6-2704EDC35530}"/>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8554C5-07CC-E96F-9480-C021B3C7A659}"/>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8F8554C5-07CC-E96F-9480-C021B3C7A659}"/>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4736ED72-975A-AB03-F110-1E5D003F59F3}"/>
              </a:ext>
            </a:extLst>
          </p:cNvPr>
          <p:cNvSpPr/>
          <p:nvPr/>
        </p:nvSpPr>
        <p:spPr>
          <a:xfrm>
            <a:off x="9516038" y="1448978"/>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3-tensor</a:t>
            </a:r>
          </a:p>
        </p:txBody>
      </p:sp>
      <p:sp>
        <p:nvSpPr>
          <p:cNvPr id="13" name="Rectangle 12">
            <a:extLst>
              <a:ext uri="{FF2B5EF4-FFF2-40B4-BE49-F238E27FC236}">
                <a16:creationId xmlns:a16="http://schemas.microsoft.com/office/drawing/2014/main" id="{060BA49C-0AA5-9F26-9817-27A7728B8377}"/>
              </a:ext>
            </a:extLst>
          </p:cNvPr>
          <p:cNvSpPr/>
          <p:nvPr/>
        </p:nvSpPr>
        <p:spPr>
          <a:xfrm>
            <a:off x="2225957" y="1808982"/>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accent1"/>
                </a:solidFill>
              </a:rPr>
              <a:t>4-tensor</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FD085DD-BAA8-EE0F-7F42-AEE562B8E668}"/>
                  </a:ext>
                </a:extLst>
              </p:cNvPr>
              <p:cNvSpPr/>
              <p:nvPr/>
            </p:nvSpPr>
            <p:spPr>
              <a:xfrm>
                <a:off x="2225957" y="2978995"/>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6000" b="0" i="1" smtClean="0">
                          <a:solidFill>
                            <a:schemeClr val="accent6"/>
                          </a:solidFill>
                          <a:latin typeface="Cambria Math" panose="02040503050406030204" pitchFamily="18" charset="0"/>
                        </a:rPr>
                        <m:t>𝜔</m:t>
                      </m:r>
                      <m:r>
                        <a:rPr lang="en-GB" sz="6000" b="0" i="1" smtClean="0">
                          <a:solidFill>
                            <a:schemeClr val="accent6"/>
                          </a:solidFill>
                          <a:latin typeface="Cambria Math" panose="02040503050406030204" pitchFamily="18" charset="0"/>
                        </a:rPr>
                        <m:t>=2</m:t>
                      </m:r>
                    </m:oMath>
                  </m:oMathPara>
                </a14:m>
                <a:endParaRPr lang="en-GB" sz="6000" dirty="0">
                  <a:solidFill>
                    <a:schemeClr val="accent6"/>
                  </a:solidFill>
                </a:endParaRPr>
              </a:p>
            </p:txBody>
          </p:sp>
        </mc:Choice>
        <mc:Fallback xmlns="">
          <p:sp>
            <p:nvSpPr>
              <p:cNvPr id="15" name="Rectangle 14">
                <a:extLst>
                  <a:ext uri="{FF2B5EF4-FFF2-40B4-BE49-F238E27FC236}">
                    <a16:creationId xmlns:a16="http://schemas.microsoft.com/office/drawing/2014/main" id="{6FD085DD-BAA8-EE0F-7F42-AEE562B8E668}"/>
                  </a:ext>
                </a:extLst>
              </p:cNvPr>
              <p:cNvSpPr>
                <a:spLocks noRot="1" noChangeAspect="1" noMove="1" noResize="1" noEditPoints="1" noAdjustHandles="1" noChangeArrowheads="1" noChangeShapeType="1" noTextEdit="1"/>
              </p:cNvSpPr>
              <p:nvPr/>
            </p:nvSpPr>
            <p:spPr>
              <a:xfrm>
                <a:off x="2225957" y="2978995"/>
                <a:ext cx="3960044" cy="900010"/>
              </a:xfrm>
              <a:prstGeom prst="rect">
                <a:avLst/>
              </a:prstGeom>
              <a:blipFill>
                <a:blip r:embed="rId11"/>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899863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3631-BE13-4643-A182-FE6DB3271310}"/>
            </a:ext>
          </a:extLst>
        </p:cNvPr>
        <p:cNvGrpSpPr/>
        <p:nvPr/>
      </p:nvGrpSpPr>
      <p:grpSpPr>
        <a:xfrm>
          <a:off x="0" y="0"/>
          <a:ext cx="0" cy="0"/>
          <a:chOff x="0" y="0"/>
          <a:chExt cx="0" cy="0"/>
        </a:xfrm>
      </p:grpSpPr>
      <p:pic>
        <p:nvPicPr>
          <p:cNvPr id="3" name="Picture 2" descr="Iceberg PNGs for Free Download">
            <a:extLst>
              <a:ext uri="{FF2B5EF4-FFF2-40B4-BE49-F238E27FC236}">
                <a16:creationId xmlns:a16="http://schemas.microsoft.com/office/drawing/2014/main" id="{1D62674A-E0A2-B24F-4EDA-63BAD7CF83F6}"/>
              </a:ext>
            </a:extLst>
          </p:cNvPr>
          <p:cNvPicPr>
            <a:picLocks noChangeAspect="1"/>
          </p:cNvPicPr>
          <p:nvPr/>
        </p:nvPicPr>
        <p:blipFill>
          <a:blip r:embed="rId2"/>
          <a:stretch>
            <a:fillRect/>
          </a:stretch>
        </p:blipFill>
        <p:spPr>
          <a:xfrm>
            <a:off x="7131000" y="-441043"/>
            <a:ext cx="7740086" cy="7740086"/>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7F84E0-679C-263D-DA5F-8FD6444E841D}"/>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7F84E0-679C-263D-DA5F-8FD6444E841D}"/>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F5AC68-C728-1536-3C1A-C73860C35237}"/>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71F5AC68-C728-1536-3C1A-C73860C35237}"/>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8FD27DD-2ED6-DB85-A1E9-73D09D28C2F5}"/>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78FD27DD-2ED6-DB85-A1E9-73D09D28C2F5}"/>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2695290-B59E-92F5-5A27-2A436DD36A02}"/>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82695290-B59E-92F5-5A27-2A436DD36A02}"/>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2983172-57B1-2610-ADD0-2A62C26B990C}"/>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12983172-57B1-2610-ADD0-2A62C26B990C}"/>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600171-98BE-F6E4-1172-69B4E370D31D}"/>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74600171-98BE-F6E4-1172-69B4E370D31D}"/>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8019937-6B75-7E33-2D17-643229288C86}"/>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D8019937-6B75-7E33-2D17-643229288C86}"/>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258CC1-7C35-E333-A842-244479B6113D}"/>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C8258CC1-7C35-E333-A842-244479B6113D}"/>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560DE644-A550-C063-4BCF-5C939CC0A6E2}"/>
              </a:ext>
            </a:extLst>
          </p:cNvPr>
          <p:cNvSpPr/>
          <p:nvPr/>
        </p:nvSpPr>
        <p:spPr>
          <a:xfrm>
            <a:off x="9516038" y="1448978"/>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3-tensor</a:t>
            </a:r>
          </a:p>
        </p:txBody>
      </p:sp>
      <p:sp>
        <p:nvSpPr>
          <p:cNvPr id="13" name="Rectangle 12">
            <a:extLst>
              <a:ext uri="{FF2B5EF4-FFF2-40B4-BE49-F238E27FC236}">
                <a16:creationId xmlns:a16="http://schemas.microsoft.com/office/drawing/2014/main" id="{17F0333F-7F80-C260-83F8-B780F097BD34}"/>
              </a:ext>
            </a:extLst>
          </p:cNvPr>
          <p:cNvSpPr/>
          <p:nvPr/>
        </p:nvSpPr>
        <p:spPr>
          <a:xfrm>
            <a:off x="2225957" y="1808982"/>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accent1"/>
                </a:solidFill>
              </a:rPr>
              <a:t>8-tensor</a:t>
            </a:r>
          </a:p>
        </p:txBody>
      </p:sp>
      <p:sp>
        <p:nvSpPr>
          <p:cNvPr id="17" name="Rectangle 16">
            <a:extLst>
              <a:ext uri="{FF2B5EF4-FFF2-40B4-BE49-F238E27FC236}">
                <a16:creationId xmlns:a16="http://schemas.microsoft.com/office/drawing/2014/main" id="{1B5E215E-2294-97EF-D635-7D0765FA94C8}"/>
              </a:ext>
            </a:extLst>
          </p:cNvPr>
          <p:cNvSpPr/>
          <p:nvPr/>
        </p:nvSpPr>
        <p:spPr>
          <a:xfrm>
            <a:off x="9516038"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A79752A-86FE-F2A2-F85C-713AF5FD8B68}"/>
                  </a:ext>
                </a:extLst>
              </p:cNvPr>
              <p:cNvSpPr/>
              <p:nvPr/>
            </p:nvSpPr>
            <p:spPr>
              <a:xfrm>
                <a:off x="7176011"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22" name="Rectangle 21">
                <a:extLst>
                  <a:ext uri="{FF2B5EF4-FFF2-40B4-BE49-F238E27FC236}">
                    <a16:creationId xmlns:a16="http://schemas.microsoft.com/office/drawing/2014/main" id="{BA79752A-86FE-F2A2-F85C-713AF5FD8B68}"/>
                  </a:ext>
                </a:extLst>
              </p:cNvPr>
              <p:cNvSpPr>
                <a:spLocks noRot="1" noChangeAspect="1" noMove="1" noResize="1" noEditPoints="1" noAdjustHandles="1" noChangeArrowheads="1" noChangeShapeType="1" noTextEdit="1"/>
              </p:cNvSpPr>
              <p:nvPr/>
            </p:nvSpPr>
            <p:spPr>
              <a:xfrm>
                <a:off x="7176011" y="2168986"/>
                <a:ext cx="1890021" cy="540006"/>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4673C5D-EC8A-7A3A-AC4B-B15843E7634E}"/>
                  </a:ext>
                </a:extLst>
              </p:cNvPr>
              <p:cNvSpPr/>
              <p:nvPr/>
            </p:nvSpPr>
            <p:spPr>
              <a:xfrm>
                <a:off x="3215968" y="340935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bg1"/>
                        </a:solidFill>
                        <a:latin typeface="Cambria Math" panose="02040503050406030204" pitchFamily="18" charset="0"/>
                      </a:rPr>
                      <m:t>¬</m:t>
                    </m:r>
                  </m:oMath>
                </a14:m>
                <a:r>
                  <a:rPr lang="en-GB" sz="3600" dirty="0">
                    <a:solidFill>
                      <a:schemeClr val="bg1"/>
                    </a:solidFill>
                  </a:rPr>
                  <a:t>HC</a:t>
                </a:r>
              </a:p>
            </p:txBody>
          </p:sp>
        </mc:Choice>
        <mc:Fallback xmlns="">
          <p:sp>
            <p:nvSpPr>
              <p:cNvPr id="24" name="Rectangle 23">
                <a:extLst>
                  <a:ext uri="{FF2B5EF4-FFF2-40B4-BE49-F238E27FC236}">
                    <a16:creationId xmlns:a16="http://schemas.microsoft.com/office/drawing/2014/main" id="{14673C5D-EC8A-7A3A-AC4B-B15843E7634E}"/>
                  </a:ext>
                </a:extLst>
              </p:cNvPr>
              <p:cNvSpPr>
                <a:spLocks noRot="1" noChangeAspect="1" noMove="1" noResize="1" noEditPoints="1" noAdjustHandles="1" noChangeArrowheads="1" noChangeShapeType="1" noTextEdit="1"/>
              </p:cNvSpPr>
              <p:nvPr/>
            </p:nvSpPr>
            <p:spPr>
              <a:xfrm>
                <a:off x="3215968" y="3409356"/>
                <a:ext cx="1890021" cy="540006"/>
              </a:xfrm>
              <a:prstGeom prst="rect">
                <a:avLst/>
              </a:prstGeom>
              <a:blipFill>
                <a:blip r:embed="rId12"/>
                <a:stretch>
                  <a:fillRect t="-25843" b="-51685"/>
                </a:stretch>
              </a:blipFill>
              <a:ln>
                <a:noFill/>
              </a:ln>
            </p:spPr>
            <p:txBody>
              <a:bodyPr/>
              <a:lstStyle/>
              <a:p>
                <a:r>
                  <a:rPr lang="en-GB">
                    <a:noFill/>
                  </a:rPr>
                  <a:t> </a:t>
                </a:r>
              </a:p>
            </p:txBody>
          </p:sp>
        </mc:Fallback>
      </mc:AlternateContent>
      <p:sp>
        <p:nvSpPr>
          <p:cNvPr id="20" name="TextBox 19">
            <a:extLst>
              <a:ext uri="{FF2B5EF4-FFF2-40B4-BE49-F238E27FC236}">
                <a16:creationId xmlns:a16="http://schemas.microsoft.com/office/drawing/2014/main" id="{CEB70BEB-0F00-E27D-56B4-9275B80EF2E2}"/>
              </a:ext>
            </a:extLst>
          </p:cNvPr>
          <p:cNvSpPr txBox="1"/>
          <p:nvPr/>
        </p:nvSpPr>
        <p:spPr>
          <a:xfrm>
            <a:off x="695940" y="2888994"/>
            <a:ext cx="7020078" cy="1569660"/>
          </a:xfrm>
          <a:prstGeom prst="rect">
            <a:avLst/>
          </a:prstGeom>
          <a:noFill/>
        </p:spPr>
        <p:txBody>
          <a:bodyPr wrap="square" rtlCol="0">
            <a:spAutoFit/>
          </a:bodyPr>
          <a:lstStyle/>
          <a:p>
            <a:pPr algn="ctr"/>
            <a:r>
              <a:rPr lang="en-GB" sz="4800" dirty="0" err="1">
                <a:solidFill>
                  <a:schemeClr val="accent6"/>
                </a:solidFill>
              </a:rPr>
              <a:t>Hyperclique</a:t>
            </a:r>
            <a:r>
              <a:rPr lang="en-GB" sz="4800" dirty="0"/>
              <a:t> conjecture</a:t>
            </a:r>
          </a:p>
          <a:p>
            <a:pPr algn="ctr"/>
            <a:r>
              <a:rPr lang="en-GB" sz="4800" dirty="0"/>
              <a:t>is </a:t>
            </a:r>
            <a:r>
              <a:rPr lang="en-GB" sz="4800" dirty="0">
                <a:solidFill>
                  <a:schemeClr val="accent6"/>
                </a:solidFill>
              </a:rPr>
              <a:t>false</a:t>
            </a:r>
          </a:p>
        </p:txBody>
      </p:sp>
      <p:sp>
        <p:nvSpPr>
          <p:cNvPr id="25" name="L-Shape 24">
            <a:extLst>
              <a:ext uri="{FF2B5EF4-FFF2-40B4-BE49-F238E27FC236}">
                <a16:creationId xmlns:a16="http://schemas.microsoft.com/office/drawing/2014/main" id="{9AE48D34-065B-4675-668B-78B26661BD1A}"/>
              </a:ext>
            </a:extLst>
          </p:cNvPr>
          <p:cNvSpPr/>
          <p:nvPr/>
        </p:nvSpPr>
        <p:spPr>
          <a:xfrm>
            <a:off x="5915998" y="4149008"/>
            <a:ext cx="2160024" cy="2160024"/>
          </a:xfrm>
          <a:prstGeom prst="corner">
            <a:avLst>
              <a:gd name="adj1" fmla="val 42003"/>
              <a:gd name="adj2" fmla="val 42122"/>
            </a:avLst>
          </a:prstGeom>
          <a:solidFill>
            <a:schemeClr val="accent1">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L-Shape 49">
            <a:extLst>
              <a:ext uri="{FF2B5EF4-FFF2-40B4-BE49-F238E27FC236}">
                <a16:creationId xmlns:a16="http://schemas.microsoft.com/office/drawing/2014/main" id="{9C5F6F06-2E72-6830-D006-094D344B1A33}"/>
              </a:ext>
            </a:extLst>
          </p:cNvPr>
          <p:cNvSpPr/>
          <p:nvPr/>
        </p:nvSpPr>
        <p:spPr>
          <a:xfrm rot="5400000">
            <a:off x="6005999" y="4059007"/>
            <a:ext cx="2160024" cy="2160024"/>
          </a:xfrm>
          <a:prstGeom prst="corner">
            <a:avLst>
              <a:gd name="adj1" fmla="val 42003"/>
              <a:gd name="adj2" fmla="val 42122"/>
            </a:avLst>
          </a:prstGeom>
          <a:solidFill>
            <a:schemeClr val="accent2">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L-Shape 51">
            <a:extLst>
              <a:ext uri="{FF2B5EF4-FFF2-40B4-BE49-F238E27FC236}">
                <a16:creationId xmlns:a16="http://schemas.microsoft.com/office/drawing/2014/main" id="{F652DFC1-39B6-30D3-9964-75A3E8465CE0}"/>
              </a:ext>
            </a:extLst>
          </p:cNvPr>
          <p:cNvSpPr/>
          <p:nvPr/>
        </p:nvSpPr>
        <p:spPr>
          <a:xfrm rot="10800000">
            <a:off x="6096000" y="3969006"/>
            <a:ext cx="2160024" cy="2160024"/>
          </a:xfrm>
          <a:prstGeom prst="corner">
            <a:avLst>
              <a:gd name="adj1" fmla="val 42003"/>
              <a:gd name="adj2" fmla="val 42122"/>
            </a:avLst>
          </a:prstGeom>
          <a:solidFill>
            <a:schemeClr val="accent3">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L-Shape 53">
            <a:extLst>
              <a:ext uri="{FF2B5EF4-FFF2-40B4-BE49-F238E27FC236}">
                <a16:creationId xmlns:a16="http://schemas.microsoft.com/office/drawing/2014/main" id="{29F8DB08-2023-9AD0-9B53-49F89C086D1F}"/>
              </a:ext>
            </a:extLst>
          </p:cNvPr>
          <p:cNvSpPr/>
          <p:nvPr/>
        </p:nvSpPr>
        <p:spPr>
          <a:xfrm rot="16200000">
            <a:off x="6186001" y="3879005"/>
            <a:ext cx="2160024" cy="2160024"/>
          </a:xfrm>
          <a:prstGeom prst="corner">
            <a:avLst>
              <a:gd name="adj1" fmla="val 42003"/>
              <a:gd name="adj2" fmla="val 42122"/>
            </a:avLst>
          </a:prstGeom>
          <a:solidFill>
            <a:schemeClr val="accent6">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a:extLst>
              <a:ext uri="{FF2B5EF4-FFF2-40B4-BE49-F238E27FC236}">
                <a16:creationId xmlns:a16="http://schemas.microsoft.com/office/drawing/2014/main" id="{180E2463-C557-CD05-EBF8-854D8647E5AE}"/>
              </a:ext>
            </a:extLst>
          </p:cNvPr>
          <p:cNvSpPr/>
          <p:nvPr/>
        </p:nvSpPr>
        <p:spPr>
          <a:xfrm>
            <a:off x="6366003" y="4329010"/>
            <a:ext cx="360004" cy="360004"/>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Oval 56">
            <a:extLst>
              <a:ext uri="{FF2B5EF4-FFF2-40B4-BE49-F238E27FC236}">
                <a16:creationId xmlns:a16="http://schemas.microsoft.com/office/drawing/2014/main" id="{2C5B7381-2A35-1913-36C5-8873FFBA267A}"/>
              </a:ext>
            </a:extLst>
          </p:cNvPr>
          <p:cNvSpPr/>
          <p:nvPr/>
        </p:nvSpPr>
        <p:spPr>
          <a:xfrm>
            <a:off x="7536016" y="4329010"/>
            <a:ext cx="360004" cy="360004"/>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Oval 58">
            <a:extLst>
              <a:ext uri="{FF2B5EF4-FFF2-40B4-BE49-F238E27FC236}">
                <a16:creationId xmlns:a16="http://schemas.microsoft.com/office/drawing/2014/main" id="{C7CD6F94-4574-AA0E-7B6B-3F295DD1A3D8}"/>
              </a:ext>
            </a:extLst>
          </p:cNvPr>
          <p:cNvSpPr/>
          <p:nvPr/>
        </p:nvSpPr>
        <p:spPr>
          <a:xfrm>
            <a:off x="7536016" y="5499023"/>
            <a:ext cx="360004" cy="360004"/>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 60">
            <a:extLst>
              <a:ext uri="{FF2B5EF4-FFF2-40B4-BE49-F238E27FC236}">
                <a16:creationId xmlns:a16="http://schemas.microsoft.com/office/drawing/2014/main" id="{1A75DECB-B17E-FF40-DAA4-8E6C972D55FA}"/>
              </a:ext>
            </a:extLst>
          </p:cNvPr>
          <p:cNvSpPr/>
          <p:nvPr/>
        </p:nvSpPr>
        <p:spPr>
          <a:xfrm>
            <a:off x="6366003" y="5499023"/>
            <a:ext cx="360004" cy="360004"/>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161BEA7-A862-25DA-362F-FB128943C19F}"/>
                  </a:ext>
                </a:extLst>
              </p:cNvPr>
              <p:cNvSpPr txBox="1"/>
              <p:nvPr/>
            </p:nvSpPr>
            <p:spPr>
              <a:xfrm>
                <a:off x="695940" y="4779015"/>
                <a:ext cx="7020078" cy="830997"/>
              </a:xfrm>
              <a:prstGeom prst="rect">
                <a:avLst/>
              </a:prstGeom>
              <a:noFill/>
            </p:spPr>
            <p:txBody>
              <a:bodyPr wrap="square" rtlCol="0">
                <a:spAutoFit/>
              </a:bodyPr>
              <a:lstStyle/>
              <a:p>
                <a:pPr algn="ctr"/>
                <a14:m>
                  <m:oMathPara xmlns:m="http://schemas.openxmlformats.org/officeDocument/2006/math">
                    <m:oMath>
                      <m:r>
                        <a:rPr lang="en-GB" sz="4800" b="0" i="1" smtClean="0">
                          <a:solidFill>
                            <a:schemeClr val="accent1"/>
                          </a:solidFill>
                          <a:latin typeface="Cambria Math" panose="02040503050406030204" pitchFamily="18" charset="0"/>
                        </a:rPr>
                        <m:t>𝑂</m:t>
                      </m:r>
                      <m:d>
                        <m:dPr>
                          <m:ctrlPr>
                            <a:rPr lang="en-GB" sz="4800" b="0" i="1" smtClean="0">
                              <a:solidFill>
                                <a:schemeClr val="accent1"/>
                              </a:solidFill>
                              <a:latin typeface="Cambria Math" panose="02040503050406030204" pitchFamily="18" charset="0"/>
                            </a:rPr>
                          </m:ctrlPr>
                        </m:dPr>
                        <m:e>
                          <m:sSup>
                            <m:sSupPr>
                              <m:ctrlPr>
                                <a:rPr lang="en-GB" sz="4800" b="0" i="1" smtClean="0">
                                  <a:solidFill>
                                    <a:schemeClr val="accent1"/>
                                  </a:solidFill>
                                  <a:latin typeface="Cambria Math" panose="02040503050406030204" pitchFamily="18" charset="0"/>
                                </a:rPr>
                              </m:ctrlPr>
                            </m:sSupPr>
                            <m:e>
                              <m:r>
                                <a:rPr lang="en-GB" sz="4800" b="0" i="1" smtClean="0">
                                  <a:solidFill>
                                    <a:schemeClr val="accent1"/>
                                  </a:solidFill>
                                  <a:latin typeface="Cambria Math" panose="02040503050406030204" pitchFamily="18" charset="0"/>
                                </a:rPr>
                                <m:t>𝑛</m:t>
                              </m:r>
                            </m:e>
                            <m:sup>
                              <m:r>
                                <a:rPr lang="en-GB" sz="4800" b="0" i="1" smtClean="0">
                                  <a:solidFill>
                                    <a:schemeClr val="accent1"/>
                                  </a:solidFill>
                                  <a:latin typeface="Cambria Math" panose="02040503050406030204" pitchFamily="18" charset="0"/>
                                </a:rPr>
                                <m:t>3.99</m:t>
                              </m:r>
                            </m:sup>
                          </m:sSup>
                        </m:e>
                      </m:d>
                      <m:r>
                        <a:rPr lang="en-GB" sz="4800" b="0" i="1" smtClean="0">
                          <a:solidFill>
                            <a:schemeClr val="accent1"/>
                          </a:solidFill>
                          <a:latin typeface="Cambria Math" panose="02040503050406030204" pitchFamily="18" charset="0"/>
                        </a:rPr>
                        <m:t>?</m:t>
                      </m:r>
                    </m:oMath>
                  </m:oMathPara>
                </a14:m>
                <a:endParaRPr lang="en-GB" sz="4800" dirty="0">
                  <a:solidFill>
                    <a:schemeClr val="accent1"/>
                  </a:solidFill>
                </a:endParaRPr>
              </a:p>
            </p:txBody>
          </p:sp>
        </mc:Choice>
        <mc:Fallback xmlns="">
          <p:sp>
            <p:nvSpPr>
              <p:cNvPr id="64" name="TextBox 63">
                <a:extLst>
                  <a:ext uri="{FF2B5EF4-FFF2-40B4-BE49-F238E27FC236}">
                    <a16:creationId xmlns:a16="http://schemas.microsoft.com/office/drawing/2014/main" id="{C161BEA7-A862-25DA-362F-FB128943C19F}"/>
                  </a:ext>
                </a:extLst>
              </p:cNvPr>
              <p:cNvSpPr txBox="1">
                <a:spLocks noRot="1" noChangeAspect="1" noMove="1" noResize="1" noEditPoints="1" noAdjustHandles="1" noChangeArrowheads="1" noChangeShapeType="1" noTextEdit="1"/>
              </p:cNvSpPr>
              <p:nvPr/>
            </p:nvSpPr>
            <p:spPr>
              <a:xfrm>
                <a:off x="695940" y="4779015"/>
                <a:ext cx="7020078" cy="830997"/>
              </a:xfrm>
              <a:prstGeom prst="rect">
                <a:avLst/>
              </a:prstGeom>
              <a:blipFill>
                <a:blip r:embed="rId1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24482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500"/>
                                        <p:tgtEl>
                                          <p:spTgt spid="52"/>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64"/>
                                        </p:tgtEl>
                                        <p:attrNameLst>
                                          <p:attrName>style.visibility</p:attrName>
                                        </p:attrNameLst>
                                      </p:cBhvr>
                                      <p:to>
                                        <p:strVal val="visible"/>
                                      </p:to>
                                    </p:set>
                                    <p:animEffect transition="in" filter="fade">
                                      <p:cBhvr>
                                        <p:cTn id="38"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animBg="1"/>
      <p:bldP spid="50" grpId="0" animBg="1"/>
      <p:bldP spid="52" grpId="0" animBg="1"/>
      <p:bldP spid="54" grpId="0" animBg="1"/>
      <p:bldP spid="55" grpId="0" animBg="1"/>
      <p:bldP spid="57" grpId="0" animBg="1"/>
      <p:bldP spid="59" grpId="0" animBg="1"/>
      <p:bldP spid="61" grpId="0" animBg="1"/>
      <p:bldP spid="6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DF297-F1E5-1232-C2DB-0B9694E4D657}"/>
            </a:ext>
          </a:extLst>
        </p:cNvPr>
        <p:cNvGrpSpPr/>
        <p:nvPr/>
      </p:nvGrpSpPr>
      <p:grpSpPr>
        <a:xfrm>
          <a:off x="0" y="0"/>
          <a:ext cx="0" cy="0"/>
          <a:chOff x="0" y="0"/>
          <a:chExt cx="0" cy="0"/>
        </a:xfrm>
      </p:grpSpPr>
      <p:pic>
        <p:nvPicPr>
          <p:cNvPr id="5" name="Picture 4" descr="Iceberg PNGs for Free Download">
            <a:extLst>
              <a:ext uri="{FF2B5EF4-FFF2-40B4-BE49-F238E27FC236}">
                <a16:creationId xmlns:a16="http://schemas.microsoft.com/office/drawing/2014/main" id="{226AED45-828A-65C0-D658-0D6E6C023F4C}"/>
              </a:ext>
            </a:extLst>
          </p:cNvPr>
          <p:cNvPicPr>
            <a:picLocks noChangeAspect="1"/>
          </p:cNvPicPr>
          <p:nvPr/>
        </p:nvPicPr>
        <p:blipFill>
          <a:blip r:embed="rId2"/>
          <a:stretch>
            <a:fillRect/>
          </a:stretch>
        </p:blipFill>
        <p:spPr>
          <a:xfrm>
            <a:off x="7131000" y="-441043"/>
            <a:ext cx="7740086" cy="7740086"/>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2A13FAB-C51F-2544-A755-F576CAB365B9}"/>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B2A13FAB-C51F-2544-A755-F576CAB365B9}"/>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DD21176-1CFA-AC78-A10D-5BDD3BA0B7CD}"/>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1DD21176-1CFA-AC78-A10D-5BDD3BA0B7CD}"/>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A324FCF-59FF-4E74-74E3-B4F75DE0D504}"/>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1A324FCF-59FF-4E74-74E3-B4F75DE0D504}"/>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FCB89A5-46A4-AC16-AE94-476E4FC20E52}"/>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AFCB89A5-46A4-AC16-AE94-476E4FC20E52}"/>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A6D2288-E4F6-9E76-7449-32C193FABFD3}"/>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9A6D2288-E4F6-9E76-7449-32C193FABFD3}"/>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543A38B-92A7-D218-A95F-2F77B25A34F4}"/>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7543A38B-92A7-D218-A95F-2F77B25A34F4}"/>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DA53A07-7401-17F0-8051-6702CDB0B95E}"/>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7DA53A07-7401-17F0-8051-6702CDB0B95E}"/>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500D79-4432-4D18-420E-7A83D79C3C2E}"/>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80500D79-4432-4D18-420E-7A83D79C3C2E}"/>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84816C3-3C89-3863-3826-6805C757F502}"/>
                  </a:ext>
                </a:extLst>
              </p:cNvPr>
              <p:cNvSpPr/>
              <p:nvPr/>
            </p:nvSpPr>
            <p:spPr>
              <a:xfrm>
                <a:off x="7176012"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7" name="Rectangle 6">
                <a:extLst>
                  <a:ext uri="{FF2B5EF4-FFF2-40B4-BE49-F238E27FC236}">
                    <a16:creationId xmlns:a16="http://schemas.microsoft.com/office/drawing/2014/main" id="{884816C3-3C89-3863-3826-6805C757F502}"/>
                  </a:ext>
                </a:extLst>
              </p:cNvPr>
              <p:cNvSpPr>
                <a:spLocks noRot="1" noChangeAspect="1" noMove="1" noResize="1" noEditPoints="1" noAdjustHandles="1" noChangeArrowheads="1" noChangeShapeType="1" noTextEdit="1"/>
              </p:cNvSpPr>
              <p:nvPr/>
            </p:nvSpPr>
            <p:spPr>
              <a:xfrm>
                <a:off x="7176012" y="2888994"/>
                <a:ext cx="1890021" cy="540006"/>
              </a:xfrm>
              <a:prstGeom prst="rect">
                <a:avLst/>
              </a:prstGeom>
              <a:blipFill>
                <a:blip r:embed="rId11"/>
                <a:stretch>
                  <a:fillRect t="-26966" b="-51685"/>
                </a:stretch>
              </a:blipFill>
              <a:ln>
                <a:noFill/>
              </a:ln>
            </p:spPr>
            <p:txBody>
              <a:bodyPr/>
              <a:lstStyle/>
              <a:p>
                <a:r>
                  <a:rPr lang="en-GB">
                    <a:noFill/>
                  </a:rPr>
                  <a:t> </a:t>
                </a:r>
              </a:p>
            </p:txBody>
          </p:sp>
        </mc:Fallback>
      </mc:AlternateContent>
      <p:sp>
        <p:nvSpPr>
          <p:cNvPr id="11" name="Rectangle 10">
            <a:extLst>
              <a:ext uri="{FF2B5EF4-FFF2-40B4-BE49-F238E27FC236}">
                <a16:creationId xmlns:a16="http://schemas.microsoft.com/office/drawing/2014/main" id="{1AB09ECB-5F45-578C-F4CC-3D51DA26B32E}"/>
              </a:ext>
            </a:extLst>
          </p:cNvPr>
          <p:cNvSpPr/>
          <p:nvPr/>
        </p:nvSpPr>
        <p:spPr>
          <a:xfrm>
            <a:off x="9516038" y="1448978"/>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3-tensor</a:t>
            </a:r>
          </a:p>
        </p:txBody>
      </p:sp>
      <p:sp>
        <p:nvSpPr>
          <p:cNvPr id="13" name="Rectangle 12">
            <a:extLst>
              <a:ext uri="{FF2B5EF4-FFF2-40B4-BE49-F238E27FC236}">
                <a16:creationId xmlns:a16="http://schemas.microsoft.com/office/drawing/2014/main" id="{36CBF6C8-F58B-4E4D-AA8C-1033B38126A4}"/>
              </a:ext>
            </a:extLst>
          </p:cNvPr>
          <p:cNvSpPr/>
          <p:nvPr/>
        </p:nvSpPr>
        <p:spPr>
          <a:xfrm>
            <a:off x="2225957" y="1808982"/>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accent1"/>
                </a:solidFill>
              </a:rPr>
              <a:t>25-tensor</a:t>
            </a:r>
          </a:p>
        </p:txBody>
      </p:sp>
      <p:sp>
        <p:nvSpPr>
          <p:cNvPr id="15" name="Rectangle 14">
            <a:extLst>
              <a:ext uri="{FF2B5EF4-FFF2-40B4-BE49-F238E27FC236}">
                <a16:creationId xmlns:a16="http://schemas.microsoft.com/office/drawing/2014/main" id="{726C20B1-90F3-929E-FEBB-3774BDC8A279}"/>
              </a:ext>
            </a:extLst>
          </p:cNvPr>
          <p:cNvSpPr/>
          <p:nvPr/>
        </p:nvSpPr>
        <p:spPr>
          <a:xfrm>
            <a:off x="2225957" y="2978995"/>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0" dirty="0">
              <a:solidFill>
                <a:schemeClr val="accent6"/>
              </a:solidFill>
            </a:endParaRPr>
          </a:p>
        </p:txBody>
      </p:sp>
      <p:sp>
        <p:nvSpPr>
          <p:cNvPr id="17" name="Rectangle 16">
            <a:extLst>
              <a:ext uri="{FF2B5EF4-FFF2-40B4-BE49-F238E27FC236}">
                <a16:creationId xmlns:a16="http://schemas.microsoft.com/office/drawing/2014/main" id="{4605B617-74C6-8625-ACAE-E6516F58B907}"/>
              </a:ext>
            </a:extLst>
          </p:cNvPr>
          <p:cNvSpPr/>
          <p:nvPr/>
        </p:nvSpPr>
        <p:spPr>
          <a:xfrm>
            <a:off x="9516038"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2DCE65E4-FD97-A8F7-6E18-D0A916C69947}"/>
                  </a:ext>
                </a:extLst>
              </p:cNvPr>
              <p:cNvSpPr/>
              <p:nvPr/>
            </p:nvSpPr>
            <p:spPr>
              <a:xfrm>
                <a:off x="7176011"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19" name="Rectangle 18">
                <a:extLst>
                  <a:ext uri="{FF2B5EF4-FFF2-40B4-BE49-F238E27FC236}">
                    <a16:creationId xmlns:a16="http://schemas.microsoft.com/office/drawing/2014/main" id="{2DCE65E4-FD97-A8F7-6E18-D0A916C69947}"/>
                  </a:ext>
                </a:extLst>
              </p:cNvPr>
              <p:cNvSpPr>
                <a:spLocks noRot="1" noChangeAspect="1" noMove="1" noResize="1" noEditPoints="1" noAdjustHandles="1" noChangeArrowheads="1" noChangeShapeType="1" noTextEdit="1"/>
              </p:cNvSpPr>
              <p:nvPr/>
            </p:nvSpPr>
            <p:spPr>
              <a:xfrm>
                <a:off x="7176011" y="2168986"/>
                <a:ext cx="1890021" cy="540006"/>
              </a:xfrm>
              <a:prstGeom prst="rect">
                <a:avLst/>
              </a:prstGeom>
              <a:blipFill>
                <a:blip r:embed="rId12"/>
                <a:stretch>
                  <a:fillRect/>
                </a:stretch>
              </a:blipFill>
              <a:ln>
                <a:noFill/>
              </a:ln>
            </p:spPr>
            <p:txBody>
              <a:bodyPr/>
              <a:lstStyle/>
              <a:p>
                <a:r>
                  <a:rPr lang="en-GB">
                    <a:noFill/>
                  </a:rPr>
                  <a:t> </a:t>
                </a:r>
              </a:p>
            </p:txBody>
          </p:sp>
        </mc:Fallback>
      </mc:AlternateContent>
      <p:sp>
        <p:nvSpPr>
          <p:cNvPr id="3" name="Rectangle 2">
            <a:extLst>
              <a:ext uri="{FF2B5EF4-FFF2-40B4-BE49-F238E27FC236}">
                <a16:creationId xmlns:a16="http://schemas.microsoft.com/office/drawing/2014/main" id="{7847D1EB-21BC-0D43-334D-BCEE1D510DAD}"/>
              </a:ext>
            </a:extLst>
          </p:cNvPr>
          <p:cNvSpPr/>
          <p:nvPr/>
        </p:nvSpPr>
        <p:spPr>
          <a:xfrm>
            <a:off x="9516038"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p:sp>
        <p:nvSpPr>
          <p:cNvPr id="22" name="Rectangle 21">
            <a:extLst>
              <a:ext uri="{FF2B5EF4-FFF2-40B4-BE49-F238E27FC236}">
                <a16:creationId xmlns:a16="http://schemas.microsoft.com/office/drawing/2014/main" id="{89EA0BC7-3DEA-6DED-BEE2-DE068B2AEFF0}"/>
              </a:ext>
            </a:extLst>
          </p:cNvPr>
          <p:cNvSpPr/>
          <p:nvPr/>
        </p:nvSpPr>
        <p:spPr>
          <a:xfrm>
            <a:off x="3395970" y="3400983"/>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bg1"/>
                </a:solidFill>
              </a:rPr>
              <a:t>FastPerm</a:t>
            </a:r>
            <a:endParaRPr lang="en-GB" sz="3200" dirty="0">
              <a:solidFill>
                <a:schemeClr val="bg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6707A0C-C933-A764-56C5-F5F11E4FF57B}"/>
                  </a:ext>
                </a:extLst>
              </p:cNvPr>
              <p:cNvSpPr txBox="1"/>
              <p:nvPr/>
            </p:nvSpPr>
            <p:spPr>
              <a:xfrm>
                <a:off x="695940" y="2888994"/>
                <a:ext cx="7020078" cy="1569660"/>
              </a:xfrm>
              <a:prstGeom prst="rect">
                <a:avLst/>
              </a:prstGeom>
              <a:noFill/>
            </p:spPr>
            <p:txBody>
              <a:bodyPr wrap="square" rtlCol="0">
                <a:spAutoFit/>
              </a:bodyPr>
              <a:lstStyle/>
              <a:p>
                <a:pPr algn="ctr"/>
                <a14:m>
                  <m:oMath xmlns:m="http://schemas.openxmlformats.org/officeDocument/2006/math">
                    <m:r>
                      <a:rPr lang="en-GB" sz="4800" b="0" i="1" smtClean="0">
                        <a:solidFill>
                          <a:schemeClr val="tx1"/>
                        </a:solidFill>
                        <a:latin typeface="Cambria Math" panose="02040503050406030204" pitchFamily="18" charset="0"/>
                      </a:rPr>
                      <m:t>𝑛</m:t>
                    </m:r>
                    <m:r>
                      <a:rPr lang="en-GB" sz="4800" b="0" i="1" smtClean="0">
                        <a:solidFill>
                          <a:schemeClr val="tx1"/>
                        </a:solidFill>
                        <a:latin typeface="Cambria Math" panose="02040503050406030204" pitchFamily="18" charset="0"/>
                      </a:rPr>
                      <m:t>×</m:t>
                    </m:r>
                    <m:r>
                      <a:rPr lang="en-GB" sz="4800" b="0" i="1" smtClean="0">
                        <a:solidFill>
                          <a:schemeClr val="tx1"/>
                        </a:solidFill>
                        <a:latin typeface="Cambria Math" panose="02040503050406030204" pitchFamily="18" charset="0"/>
                      </a:rPr>
                      <m:t>𝑛</m:t>
                    </m:r>
                  </m:oMath>
                </a14:m>
                <a:r>
                  <a:rPr lang="en-GB" sz="4800" dirty="0">
                    <a:solidFill>
                      <a:schemeClr val="tx1"/>
                    </a:solidFill>
                  </a:rPr>
                  <a:t> </a:t>
                </a:r>
                <a:r>
                  <a:rPr lang="en-GB" sz="4800" dirty="0">
                    <a:solidFill>
                      <a:schemeClr val="accent6"/>
                    </a:solidFill>
                  </a:rPr>
                  <a:t>permanent</a:t>
                </a:r>
                <a:r>
                  <a:rPr lang="en-GB" sz="4800" dirty="0">
                    <a:solidFill>
                      <a:schemeClr val="tx1"/>
                    </a:solidFill>
                  </a:rPr>
                  <a:t> in time </a:t>
                </a:r>
                <a14:m>
                  <m:oMath xmlns:m="http://schemas.openxmlformats.org/officeDocument/2006/math">
                    <m:r>
                      <a:rPr lang="en-GB" sz="4800" b="0" i="1" smtClean="0">
                        <a:solidFill>
                          <a:schemeClr val="tx1"/>
                        </a:solidFill>
                        <a:latin typeface="Cambria Math" panose="02040503050406030204" pitchFamily="18" charset="0"/>
                      </a:rPr>
                      <m:t>𝑂</m:t>
                    </m:r>
                    <m:d>
                      <m:dPr>
                        <m:ctrlPr>
                          <a:rPr lang="en-GB" sz="4800" b="0" i="1" smtClean="0">
                            <a:solidFill>
                              <a:schemeClr val="tx1"/>
                            </a:solidFill>
                            <a:latin typeface="Cambria Math" panose="02040503050406030204" pitchFamily="18" charset="0"/>
                          </a:rPr>
                        </m:ctrlPr>
                      </m:dPr>
                      <m:e>
                        <m:sSup>
                          <m:sSupPr>
                            <m:ctrlPr>
                              <a:rPr lang="en-GB" sz="4800" b="0" i="1" smtClean="0">
                                <a:solidFill>
                                  <a:schemeClr val="tx1"/>
                                </a:solidFill>
                                <a:latin typeface="Cambria Math" panose="02040503050406030204" pitchFamily="18" charset="0"/>
                              </a:rPr>
                            </m:ctrlPr>
                          </m:sSupPr>
                          <m:e>
                            <m:r>
                              <a:rPr lang="en-GB" sz="4800" b="0" i="1" smtClean="0">
                                <a:solidFill>
                                  <a:schemeClr val="tx1"/>
                                </a:solidFill>
                                <a:latin typeface="Cambria Math" panose="02040503050406030204" pitchFamily="18" charset="0"/>
                              </a:rPr>
                              <m:t>1.7412</m:t>
                            </m:r>
                          </m:e>
                          <m:sup>
                            <m:r>
                              <a:rPr lang="en-GB" sz="4800" b="0" i="1" smtClean="0">
                                <a:solidFill>
                                  <a:schemeClr val="tx1"/>
                                </a:solidFill>
                                <a:latin typeface="Cambria Math" panose="02040503050406030204" pitchFamily="18" charset="0"/>
                              </a:rPr>
                              <m:t>𝑛</m:t>
                            </m:r>
                          </m:sup>
                        </m:sSup>
                      </m:e>
                    </m:d>
                  </m:oMath>
                </a14:m>
                <a:endParaRPr lang="en-GB" sz="4800" dirty="0">
                  <a:solidFill>
                    <a:schemeClr val="tx1"/>
                  </a:solidFill>
                </a:endParaRPr>
              </a:p>
            </p:txBody>
          </p:sp>
        </mc:Choice>
        <mc:Fallback xmlns="">
          <p:sp>
            <p:nvSpPr>
              <p:cNvPr id="9" name="TextBox 8">
                <a:extLst>
                  <a:ext uri="{FF2B5EF4-FFF2-40B4-BE49-F238E27FC236}">
                    <a16:creationId xmlns:a16="http://schemas.microsoft.com/office/drawing/2014/main" id="{56707A0C-C933-A764-56C5-F5F11E4FF57B}"/>
                  </a:ext>
                </a:extLst>
              </p:cNvPr>
              <p:cNvSpPr txBox="1">
                <a:spLocks noRot="1" noChangeAspect="1" noMove="1" noResize="1" noEditPoints="1" noAdjustHandles="1" noChangeArrowheads="1" noChangeShapeType="1" noTextEdit="1"/>
              </p:cNvSpPr>
              <p:nvPr/>
            </p:nvSpPr>
            <p:spPr>
              <a:xfrm>
                <a:off x="695940" y="2888994"/>
                <a:ext cx="7020078" cy="1569660"/>
              </a:xfrm>
              <a:prstGeom prst="rect">
                <a:avLst/>
              </a:prstGeom>
              <a:blipFill>
                <a:blip r:embed="rId13"/>
                <a:stretch>
                  <a:fillRect t="-8949" r="-2691"/>
                </a:stretch>
              </a:blipFill>
            </p:spPr>
            <p:txBody>
              <a:bodyPr/>
              <a:lstStyle/>
              <a:p>
                <a:r>
                  <a:rPr lang="en-GB">
                    <a:noFill/>
                  </a:rPr>
                  <a:t> </a:t>
                </a:r>
              </a:p>
            </p:txBody>
          </p:sp>
        </mc:Fallback>
      </mc:AlternateContent>
      <p:pic>
        <p:nvPicPr>
          <p:cNvPr id="14" name="Picture 13" descr="The Art of Computer Programming – Wikipedia">
            <a:extLst>
              <a:ext uri="{FF2B5EF4-FFF2-40B4-BE49-F238E27FC236}">
                <a16:creationId xmlns:a16="http://schemas.microsoft.com/office/drawing/2014/main" id="{76209FDB-DE3A-4393-D9F3-875261768FDB}"/>
              </a:ext>
            </a:extLst>
          </p:cNvPr>
          <p:cNvPicPr>
            <a:picLocks noChangeAspect="1"/>
          </p:cNvPicPr>
          <p:nvPr/>
        </p:nvPicPr>
        <p:blipFill>
          <a:blip r:embed="rId14"/>
          <a:stretch>
            <a:fillRect/>
          </a:stretch>
        </p:blipFill>
        <p:spPr>
          <a:xfrm>
            <a:off x="1775952" y="773970"/>
            <a:ext cx="5310059" cy="5310059"/>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17B3271-1C75-FA67-F071-D04D4FCB2F38}"/>
                  </a:ext>
                </a:extLst>
              </p:cNvPr>
              <p:cNvSpPr txBox="1"/>
              <p:nvPr/>
            </p:nvSpPr>
            <p:spPr>
              <a:xfrm>
                <a:off x="695940" y="2182505"/>
                <a:ext cx="10800120" cy="2492990"/>
              </a:xfrm>
              <a:prstGeom prst="rect">
                <a:avLst/>
              </a:prstGeom>
              <a:solidFill>
                <a:schemeClr val="accent5">
                  <a:lumMod val="20000"/>
                  <a:lumOff val="80000"/>
                </a:schemeClr>
              </a:solidFill>
              <a:ln w="57150">
                <a:solidFill>
                  <a:schemeClr val="tx1"/>
                </a:solidFill>
              </a:ln>
            </p:spPr>
            <p:txBody>
              <a:bodyPr wrap="square" lIns="288000" rIns="288000" rtlCol="0">
                <a:spAutoFit/>
              </a:bodyPr>
              <a:lstStyle/>
              <a:p>
                <a:r>
                  <a:rPr lang="en-GB" sz="4800" u="sng" dirty="0">
                    <a:solidFill>
                      <a:schemeClr val="tx1"/>
                    </a:solidFill>
                  </a:rPr>
                  <a:t>Vol. 2, 4.6.4, “Exercise” 11</a:t>
                </a:r>
              </a:p>
              <a:p>
                <a:r>
                  <a:rPr lang="en-GB" sz="3600" dirty="0"/>
                  <a:t>	Is there any way to evaluate the </a:t>
                </a:r>
                <a:r>
                  <a:rPr lang="en-GB" sz="3600" dirty="0">
                    <a:solidFill>
                      <a:schemeClr val="accent6"/>
                    </a:solidFill>
                  </a:rPr>
                  <a:t>permanent</a:t>
                </a:r>
                <a:r>
                  <a:rPr lang="en-GB" sz="3600" dirty="0"/>
                  <a:t> of a general </a:t>
                </a:r>
                <a14:m>
                  <m:oMath xmlns:m="http://schemas.openxmlformats.org/officeDocument/2006/math">
                    <m:r>
                      <a:rPr lang="en-GB" sz="3600" b="0" i="1" smtClean="0">
                        <a:latin typeface="Cambria Math" panose="02040503050406030204" pitchFamily="18" charset="0"/>
                      </a:rPr>
                      <m:t>𝑛</m:t>
                    </m:r>
                    <m:r>
                      <a:rPr lang="en-GB" sz="3600" b="0" i="1" smtClean="0">
                        <a:latin typeface="Cambria Math" panose="02040503050406030204" pitchFamily="18" charset="0"/>
                      </a:rPr>
                      <m:t>×</m:t>
                    </m:r>
                    <m:r>
                      <a:rPr lang="en-GB" sz="3600" b="0" i="1" smtClean="0">
                        <a:latin typeface="Cambria Math" panose="02040503050406030204" pitchFamily="18" charset="0"/>
                      </a:rPr>
                      <m:t>𝑛</m:t>
                    </m:r>
                  </m:oMath>
                </a14:m>
                <a:r>
                  <a:rPr lang="en-GB" sz="3600" dirty="0">
                    <a:solidFill>
                      <a:schemeClr val="tx1"/>
                    </a:solidFill>
                  </a:rPr>
                  <a:t> matrix using fewer than </a:t>
                </a:r>
                <a14:m>
                  <m:oMath xmlns:m="http://schemas.openxmlformats.org/officeDocument/2006/math">
                    <m:sSup>
                      <m:sSupPr>
                        <m:ctrlPr>
                          <a:rPr lang="en-GB" sz="3600" b="0" i="1" smtClean="0">
                            <a:solidFill>
                              <a:schemeClr val="accent6"/>
                            </a:solidFill>
                            <a:latin typeface="Cambria Math" panose="02040503050406030204" pitchFamily="18" charset="0"/>
                          </a:rPr>
                        </m:ctrlPr>
                      </m:sSupPr>
                      <m:e>
                        <m:r>
                          <a:rPr lang="en-GB" sz="3600" b="0" i="1" smtClean="0">
                            <a:solidFill>
                              <a:schemeClr val="accent6"/>
                            </a:solidFill>
                            <a:latin typeface="Cambria Math" panose="02040503050406030204" pitchFamily="18" charset="0"/>
                          </a:rPr>
                          <m:t>2</m:t>
                        </m:r>
                      </m:e>
                      <m:sup>
                        <m:r>
                          <a:rPr lang="en-GB" sz="3600" b="0" i="1" smtClean="0">
                            <a:solidFill>
                              <a:schemeClr val="accent6"/>
                            </a:solidFill>
                            <a:latin typeface="Cambria Math" panose="02040503050406030204" pitchFamily="18" charset="0"/>
                          </a:rPr>
                          <m:t>𝑛</m:t>
                        </m:r>
                      </m:sup>
                    </m:sSup>
                  </m:oMath>
                </a14:m>
                <a:r>
                  <a:rPr lang="en-GB" sz="3600" dirty="0">
                    <a:solidFill>
                      <a:schemeClr val="tx1"/>
                    </a:solidFill>
                  </a:rPr>
                  <a:t> arithmetic operations? </a:t>
                </a:r>
              </a:p>
            </p:txBody>
          </p:sp>
        </mc:Choice>
        <mc:Fallback xmlns="">
          <p:sp>
            <p:nvSpPr>
              <p:cNvPr id="18" name="TextBox 17">
                <a:extLst>
                  <a:ext uri="{FF2B5EF4-FFF2-40B4-BE49-F238E27FC236}">
                    <a16:creationId xmlns:a16="http://schemas.microsoft.com/office/drawing/2014/main" id="{117B3271-1C75-FA67-F071-D04D4FCB2F38}"/>
                  </a:ext>
                </a:extLst>
              </p:cNvPr>
              <p:cNvSpPr txBox="1">
                <a:spLocks noRot="1" noChangeAspect="1" noMove="1" noResize="1" noEditPoints="1" noAdjustHandles="1" noChangeArrowheads="1" noChangeShapeType="1" noTextEdit="1"/>
              </p:cNvSpPr>
              <p:nvPr/>
            </p:nvSpPr>
            <p:spPr>
              <a:xfrm>
                <a:off x="695940" y="2182505"/>
                <a:ext cx="10800120" cy="2492990"/>
              </a:xfrm>
              <a:prstGeom prst="rect">
                <a:avLst/>
              </a:prstGeom>
              <a:blipFill>
                <a:blip r:embed="rId15"/>
                <a:stretch>
                  <a:fillRect l="-505" t="-4545" b="-6938"/>
                </a:stretch>
              </a:blipFill>
              <a:ln w="57150">
                <a:solidFill>
                  <a:schemeClr val="tx1"/>
                </a:solidFill>
              </a:ln>
            </p:spPr>
            <p:txBody>
              <a:bodyPr/>
              <a:lstStyle/>
              <a:p>
                <a:r>
                  <a:rPr lang="en-GB">
                    <a:noFill/>
                  </a:rPr>
                  <a:t> </a:t>
                </a:r>
              </a:p>
            </p:txBody>
          </p:sp>
        </mc:Fallback>
      </mc:AlternateContent>
      <p:sp>
        <p:nvSpPr>
          <p:cNvPr id="8" name="Freeform: Shape 7">
            <a:extLst>
              <a:ext uri="{FF2B5EF4-FFF2-40B4-BE49-F238E27FC236}">
                <a16:creationId xmlns:a16="http://schemas.microsoft.com/office/drawing/2014/main" id="{D59C9C83-D957-A5E2-BF55-EA69220DC2BC}"/>
              </a:ext>
            </a:extLst>
          </p:cNvPr>
          <p:cNvSpPr/>
          <p:nvPr/>
        </p:nvSpPr>
        <p:spPr>
          <a:xfrm>
            <a:off x="2902618" y="638969"/>
            <a:ext cx="1436915" cy="755779"/>
          </a:xfrm>
          <a:custGeom>
            <a:avLst/>
            <a:gdLst>
              <a:gd name="csX0" fmla="*/ 1175657 w 1175657"/>
              <a:gd name="csY0" fmla="*/ 0 h 625151"/>
              <a:gd name="csX1" fmla="*/ 914400 w 1175657"/>
              <a:gd name="csY1" fmla="*/ 363894 h 625151"/>
              <a:gd name="csX2" fmla="*/ 307910 w 1175657"/>
              <a:gd name="csY2" fmla="*/ 251927 h 625151"/>
              <a:gd name="csX3" fmla="*/ 0 w 1175657"/>
              <a:gd name="csY3" fmla="*/ 625151 h 625151"/>
              <a:gd name="csX0" fmla="*/ 1483568 w 1483568"/>
              <a:gd name="csY0" fmla="*/ 0 h 625151"/>
              <a:gd name="csX1" fmla="*/ 914400 w 1483568"/>
              <a:gd name="csY1" fmla="*/ 363894 h 625151"/>
              <a:gd name="csX2" fmla="*/ 307910 w 1483568"/>
              <a:gd name="csY2" fmla="*/ 251927 h 625151"/>
              <a:gd name="csX3" fmla="*/ 0 w 1483568"/>
              <a:gd name="csY3" fmla="*/ 625151 h 625151"/>
              <a:gd name="csX0" fmla="*/ 1483568 w 1483568"/>
              <a:gd name="csY0" fmla="*/ 0 h 625151"/>
              <a:gd name="csX1" fmla="*/ 914400 w 1483568"/>
              <a:gd name="csY1" fmla="*/ 363894 h 625151"/>
              <a:gd name="csX2" fmla="*/ 307910 w 1483568"/>
              <a:gd name="csY2" fmla="*/ 382555 h 625151"/>
              <a:gd name="csX3" fmla="*/ 0 w 1483568"/>
              <a:gd name="csY3" fmla="*/ 625151 h 625151"/>
              <a:gd name="csX0" fmla="*/ 1436915 w 1436915"/>
              <a:gd name="csY0" fmla="*/ 0 h 755779"/>
              <a:gd name="csX1" fmla="*/ 867747 w 1436915"/>
              <a:gd name="csY1" fmla="*/ 363894 h 755779"/>
              <a:gd name="csX2" fmla="*/ 261257 w 1436915"/>
              <a:gd name="csY2" fmla="*/ 382555 h 755779"/>
              <a:gd name="csX3" fmla="*/ 0 w 1436915"/>
              <a:gd name="csY3" fmla="*/ 755779 h 755779"/>
              <a:gd name="csX0" fmla="*/ 1436915 w 1436915"/>
              <a:gd name="csY0" fmla="*/ 0 h 755779"/>
              <a:gd name="csX1" fmla="*/ 681135 w 1436915"/>
              <a:gd name="csY1" fmla="*/ 513184 h 755779"/>
              <a:gd name="csX2" fmla="*/ 261257 w 1436915"/>
              <a:gd name="csY2" fmla="*/ 382555 h 755779"/>
              <a:gd name="csX3" fmla="*/ 0 w 1436915"/>
              <a:gd name="csY3" fmla="*/ 755779 h 755779"/>
              <a:gd name="csX0" fmla="*/ 1436915 w 1436915"/>
              <a:gd name="csY0" fmla="*/ 0 h 755779"/>
              <a:gd name="csX1" fmla="*/ 681135 w 1436915"/>
              <a:gd name="csY1" fmla="*/ 513184 h 755779"/>
              <a:gd name="csX2" fmla="*/ 261257 w 1436915"/>
              <a:gd name="csY2" fmla="*/ 382555 h 755779"/>
              <a:gd name="csX3" fmla="*/ 0 w 1436915"/>
              <a:gd name="csY3" fmla="*/ 755779 h 755779"/>
            </a:gdLst>
            <a:ahLst/>
            <a:cxnLst>
              <a:cxn ang="0">
                <a:pos x="csX0" y="csY0"/>
              </a:cxn>
              <a:cxn ang="0">
                <a:pos x="csX1" y="csY1"/>
              </a:cxn>
              <a:cxn ang="0">
                <a:pos x="csX2" y="csY2"/>
              </a:cxn>
              <a:cxn ang="0">
                <a:pos x="csX3" y="csY3"/>
              </a:cxn>
            </a:cxnLst>
            <a:rect l="l" t="t" r="r" b="b"/>
            <a:pathLst>
              <a:path w="1436915" h="755779">
                <a:moveTo>
                  <a:pt x="1436915" y="0"/>
                </a:moveTo>
                <a:cubicBezTo>
                  <a:pt x="1052026" y="104969"/>
                  <a:pt x="877078" y="449425"/>
                  <a:pt x="681135" y="513184"/>
                </a:cubicBezTo>
                <a:cubicBezTo>
                  <a:pt x="485192" y="576943"/>
                  <a:pt x="413657" y="339012"/>
                  <a:pt x="261257" y="382555"/>
                </a:cubicBezTo>
                <a:cubicBezTo>
                  <a:pt x="108857" y="426098"/>
                  <a:pt x="77755" y="590938"/>
                  <a:pt x="0" y="755779"/>
                </a:cubicBezTo>
              </a:path>
            </a:pathLst>
          </a:custGeom>
          <a:noFill/>
          <a:ln w="76200">
            <a:solidFill>
              <a:schemeClr val="accent6"/>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71216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animBg="1"/>
      <p:bldP spid="18" grpId="1" animBg="1"/>
      <p:bldP spid="8" grpId="0" animBg="1"/>
      <p:bldP spid="8"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C4CF-6A03-F6C7-16D6-8970BEB28515}"/>
            </a:ext>
          </a:extLst>
        </p:cNvPr>
        <p:cNvGrpSpPr/>
        <p:nvPr/>
      </p:nvGrpSpPr>
      <p:grpSpPr>
        <a:xfrm>
          <a:off x="0" y="0"/>
          <a:ext cx="0" cy="0"/>
          <a:chOff x="0" y="0"/>
          <a:chExt cx="0" cy="0"/>
        </a:xfrm>
      </p:grpSpPr>
      <p:pic>
        <p:nvPicPr>
          <p:cNvPr id="8" name="Picture 7" descr="Iceberg PNGs for Free Download">
            <a:extLst>
              <a:ext uri="{FF2B5EF4-FFF2-40B4-BE49-F238E27FC236}">
                <a16:creationId xmlns:a16="http://schemas.microsoft.com/office/drawing/2014/main" id="{FEBC612F-B1C5-25EE-6FED-E7B1E93BAEDE}"/>
              </a:ext>
            </a:extLst>
          </p:cNvPr>
          <p:cNvPicPr>
            <a:picLocks noChangeAspect="1"/>
          </p:cNvPicPr>
          <p:nvPr/>
        </p:nvPicPr>
        <p:blipFill>
          <a:blip r:embed="rId2"/>
          <a:stretch>
            <a:fillRect/>
          </a:stretch>
        </p:blipFill>
        <p:spPr>
          <a:xfrm>
            <a:off x="7131000" y="-441043"/>
            <a:ext cx="7740086" cy="7740086"/>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DE757D0-BA0D-0CDF-C2CB-674DFF495356}"/>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ADE757D0-BA0D-0CDF-C2CB-674DFF495356}"/>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E0B37B5-C8CE-0703-BED8-7F43391CBDF4}"/>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8E0B37B5-C8CE-0703-BED8-7F43391CBDF4}"/>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9B8F991-C07E-7489-2584-3F24267EBC64}"/>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19B8F991-C07E-7489-2584-3F24267EBC64}"/>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8E2760E-DF55-0D8F-E3A3-DDD086A17318}"/>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E8E2760E-DF55-0D8F-E3A3-DDD086A17318}"/>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351F094-5DE4-B1EA-C410-8B1463542CD1}"/>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A351F094-5DE4-B1EA-C410-8B1463542CD1}"/>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86E876F-60DC-5C0A-2FE6-903131D4A404}"/>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186E876F-60DC-5C0A-2FE6-903131D4A404}"/>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A94914C-4256-A740-DFC3-372C2BBAFDDA}"/>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FA94914C-4256-A740-DFC3-372C2BBAFDDA}"/>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188D7C-993E-6B53-703B-C6614E570BA3}"/>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41188D7C-993E-6B53-703B-C6614E570BA3}"/>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7D668F86-9ACA-FF22-65CE-691D0C56A495}"/>
              </a:ext>
            </a:extLst>
          </p:cNvPr>
          <p:cNvSpPr/>
          <p:nvPr/>
        </p:nvSpPr>
        <p:spPr>
          <a:xfrm>
            <a:off x="9516038" y="1448978"/>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3-tensor</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2B245B83-8FB8-C785-3338-DD2820C6D540}"/>
                  </a:ext>
                </a:extLst>
              </p:cNvPr>
              <p:cNvSpPr/>
              <p:nvPr/>
            </p:nvSpPr>
            <p:spPr>
              <a:xfrm>
                <a:off x="2225957" y="1808982"/>
                <a:ext cx="3960044" cy="900010"/>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6000" b="0" i="1" smtClean="0">
                        <a:solidFill>
                          <a:schemeClr val="accent1"/>
                        </a:solidFill>
                        <a:latin typeface="Cambria Math" panose="02040503050406030204" pitchFamily="18" charset="0"/>
                      </a:rPr>
                      <m:t>𝑑</m:t>
                    </m:r>
                  </m:oMath>
                </a14:m>
                <a:r>
                  <a:rPr lang="en-GB" sz="6000" dirty="0">
                    <a:solidFill>
                      <a:schemeClr val="accent1"/>
                    </a:solidFill>
                  </a:rPr>
                  <a:t>-tensor</a:t>
                </a:r>
              </a:p>
            </p:txBody>
          </p:sp>
        </mc:Choice>
        <mc:Fallback xmlns="">
          <p:sp>
            <p:nvSpPr>
              <p:cNvPr id="13" name="Rectangle 12">
                <a:extLst>
                  <a:ext uri="{FF2B5EF4-FFF2-40B4-BE49-F238E27FC236}">
                    <a16:creationId xmlns:a16="http://schemas.microsoft.com/office/drawing/2014/main" id="{2B245B83-8FB8-C785-3338-DD2820C6D540}"/>
                  </a:ext>
                </a:extLst>
              </p:cNvPr>
              <p:cNvSpPr>
                <a:spLocks noRot="1" noChangeAspect="1" noMove="1" noResize="1" noEditPoints="1" noAdjustHandles="1" noChangeArrowheads="1" noChangeShapeType="1" noTextEdit="1"/>
              </p:cNvSpPr>
              <p:nvPr/>
            </p:nvSpPr>
            <p:spPr>
              <a:xfrm>
                <a:off x="2225957" y="1808982"/>
                <a:ext cx="3960044" cy="900010"/>
              </a:xfrm>
              <a:prstGeom prst="rect">
                <a:avLst/>
              </a:prstGeom>
              <a:blipFill>
                <a:blip r:embed="rId11"/>
                <a:stretch>
                  <a:fillRect t="-25850" b="-53061"/>
                </a:stretch>
              </a:blipFill>
              <a:ln>
                <a:noFill/>
              </a:ln>
            </p:spPr>
            <p:txBody>
              <a:bodyPr/>
              <a:lstStyle/>
              <a:p>
                <a:r>
                  <a:rPr lang="en-GB">
                    <a:noFill/>
                  </a:rPr>
                  <a:t> </a:t>
                </a:r>
              </a:p>
            </p:txBody>
          </p:sp>
        </mc:Fallback>
      </mc:AlternateContent>
      <p:sp>
        <p:nvSpPr>
          <p:cNvPr id="17" name="Rectangle 16">
            <a:extLst>
              <a:ext uri="{FF2B5EF4-FFF2-40B4-BE49-F238E27FC236}">
                <a16:creationId xmlns:a16="http://schemas.microsoft.com/office/drawing/2014/main" id="{DD9E3963-0A83-81F8-8605-48441044C9F0}"/>
              </a:ext>
            </a:extLst>
          </p:cNvPr>
          <p:cNvSpPr/>
          <p:nvPr/>
        </p:nvSpPr>
        <p:spPr>
          <a:xfrm>
            <a:off x="9516038"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A2C0F195-98FE-9E5B-1911-931398BD3528}"/>
                  </a:ext>
                </a:extLst>
              </p:cNvPr>
              <p:cNvSpPr/>
              <p:nvPr/>
            </p:nvSpPr>
            <p:spPr>
              <a:xfrm>
                <a:off x="7176011"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19" name="Rectangle 18">
                <a:extLst>
                  <a:ext uri="{FF2B5EF4-FFF2-40B4-BE49-F238E27FC236}">
                    <a16:creationId xmlns:a16="http://schemas.microsoft.com/office/drawing/2014/main" id="{A2C0F195-98FE-9E5B-1911-931398BD3528}"/>
                  </a:ext>
                </a:extLst>
              </p:cNvPr>
              <p:cNvSpPr>
                <a:spLocks noRot="1" noChangeAspect="1" noMove="1" noResize="1" noEditPoints="1" noAdjustHandles="1" noChangeArrowheads="1" noChangeShapeType="1" noTextEdit="1"/>
              </p:cNvSpPr>
              <p:nvPr/>
            </p:nvSpPr>
            <p:spPr>
              <a:xfrm>
                <a:off x="7176011" y="2168986"/>
                <a:ext cx="1890021" cy="540006"/>
              </a:xfrm>
              <a:prstGeom prst="rect">
                <a:avLst/>
              </a:prstGeom>
              <a:blipFill>
                <a:blip r:embed="rId12"/>
                <a:stretch>
                  <a:fillRect/>
                </a:stretch>
              </a:blipFill>
              <a:ln>
                <a:noFill/>
              </a:ln>
            </p:spPr>
            <p:txBody>
              <a:bodyPr/>
              <a:lstStyle/>
              <a:p>
                <a:r>
                  <a:rPr lang="en-GB">
                    <a:noFill/>
                  </a:rPr>
                  <a:t> </a:t>
                </a:r>
              </a:p>
            </p:txBody>
          </p:sp>
        </mc:Fallback>
      </mc:AlternateContent>
      <p:sp>
        <p:nvSpPr>
          <p:cNvPr id="3" name="Rectangle 2">
            <a:extLst>
              <a:ext uri="{FF2B5EF4-FFF2-40B4-BE49-F238E27FC236}">
                <a16:creationId xmlns:a16="http://schemas.microsoft.com/office/drawing/2014/main" id="{9B6AA6DC-8480-D5C6-6A4F-BAD9E6775806}"/>
              </a:ext>
            </a:extLst>
          </p:cNvPr>
          <p:cNvSpPr/>
          <p:nvPr/>
        </p:nvSpPr>
        <p:spPr>
          <a:xfrm>
            <a:off x="9516038"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2BE4C21-CBF8-2DF3-52C7-3A1D190C43F7}"/>
                  </a:ext>
                </a:extLst>
              </p:cNvPr>
              <p:cNvSpPr/>
              <p:nvPr/>
            </p:nvSpPr>
            <p:spPr>
              <a:xfrm>
                <a:off x="7176012"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7" name="Rectangle 6">
                <a:extLst>
                  <a:ext uri="{FF2B5EF4-FFF2-40B4-BE49-F238E27FC236}">
                    <a16:creationId xmlns:a16="http://schemas.microsoft.com/office/drawing/2014/main" id="{72BE4C21-CBF8-2DF3-52C7-3A1D190C43F7}"/>
                  </a:ext>
                </a:extLst>
              </p:cNvPr>
              <p:cNvSpPr>
                <a:spLocks noRot="1" noChangeAspect="1" noMove="1" noResize="1" noEditPoints="1" noAdjustHandles="1" noChangeArrowheads="1" noChangeShapeType="1" noTextEdit="1"/>
              </p:cNvSpPr>
              <p:nvPr/>
            </p:nvSpPr>
            <p:spPr>
              <a:xfrm>
                <a:off x="7176012" y="2888994"/>
                <a:ext cx="1890021" cy="540006"/>
              </a:xfrm>
              <a:prstGeom prst="rect">
                <a:avLst/>
              </a:prstGeom>
              <a:blipFill>
                <a:blip r:embed="rId13"/>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075496E-6998-05C2-743D-51BFAFD785AA}"/>
                  </a:ext>
                </a:extLst>
              </p:cNvPr>
              <p:cNvSpPr txBox="1"/>
              <p:nvPr/>
            </p:nvSpPr>
            <p:spPr>
              <a:xfrm>
                <a:off x="695940" y="2888994"/>
                <a:ext cx="7020078" cy="830997"/>
              </a:xfrm>
              <a:prstGeom prst="rect">
                <a:avLst/>
              </a:prstGeom>
              <a:noFill/>
            </p:spPr>
            <p:txBody>
              <a:bodyPr wrap="square" rtlCol="0">
                <a:spAutoFit/>
              </a:bodyPr>
              <a:lstStyle/>
              <a:p>
                <a:pPr algn="ctr"/>
                <a14:m>
                  <m:oMathPara xmlns:m="http://schemas.openxmlformats.org/officeDocument/2006/math">
                    <m:oMath>
                      <m:r>
                        <a:rPr lang="en-GB" sz="4800" b="1" i="0" smtClean="0">
                          <a:solidFill>
                            <a:schemeClr val="accent6"/>
                          </a:solidFill>
                          <a:latin typeface="Cambria Math" panose="02040503050406030204" pitchFamily="18" charset="0"/>
                        </a:rPr>
                        <m:t>𝐕𝐏</m:t>
                      </m:r>
                      <m:r>
                        <a:rPr lang="en-GB" sz="4800" b="0" i="1" smtClean="0">
                          <a:solidFill>
                            <a:schemeClr val="tx1"/>
                          </a:solidFill>
                          <a:latin typeface="Cambria Math" panose="02040503050406030204" pitchFamily="18" charset="0"/>
                        </a:rPr>
                        <m:t>=</m:t>
                      </m:r>
                      <m:r>
                        <a:rPr lang="en-GB" sz="4800" b="1" i="0" smtClean="0">
                          <a:solidFill>
                            <a:schemeClr val="accent6"/>
                          </a:solidFill>
                          <a:latin typeface="Cambria Math" panose="02040503050406030204" pitchFamily="18" charset="0"/>
                        </a:rPr>
                        <m:t>𝐕𝐍𝐏</m:t>
                      </m:r>
                    </m:oMath>
                  </m:oMathPara>
                </a14:m>
                <a:endParaRPr lang="en-GB" sz="4800" b="1" dirty="0">
                  <a:solidFill>
                    <a:schemeClr val="tx1"/>
                  </a:solidFill>
                </a:endParaRPr>
              </a:p>
            </p:txBody>
          </p:sp>
        </mc:Choice>
        <mc:Fallback xmlns="">
          <p:sp>
            <p:nvSpPr>
              <p:cNvPr id="9" name="TextBox 8">
                <a:extLst>
                  <a:ext uri="{FF2B5EF4-FFF2-40B4-BE49-F238E27FC236}">
                    <a16:creationId xmlns:a16="http://schemas.microsoft.com/office/drawing/2014/main" id="{2075496E-6998-05C2-743D-51BFAFD785AA}"/>
                  </a:ext>
                </a:extLst>
              </p:cNvPr>
              <p:cNvSpPr txBox="1">
                <a:spLocks noRot="1" noChangeAspect="1" noMove="1" noResize="1" noEditPoints="1" noAdjustHandles="1" noChangeArrowheads="1" noChangeShapeType="1" noTextEdit="1"/>
              </p:cNvSpPr>
              <p:nvPr/>
            </p:nvSpPr>
            <p:spPr>
              <a:xfrm>
                <a:off x="695940" y="2888994"/>
                <a:ext cx="7020078" cy="830997"/>
              </a:xfrm>
              <a:prstGeom prst="rect">
                <a:avLst/>
              </a:prstGeom>
              <a:blipFill>
                <a:blip r:embed="rId14"/>
                <a:stretch>
                  <a:fillRect/>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282C64E7-ABBD-3227-5A3B-B878C41C51B1}"/>
              </a:ext>
            </a:extLst>
          </p:cNvPr>
          <p:cNvSpPr/>
          <p:nvPr/>
        </p:nvSpPr>
        <p:spPr>
          <a:xfrm>
            <a:off x="7176012"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p:sp>
        <p:nvSpPr>
          <p:cNvPr id="5" name="Rectangle 4">
            <a:extLst>
              <a:ext uri="{FF2B5EF4-FFF2-40B4-BE49-F238E27FC236}">
                <a16:creationId xmlns:a16="http://schemas.microsoft.com/office/drawing/2014/main" id="{C4B0F827-22C4-B0ED-028B-72214222E7AE}"/>
              </a:ext>
            </a:extLst>
          </p:cNvPr>
          <p:cNvSpPr/>
          <p:nvPr/>
        </p:nvSpPr>
        <p:spPr>
          <a:xfrm>
            <a:off x="9516038"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Tree>
    <p:extLst>
      <p:ext uri="{BB962C8B-B14F-4D97-AF65-F5344CB8AC3E}">
        <p14:creationId xmlns:p14="http://schemas.microsoft.com/office/powerpoint/2010/main" val="2321131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A59F-A693-5AD5-1859-57239B79431D}"/>
            </a:ext>
          </a:extLst>
        </p:cNvPr>
        <p:cNvGrpSpPr/>
        <p:nvPr/>
      </p:nvGrpSpPr>
      <p:grpSpPr>
        <a:xfrm>
          <a:off x="0" y="0"/>
          <a:ext cx="0" cy="0"/>
          <a:chOff x="0" y="0"/>
          <a:chExt cx="0" cy="0"/>
        </a:xfrm>
      </p:grpSpPr>
      <p:pic>
        <p:nvPicPr>
          <p:cNvPr id="9" name="Picture 8" descr="Iceberg PNGs for Free Download">
            <a:extLst>
              <a:ext uri="{FF2B5EF4-FFF2-40B4-BE49-F238E27FC236}">
                <a16:creationId xmlns:a16="http://schemas.microsoft.com/office/drawing/2014/main" id="{E4AECE05-6F13-51C5-8E41-DA822B51A5CB}"/>
              </a:ext>
            </a:extLst>
          </p:cNvPr>
          <p:cNvPicPr>
            <a:picLocks noChangeAspect="1"/>
          </p:cNvPicPr>
          <p:nvPr/>
        </p:nvPicPr>
        <p:blipFill>
          <a:blip r:embed="rId2"/>
          <a:stretch>
            <a:fillRect/>
          </a:stretch>
        </p:blipFill>
        <p:spPr>
          <a:xfrm>
            <a:off x="7131000" y="-441043"/>
            <a:ext cx="7740086" cy="7740086"/>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F62D9BB-D536-38E5-09C6-D0FEA43B190F}"/>
                  </a:ext>
                </a:extLst>
              </p:cNvPr>
              <p:cNvSpPr txBox="1"/>
              <p:nvPr/>
            </p:nvSpPr>
            <p:spPr>
              <a:xfrm>
                <a:off x="1235946"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DF62D9BB-D536-38E5-09C6-D0FEA43B190F}"/>
                  </a:ext>
                </a:extLst>
              </p:cNvPr>
              <p:cNvSpPr txBox="1">
                <a:spLocks noRot="1" noChangeAspect="1" noMove="1" noResize="1" noEditPoints="1" noAdjustHandles="1" noChangeArrowheads="1" noChangeShapeType="1" noTextEdit="1"/>
              </p:cNvSpPr>
              <p:nvPr/>
            </p:nvSpPr>
            <p:spPr>
              <a:xfrm>
                <a:off x="1235946" y="728970"/>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5249BC5-522C-210F-995E-97765CEFC183}"/>
                  </a:ext>
                </a:extLst>
              </p:cNvPr>
              <p:cNvSpPr txBox="1"/>
              <p:nvPr/>
            </p:nvSpPr>
            <p:spPr>
              <a:xfrm>
                <a:off x="1955954" y="728970"/>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15249BC5-522C-210F-995E-97765CEFC183}"/>
                  </a:ext>
                </a:extLst>
              </p:cNvPr>
              <p:cNvSpPr txBox="1">
                <a:spLocks noRot="1" noChangeAspect="1" noMove="1" noResize="1" noEditPoints="1" noAdjustHandles="1" noChangeArrowheads="1" noChangeShapeType="1" noTextEdit="1"/>
              </p:cNvSpPr>
              <p:nvPr/>
            </p:nvSpPr>
            <p:spPr>
              <a:xfrm>
                <a:off x="1955954" y="728970"/>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38ED567-632E-100B-09D9-4AD2669D60F3}"/>
                  </a:ext>
                </a:extLst>
              </p:cNvPr>
              <p:cNvSpPr txBox="1"/>
              <p:nvPr/>
            </p:nvSpPr>
            <p:spPr>
              <a:xfrm>
                <a:off x="6096000" y="728970"/>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838ED567-632E-100B-09D9-4AD2669D60F3}"/>
                  </a:ext>
                </a:extLst>
              </p:cNvPr>
              <p:cNvSpPr txBox="1">
                <a:spLocks noRot="1" noChangeAspect="1" noMove="1" noResize="1" noEditPoints="1" noAdjustHandles="1" noChangeArrowheads="1" noChangeShapeType="1" noTextEdit="1"/>
              </p:cNvSpPr>
              <p:nvPr/>
            </p:nvSpPr>
            <p:spPr>
              <a:xfrm>
                <a:off x="6096000" y="728970"/>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0D6E9CC-62F6-850B-99E1-2FCF1D176044}"/>
                  </a:ext>
                </a:extLst>
              </p:cNvPr>
              <p:cNvSpPr txBox="1"/>
              <p:nvPr/>
            </p:nvSpPr>
            <p:spPr>
              <a:xfrm>
                <a:off x="3035966" y="728970"/>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60D6E9CC-62F6-850B-99E1-2FCF1D176044}"/>
                  </a:ext>
                </a:extLst>
              </p:cNvPr>
              <p:cNvSpPr txBox="1">
                <a:spLocks noRot="1" noChangeAspect="1" noMove="1" noResize="1" noEditPoints="1" noAdjustHandles="1" noChangeArrowheads="1" noChangeShapeType="1" noTextEdit="1"/>
              </p:cNvSpPr>
              <p:nvPr/>
            </p:nvSpPr>
            <p:spPr>
              <a:xfrm>
                <a:off x="3035966" y="728970"/>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C47B6E2-5F25-764D-73AE-9CA28BFFEB87}"/>
                  </a:ext>
                </a:extLst>
              </p:cNvPr>
              <p:cNvSpPr txBox="1"/>
              <p:nvPr/>
            </p:nvSpPr>
            <p:spPr>
              <a:xfrm>
                <a:off x="4295980" y="728970"/>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5C47B6E2-5F25-764D-73AE-9CA28BFFEB87}"/>
                  </a:ext>
                </a:extLst>
              </p:cNvPr>
              <p:cNvSpPr txBox="1">
                <a:spLocks noRot="1" noChangeAspect="1" noMove="1" noResize="1" noEditPoints="1" noAdjustHandles="1" noChangeArrowheads="1" noChangeShapeType="1" noTextEdit="1"/>
              </p:cNvSpPr>
              <p:nvPr/>
            </p:nvSpPr>
            <p:spPr>
              <a:xfrm>
                <a:off x="4295980" y="728970"/>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4E73C27-A2C3-35F2-A4E1-3AE8A300A6A8}"/>
                  </a:ext>
                </a:extLst>
              </p:cNvPr>
              <p:cNvSpPr txBox="1"/>
              <p:nvPr/>
            </p:nvSpPr>
            <p:spPr>
              <a:xfrm>
                <a:off x="3845975"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24E73C27-A2C3-35F2-A4E1-3AE8A300A6A8}"/>
                  </a:ext>
                </a:extLst>
              </p:cNvPr>
              <p:cNvSpPr txBox="1">
                <a:spLocks noRot="1" noChangeAspect="1" noMove="1" noResize="1" noEditPoints="1" noAdjustHandles="1" noChangeArrowheads="1" noChangeShapeType="1" noTextEdit="1"/>
              </p:cNvSpPr>
              <p:nvPr/>
            </p:nvSpPr>
            <p:spPr>
              <a:xfrm>
                <a:off x="3845975" y="728970"/>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269FE0F-E540-CDBD-28E4-92D3C4ABAEC3}"/>
                  </a:ext>
                </a:extLst>
              </p:cNvPr>
              <p:cNvSpPr txBox="1"/>
              <p:nvPr/>
            </p:nvSpPr>
            <p:spPr>
              <a:xfrm>
                <a:off x="5555994" y="728970"/>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a:solidFill>
                            <a:schemeClr val="accent2"/>
                          </a:solidFill>
                          <a:latin typeface="Cambria Math" panose="02040503050406030204" pitchFamily="18" charset="0"/>
                        </a:rPr>
                        <m:t>𝐶</m:t>
                      </m:r>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9269FE0F-E540-CDBD-28E4-92D3C4ABAEC3}"/>
                  </a:ext>
                </a:extLst>
              </p:cNvPr>
              <p:cNvSpPr txBox="1">
                <a:spLocks noRot="1" noChangeAspect="1" noMove="1" noResize="1" noEditPoints="1" noAdjustHandles="1" noChangeArrowheads="1" noChangeShapeType="1" noTextEdit="1"/>
              </p:cNvSpPr>
              <p:nvPr/>
            </p:nvSpPr>
            <p:spPr>
              <a:xfrm>
                <a:off x="5555994" y="728970"/>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17BF4BA-07A1-47A0-6004-F0A96B19188B}"/>
                  </a:ext>
                </a:extLst>
              </p:cNvPr>
              <p:cNvSpPr txBox="1"/>
              <p:nvPr/>
            </p:nvSpPr>
            <p:spPr>
              <a:xfrm>
                <a:off x="245935" y="188964"/>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6" name="TextBox 5">
                <a:extLst>
                  <a:ext uri="{FF2B5EF4-FFF2-40B4-BE49-F238E27FC236}">
                    <a16:creationId xmlns:a16="http://schemas.microsoft.com/office/drawing/2014/main" id="{017BF4BA-07A1-47A0-6004-F0A96B19188B}"/>
                  </a:ext>
                </a:extLst>
              </p:cNvPr>
              <p:cNvSpPr txBox="1">
                <a:spLocks noRot="1" noChangeAspect="1" noMove="1" noResize="1" noEditPoints="1" noAdjustHandles="1" noChangeArrowheads="1" noChangeShapeType="1" noTextEdit="1"/>
              </p:cNvSpPr>
              <p:nvPr/>
            </p:nvSpPr>
            <p:spPr>
              <a:xfrm>
                <a:off x="245935" y="188964"/>
                <a:ext cx="2507994" cy="646331"/>
              </a:xfrm>
              <a:prstGeom prst="rect">
                <a:avLst/>
              </a:prstGeom>
              <a:blipFill>
                <a:blip r:embed="rId10"/>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FC721336-6501-02C6-7047-3DB97A3B6FF9}"/>
              </a:ext>
            </a:extLst>
          </p:cNvPr>
          <p:cNvSpPr/>
          <p:nvPr/>
        </p:nvSpPr>
        <p:spPr>
          <a:xfrm>
            <a:off x="9516038" y="1448978"/>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3-tensor</a:t>
            </a:r>
          </a:p>
        </p:txBody>
      </p:sp>
      <p:sp>
        <p:nvSpPr>
          <p:cNvPr id="17" name="Rectangle 16">
            <a:extLst>
              <a:ext uri="{FF2B5EF4-FFF2-40B4-BE49-F238E27FC236}">
                <a16:creationId xmlns:a16="http://schemas.microsoft.com/office/drawing/2014/main" id="{5A108875-034D-532F-3A8E-AB2208FF8AF8}"/>
              </a:ext>
            </a:extLst>
          </p:cNvPr>
          <p:cNvSpPr/>
          <p:nvPr/>
        </p:nvSpPr>
        <p:spPr>
          <a:xfrm>
            <a:off x="9516038"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24CED602-CE27-7D9F-3CCA-772AE342AB8A}"/>
                  </a:ext>
                </a:extLst>
              </p:cNvPr>
              <p:cNvSpPr/>
              <p:nvPr/>
            </p:nvSpPr>
            <p:spPr>
              <a:xfrm>
                <a:off x="7176011"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19" name="Rectangle 18">
                <a:extLst>
                  <a:ext uri="{FF2B5EF4-FFF2-40B4-BE49-F238E27FC236}">
                    <a16:creationId xmlns:a16="http://schemas.microsoft.com/office/drawing/2014/main" id="{24CED602-CE27-7D9F-3CCA-772AE342AB8A}"/>
                  </a:ext>
                </a:extLst>
              </p:cNvPr>
              <p:cNvSpPr>
                <a:spLocks noRot="1" noChangeAspect="1" noMove="1" noResize="1" noEditPoints="1" noAdjustHandles="1" noChangeArrowheads="1" noChangeShapeType="1" noTextEdit="1"/>
              </p:cNvSpPr>
              <p:nvPr/>
            </p:nvSpPr>
            <p:spPr>
              <a:xfrm>
                <a:off x="7176011" y="2168986"/>
                <a:ext cx="1890021" cy="540006"/>
              </a:xfrm>
              <a:prstGeom prst="rect">
                <a:avLst/>
              </a:prstGeom>
              <a:blipFill>
                <a:blip r:embed="rId11"/>
                <a:stretch>
                  <a:fillRect/>
                </a:stretch>
              </a:blipFill>
              <a:ln>
                <a:noFill/>
              </a:ln>
            </p:spPr>
            <p:txBody>
              <a:bodyPr/>
              <a:lstStyle/>
              <a:p>
                <a:r>
                  <a:rPr lang="en-GB">
                    <a:noFill/>
                  </a:rPr>
                  <a:t> </a:t>
                </a:r>
              </a:p>
            </p:txBody>
          </p:sp>
        </mc:Fallback>
      </mc:AlternateContent>
      <p:sp>
        <p:nvSpPr>
          <p:cNvPr id="3" name="Rectangle 2">
            <a:extLst>
              <a:ext uri="{FF2B5EF4-FFF2-40B4-BE49-F238E27FC236}">
                <a16:creationId xmlns:a16="http://schemas.microsoft.com/office/drawing/2014/main" id="{BF8E71C4-7279-E150-5014-E4DCF41AF8C6}"/>
              </a:ext>
            </a:extLst>
          </p:cNvPr>
          <p:cNvSpPr/>
          <p:nvPr/>
        </p:nvSpPr>
        <p:spPr>
          <a:xfrm>
            <a:off x="9516038"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FBA3533-B1C0-F122-03CA-CA03CBFEB93A}"/>
                  </a:ext>
                </a:extLst>
              </p:cNvPr>
              <p:cNvSpPr/>
              <p:nvPr/>
            </p:nvSpPr>
            <p:spPr>
              <a:xfrm>
                <a:off x="7176012"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7" name="Rectangle 6">
                <a:extLst>
                  <a:ext uri="{FF2B5EF4-FFF2-40B4-BE49-F238E27FC236}">
                    <a16:creationId xmlns:a16="http://schemas.microsoft.com/office/drawing/2014/main" id="{EFBA3533-B1C0-F122-03CA-CA03CBFEB93A}"/>
                  </a:ext>
                </a:extLst>
              </p:cNvPr>
              <p:cNvSpPr>
                <a:spLocks noRot="1" noChangeAspect="1" noMove="1" noResize="1" noEditPoints="1" noAdjustHandles="1" noChangeArrowheads="1" noChangeShapeType="1" noTextEdit="1"/>
              </p:cNvSpPr>
              <p:nvPr/>
            </p:nvSpPr>
            <p:spPr>
              <a:xfrm>
                <a:off x="7176012" y="2888994"/>
                <a:ext cx="1890021" cy="540006"/>
              </a:xfrm>
              <a:prstGeom prst="rect">
                <a:avLst/>
              </a:prstGeom>
              <a:blipFill>
                <a:blip r:embed="rId12"/>
                <a:stretch>
                  <a:fillRect t="-26966" b="-51685"/>
                </a:stretch>
              </a:blipFill>
              <a:ln>
                <a:noFill/>
              </a:ln>
            </p:spPr>
            <p:txBody>
              <a:bodyPr/>
              <a:lstStyle/>
              <a:p>
                <a:r>
                  <a:rPr lang="en-GB">
                    <a:noFill/>
                  </a:rPr>
                  <a:t> </a:t>
                </a:r>
              </a:p>
            </p:txBody>
          </p:sp>
        </mc:Fallback>
      </mc:AlternateContent>
      <p:sp>
        <p:nvSpPr>
          <p:cNvPr id="5" name="Rectangle 4">
            <a:extLst>
              <a:ext uri="{FF2B5EF4-FFF2-40B4-BE49-F238E27FC236}">
                <a16:creationId xmlns:a16="http://schemas.microsoft.com/office/drawing/2014/main" id="{5650BE1A-7BA1-5F3E-7C58-8A3785C320B5}"/>
              </a:ext>
            </a:extLst>
          </p:cNvPr>
          <p:cNvSpPr/>
          <p:nvPr/>
        </p:nvSpPr>
        <p:spPr>
          <a:xfrm>
            <a:off x="9516038"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10" name="Rectangle 9">
            <a:extLst>
              <a:ext uri="{FF2B5EF4-FFF2-40B4-BE49-F238E27FC236}">
                <a16:creationId xmlns:a16="http://schemas.microsoft.com/office/drawing/2014/main" id="{C07E3374-D818-4DFC-52B8-6C1308D9911B}"/>
              </a:ext>
            </a:extLst>
          </p:cNvPr>
          <p:cNvSpPr/>
          <p:nvPr/>
        </p:nvSpPr>
        <p:spPr>
          <a:xfrm>
            <a:off x="7176012"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2D78AB5-C4E7-7FC8-6C4B-2B3EFEF73795}"/>
                  </a:ext>
                </a:extLst>
              </p:cNvPr>
              <p:cNvSpPr/>
              <p:nvPr/>
            </p:nvSpPr>
            <p:spPr>
              <a:xfrm>
                <a:off x="9516038"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8" name="Rectangle 7">
                <a:extLst>
                  <a:ext uri="{FF2B5EF4-FFF2-40B4-BE49-F238E27FC236}">
                    <a16:creationId xmlns:a16="http://schemas.microsoft.com/office/drawing/2014/main" id="{D2D78AB5-C4E7-7FC8-6C4B-2B3EFEF73795}"/>
                  </a:ext>
                </a:extLst>
              </p:cNvPr>
              <p:cNvSpPr>
                <a:spLocks noRot="1" noChangeAspect="1" noMove="1" noResize="1" noEditPoints="1" noAdjustHandles="1" noChangeArrowheads="1" noChangeShapeType="1" noTextEdit="1"/>
              </p:cNvSpPr>
              <p:nvPr/>
            </p:nvSpPr>
            <p:spPr>
              <a:xfrm>
                <a:off x="9516038" y="4689014"/>
                <a:ext cx="2340026" cy="540006"/>
              </a:xfrm>
              <a:prstGeom prst="rect">
                <a:avLst/>
              </a:prstGeom>
              <a:blipFill>
                <a:blip r:embed="rId13"/>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05108BA-07AC-EAF1-4F25-833B403983C6}"/>
                  </a:ext>
                </a:extLst>
              </p:cNvPr>
              <p:cNvSpPr/>
              <p:nvPr/>
            </p:nvSpPr>
            <p:spPr>
              <a:xfrm>
                <a:off x="6996009"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14" name="Rectangle 13">
                <a:extLst>
                  <a:ext uri="{FF2B5EF4-FFF2-40B4-BE49-F238E27FC236}">
                    <a16:creationId xmlns:a16="http://schemas.microsoft.com/office/drawing/2014/main" id="{305108BA-07AC-EAF1-4F25-833B403983C6}"/>
                  </a:ext>
                </a:extLst>
              </p:cNvPr>
              <p:cNvSpPr>
                <a:spLocks noRot="1" noChangeAspect="1" noMove="1" noResize="1" noEditPoints="1" noAdjustHandles="1" noChangeArrowheads="1" noChangeShapeType="1" noTextEdit="1"/>
              </p:cNvSpPr>
              <p:nvPr/>
            </p:nvSpPr>
            <p:spPr>
              <a:xfrm>
                <a:off x="6996009" y="4689014"/>
                <a:ext cx="2250025" cy="540006"/>
              </a:xfrm>
              <a:prstGeom prst="rect">
                <a:avLst/>
              </a:prstGeom>
              <a:blipFill>
                <a:blip r:embed="rId14"/>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461689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85F1-82DB-F58E-D054-9FDF211F356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E7F8D9D-C329-28EC-E100-65C4272D20C5}"/>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7E7F8D9D-C329-28EC-E100-65C4272D20C5}"/>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5F95791-BF91-8EAE-D2AD-614C8FEBE703}"/>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75F95791-BF91-8EAE-D2AD-614C8FEBE703}"/>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6E4A3F6-1D27-AC53-3EF2-72A86071BC52}"/>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1"/>
                          </a:solidFill>
                          <a:latin typeface="Cambria Math" panose="02040503050406030204" pitchFamily="18" charset="0"/>
                        </a:rPr>
                        <m:t>𝑉</m:t>
                      </m:r>
                    </m:oMath>
                  </m:oMathPara>
                </a14:m>
                <a:endParaRPr lang="en-GB" sz="4800" dirty="0">
                  <a:solidFill>
                    <a:schemeClr val="accent1"/>
                  </a:solidFill>
                </a:endParaRPr>
              </a:p>
            </p:txBody>
          </p:sp>
        </mc:Choice>
        <mc:Fallback xmlns="">
          <p:sp>
            <p:nvSpPr>
              <p:cNvPr id="38" name="TextBox 37">
                <a:extLst>
                  <a:ext uri="{FF2B5EF4-FFF2-40B4-BE49-F238E27FC236}">
                    <a16:creationId xmlns:a16="http://schemas.microsoft.com/office/drawing/2014/main" id="{16E4A3F6-1D27-AC53-3EF2-72A86071BC52}"/>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2DF0059-F0E0-C5ED-51FA-2501F6FA0CBC}"/>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E9FA2B13-73B0-A95C-B188-B4E1BEEF00B7}"/>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4F027EEE-5348-62A1-30CB-38B100AB54C0}"/>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D146DB46-AE29-EE4F-B739-023062C8C138}"/>
              </a:ext>
            </a:extLst>
          </p:cNvPr>
          <p:cNvSpPr/>
          <p:nvPr/>
        </p:nvSpPr>
        <p:spPr>
          <a:xfrm flipH="1">
            <a:off x="7716018" y="1178975"/>
            <a:ext cx="2610029" cy="1350015"/>
          </a:xfrm>
          <a:prstGeom prst="arc">
            <a:avLst>
              <a:gd name="adj1" fmla="val 20424430"/>
              <a:gd name="adj2" fmla="val 567785"/>
            </a:avLst>
          </a:prstGeom>
          <a:ln w="38100">
            <a:solidFill>
              <a:schemeClr val="accent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50207BC1-DEDC-2517-4514-60C3A2D3A8BB}"/>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A0030D5-7DEB-DC29-4284-2B56C51F7C26}"/>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0F9FAD5-049F-3711-1C1C-40FF9EE1E7CA}"/>
                  </a:ext>
                </a:extLst>
              </p:cNvPr>
              <p:cNvSpPr txBox="1"/>
              <p:nvPr/>
            </p:nvSpPr>
            <p:spPr>
              <a:xfrm>
                <a:off x="2855964"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0C6E1ADA-79C1-2CD8-D3D4-01288B485AF0}"/>
                  </a:ext>
                </a:extLst>
              </p:cNvPr>
              <p:cNvSpPr txBox="1">
                <a:spLocks noRot="1" noChangeAspect="1" noMove="1" noResize="1" noEditPoints="1" noAdjustHandles="1" noChangeArrowheads="1" noChangeShapeType="1" noTextEdit="1"/>
              </p:cNvSpPr>
              <p:nvPr/>
            </p:nvSpPr>
            <p:spPr>
              <a:xfrm>
                <a:off x="2855964"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0DA462D-807E-AADC-2729-806A1B6846BF}"/>
                  </a:ext>
                </a:extLst>
              </p:cNvPr>
              <p:cNvSpPr txBox="1"/>
              <p:nvPr/>
            </p:nvSpPr>
            <p:spPr>
              <a:xfrm>
                <a:off x="3575972" y="3609002"/>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14E02D0-ABEE-5608-9F98-CA3DDE81F4E6}"/>
                  </a:ext>
                </a:extLst>
              </p:cNvPr>
              <p:cNvSpPr txBox="1">
                <a:spLocks noRot="1" noChangeAspect="1" noMove="1" noResize="1" noEditPoints="1" noAdjustHandles="1" noChangeArrowheads="1" noChangeShapeType="1" noTextEdit="1"/>
              </p:cNvSpPr>
              <p:nvPr/>
            </p:nvSpPr>
            <p:spPr>
              <a:xfrm>
                <a:off x="3575972" y="3609002"/>
                <a:ext cx="1260014"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CCF531F-3BE0-DB95-0DD7-C387FEF88414}"/>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5CCF531F-3BE0-DB95-0DD7-C387FEF88414}"/>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7E8C162-7E4A-5605-D43C-683F1944323F}"/>
                  </a:ext>
                </a:extLst>
              </p:cNvPr>
              <p:cNvSpPr txBox="1"/>
              <p:nvPr/>
            </p:nvSpPr>
            <p:spPr>
              <a:xfrm>
                <a:off x="4655984"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D800DE4B-2592-A6AD-829D-70849D0F72E1}"/>
                  </a:ext>
                </a:extLst>
              </p:cNvPr>
              <p:cNvSpPr txBox="1">
                <a:spLocks noRot="1" noChangeAspect="1" noMove="1" noResize="1" noEditPoints="1" noAdjustHandles="1" noChangeArrowheads="1" noChangeShapeType="1" noTextEdit="1"/>
              </p:cNvSpPr>
              <p:nvPr/>
            </p:nvSpPr>
            <p:spPr>
              <a:xfrm>
                <a:off x="4655984"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9C01763-6734-9E69-543B-06FE914C964D}"/>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E92900D-6776-9091-CDB9-654565BD9CF4}"/>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0A1A6D-A9F4-0B43-9950-A530307CC485}"/>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8993485"/>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40F1-C297-53D4-D929-E36BDA42CD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40072C3-F16D-2D3A-37C2-AD4D8726CD43}"/>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B40072C3-F16D-2D3A-37C2-AD4D8726CD43}"/>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87AEBA0-024F-78BF-6945-FCF4C9E5854D}"/>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487AEBA0-024F-78BF-6945-FCF4C9E5854D}"/>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43C05D4-2C1F-FAEF-770E-A06E6637A0E6}"/>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943C05D4-2C1F-FAEF-770E-A06E6637A0E6}"/>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F7AA9B-FC36-F395-A7B4-AD406C5012FB}"/>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AC718DBF-5ED8-DDBA-3140-AAB72EA91058}"/>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7DCE3841-9FEB-08E6-24F0-4A657E9074DF}"/>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38623707-64BF-EEC1-4F30-D6F9981F2F1A}"/>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278A5D06-76BD-A1D2-CA8A-28263D279F63}"/>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AE05449-07A8-12B7-A656-9448D326190C}"/>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1188C35-C602-3F48-9BB2-CCC06B5D4B94}"/>
                  </a:ext>
                </a:extLst>
              </p:cNvPr>
              <p:cNvSpPr txBox="1"/>
              <p:nvPr/>
            </p:nvSpPr>
            <p:spPr>
              <a:xfrm>
                <a:off x="2855964"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0C6E1ADA-79C1-2CD8-D3D4-01288B485AF0}"/>
                  </a:ext>
                </a:extLst>
              </p:cNvPr>
              <p:cNvSpPr txBox="1">
                <a:spLocks noRot="1" noChangeAspect="1" noMove="1" noResize="1" noEditPoints="1" noAdjustHandles="1" noChangeArrowheads="1" noChangeShapeType="1" noTextEdit="1"/>
              </p:cNvSpPr>
              <p:nvPr/>
            </p:nvSpPr>
            <p:spPr>
              <a:xfrm>
                <a:off x="2855964"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13EC772-C188-BA21-0B79-BAEF657C6946}"/>
                  </a:ext>
                </a:extLst>
              </p:cNvPr>
              <p:cNvSpPr txBox="1"/>
              <p:nvPr/>
            </p:nvSpPr>
            <p:spPr>
              <a:xfrm>
                <a:off x="3575972" y="3609002"/>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14E02D0-ABEE-5608-9F98-CA3DDE81F4E6}"/>
                  </a:ext>
                </a:extLst>
              </p:cNvPr>
              <p:cNvSpPr txBox="1">
                <a:spLocks noRot="1" noChangeAspect="1" noMove="1" noResize="1" noEditPoints="1" noAdjustHandles="1" noChangeArrowheads="1" noChangeShapeType="1" noTextEdit="1"/>
              </p:cNvSpPr>
              <p:nvPr/>
            </p:nvSpPr>
            <p:spPr>
              <a:xfrm>
                <a:off x="3575972" y="3609002"/>
                <a:ext cx="1260014"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DF0C197-996B-2E11-56EB-8BC31CCA2EBF}"/>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CDF0C197-996B-2E11-56EB-8BC31CCA2EBF}"/>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8D208C2-9FE4-AFAD-6ABF-38AE435EE6B3}"/>
                  </a:ext>
                </a:extLst>
              </p:cNvPr>
              <p:cNvSpPr txBox="1"/>
              <p:nvPr/>
            </p:nvSpPr>
            <p:spPr>
              <a:xfrm>
                <a:off x="4655984"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D800DE4B-2592-A6AD-829D-70849D0F72E1}"/>
                  </a:ext>
                </a:extLst>
              </p:cNvPr>
              <p:cNvSpPr txBox="1">
                <a:spLocks noRot="1" noChangeAspect="1" noMove="1" noResize="1" noEditPoints="1" noAdjustHandles="1" noChangeArrowheads="1" noChangeShapeType="1" noTextEdit="1"/>
              </p:cNvSpPr>
              <p:nvPr/>
            </p:nvSpPr>
            <p:spPr>
              <a:xfrm>
                <a:off x="4655984"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8E1DC97-DAAA-6E06-B0FE-7E5723A57DE8}"/>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9EAD47C-F44F-8586-843D-27C15B1D9F9B}"/>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BA5AFDA-7F26-C808-BC73-F1C69ABDFD4D}"/>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946517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8AA6-FA1C-221B-3864-C8E383B65A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967A8AB-97BA-E19E-8FF1-88991838955C}"/>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4967A8AB-97BA-E19E-8FF1-88991838955C}"/>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BF081D7-C5E4-90CE-850A-B1868BA76B13}"/>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4BF081D7-C5E4-90CE-850A-B1868BA76B13}"/>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8739515-C862-487F-AB74-A1F12F47EF37}"/>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18739515-C862-487F-AB74-A1F12F47EF37}"/>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5172BE-FF35-7773-C1B1-8EF94603A9B3}"/>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AC5905AB-40D6-46C5-F638-40AFCA54BF27}"/>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9FB42AA3-5479-2FF6-3C14-1A30353A2F79}"/>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E7D81C8A-E78C-A82F-2681-E94BBB61FA01}"/>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2B6BC40A-3096-CC43-31D1-2ECBC2242D7A}"/>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6BB2D3E-D430-7F5F-D520-BF20FDCB932F}"/>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F7B5AC1-82D0-D92D-9100-DEE3C1DB1847}"/>
                  </a:ext>
                </a:extLst>
              </p:cNvPr>
              <p:cNvSpPr txBox="1"/>
              <p:nvPr/>
            </p:nvSpPr>
            <p:spPr>
              <a:xfrm>
                <a:off x="2855964"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0C6E1ADA-79C1-2CD8-D3D4-01288B485AF0}"/>
                  </a:ext>
                </a:extLst>
              </p:cNvPr>
              <p:cNvSpPr txBox="1">
                <a:spLocks noRot="1" noChangeAspect="1" noMove="1" noResize="1" noEditPoints="1" noAdjustHandles="1" noChangeArrowheads="1" noChangeShapeType="1" noTextEdit="1"/>
              </p:cNvSpPr>
              <p:nvPr/>
            </p:nvSpPr>
            <p:spPr>
              <a:xfrm>
                <a:off x="2855964"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0FBD287-DA80-C9A0-3F6A-366128B8FC39}"/>
                  </a:ext>
                </a:extLst>
              </p:cNvPr>
              <p:cNvSpPr txBox="1"/>
              <p:nvPr/>
            </p:nvSpPr>
            <p:spPr>
              <a:xfrm>
                <a:off x="3575972" y="3609002"/>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14E02D0-ABEE-5608-9F98-CA3DDE81F4E6}"/>
                  </a:ext>
                </a:extLst>
              </p:cNvPr>
              <p:cNvSpPr txBox="1">
                <a:spLocks noRot="1" noChangeAspect="1" noMove="1" noResize="1" noEditPoints="1" noAdjustHandles="1" noChangeArrowheads="1" noChangeShapeType="1" noTextEdit="1"/>
              </p:cNvSpPr>
              <p:nvPr/>
            </p:nvSpPr>
            <p:spPr>
              <a:xfrm>
                <a:off x="3575972" y="3609002"/>
                <a:ext cx="1260014"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04206B2-2A6B-A94F-A4E5-3CBBEB7E7C7A}"/>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E04206B2-2A6B-A94F-A4E5-3CBBEB7E7C7A}"/>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E0C98C8-5825-FFBB-1AE8-6F723729AECB}"/>
                  </a:ext>
                </a:extLst>
              </p:cNvPr>
              <p:cNvSpPr txBox="1"/>
              <p:nvPr/>
            </p:nvSpPr>
            <p:spPr>
              <a:xfrm>
                <a:off x="4655984"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D800DE4B-2592-A6AD-829D-70849D0F72E1}"/>
                  </a:ext>
                </a:extLst>
              </p:cNvPr>
              <p:cNvSpPr txBox="1">
                <a:spLocks noRot="1" noChangeAspect="1" noMove="1" noResize="1" noEditPoints="1" noAdjustHandles="1" noChangeArrowheads="1" noChangeShapeType="1" noTextEdit="1"/>
              </p:cNvSpPr>
              <p:nvPr/>
            </p:nvSpPr>
            <p:spPr>
              <a:xfrm>
                <a:off x="4655984"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0B26D83-0D88-F77E-2ACB-2C957787EB40}"/>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AA269DD-7F4D-1AED-5BA0-E9C145A1455E}"/>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6A0BB35-F439-9C86-1080-609590061596}"/>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A6F60B-8BE4-C4A4-60A3-29639B126E64}"/>
                  </a:ext>
                </a:extLst>
              </p:cNvPr>
              <p:cNvSpPr txBox="1"/>
              <p:nvPr/>
            </p:nvSpPr>
            <p:spPr>
              <a:xfrm>
                <a:off x="8346025"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9" name="TextBox 8">
                <a:extLst>
                  <a:ext uri="{FF2B5EF4-FFF2-40B4-BE49-F238E27FC236}">
                    <a16:creationId xmlns:a16="http://schemas.microsoft.com/office/drawing/2014/main" id="{E4A6F60B-8BE4-C4A4-60A3-29639B126E64}"/>
                  </a:ext>
                </a:extLst>
              </p:cNvPr>
              <p:cNvSpPr txBox="1">
                <a:spLocks noRot="1" noChangeAspect="1" noMove="1" noResize="1" noEditPoints="1" noAdjustHandles="1" noChangeArrowheads="1" noChangeShapeType="1" noTextEdit="1"/>
              </p:cNvSpPr>
              <p:nvPr/>
            </p:nvSpPr>
            <p:spPr>
              <a:xfrm>
                <a:off x="8346025" y="1925559"/>
                <a:ext cx="1697484" cy="132343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A03A74-1B3E-A910-68BB-6CBC2793F919}"/>
                  </a:ext>
                </a:extLst>
              </p:cNvPr>
              <p:cNvSpPr txBox="1"/>
              <p:nvPr/>
            </p:nvSpPr>
            <p:spPr>
              <a:xfrm>
                <a:off x="9516038"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2" name="TextBox 11">
                <a:extLst>
                  <a:ext uri="{FF2B5EF4-FFF2-40B4-BE49-F238E27FC236}">
                    <a16:creationId xmlns:a16="http://schemas.microsoft.com/office/drawing/2014/main" id="{ABA03A74-1B3E-A910-68BB-6CBC2793F919}"/>
                  </a:ext>
                </a:extLst>
              </p:cNvPr>
              <p:cNvSpPr txBox="1">
                <a:spLocks noRot="1" noChangeAspect="1" noMove="1" noResize="1" noEditPoints="1" noAdjustHandles="1" noChangeArrowheads="1" noChangeShapeType="1" noTextEdit="1"/>
              </p:cNvSpPr>
              <p:nvPr/>
            </p:nvSpPr>
            <p:spPr>
              <a:xfrm>
                <a:off x="9516038" y="1925559"/>
                <a:ext cx="1440016" cy="132343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03BE30A-296C-75ED-0E56-8F61EF88A6C4}"/>
                  </a:ext>
                </a:extLst>
              </p:cNvPr>
              <p:cNvSpPr txBox="1"/>
              <p:nvPr/>
            </p:nvSpPr>
            <p:spPr>
              <a:xfrm>
                <a:off x="8886031"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F03BE30A-296C-75ED-0E56-8F61EF88A6C4}"/>
                  </a:ext>
                </a:extLst>
              </p:cNvPr>
              <p:cNvSpPr txBox="1">
                <a:spLocks noRot="1" noChangeAspect="1" noMove="1" noResize="1" noEditPoints="1" noAdjustHandles="1" noChangeArrowheads="1" noChangeShapeType="1" noTextEdit="1"/>
              </p:cNvSpPr>
              <p:nvPr/>
            </p:nvSpPr>
            <p:spPr>
              <a:xfrm>
                <a:off x="8886031" y="3609002"/>
                <a:ext cx="1080012" cy="101566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63F226D-1893-3A7F-2D70-4F50E590444E}"/>
                  </a:ext>
                </a:extLst>
              </p:cNvPr>
              <p:cNvSpPr txBox="1"/>
              <p:nvPr/>
            </p:nvSpPr>
            <p:spPr>
              <a:xfrm>
                <a:off x="9516038"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D63F226D-1893-3A7F-2D70-4F50E590444E}"/>
                  </a:ext>
                </a:extLst>
              </p:cNvPr>
              <p:cNvSpPr txBox="1">
                <a:spLocks noRot="1" noChangeAspect="1" noMove="1" noResize="1" noEditPoints="1" noAdjustHandles="1" noChangeArrowheads="1" noChangeShapeType="1" noTextEdit="1"/>
              </p:cNvSpPr>
              <p:nvPr/>
            </p:nvSpPr>
            <p:spPr>
              <a:xfrm>
                <a:off x="9516038" y="3609002"/>
                <a:ext cx="1530017" cy="1015663"/>
              </a:xfrm>
              <a:prstGeom prst="rect">
                <a:avLst/>
              </a:prstGeom>
              <a:blipFill>
                <a:blip r:embed="rId1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6027732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4B928-D17F-287B-1A0E-D19EEBB54DB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6748096-5998-311B-4B27-1489F827BE5E}"/>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tx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A6748096-5998-311B-4B27-1489F827BE5E}"/>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7958076-9B01-CEEC-53EB-14C7B85766AE}"/>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C7958076-9B01-CEEC-53EB-14C7B85766AE}"/>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A41D0E-B114-E8B2-4C4B-6A7BF2025C61}"/>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62A41D0E-B114-E8B2-4C4B-6A7BF2025C61}"/>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9141A6-8F06-1A15-3E2A-BB97E4EA595E}"/>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5501DAA7-BBAF-F8BA-5B6E-6D2DAFCBE608}"/>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8721F26F-1FCE-B927-5362-EC48D09841EE}"/>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850D9983-BDC5-0A5B-F6AA-E995FD4EC5F1}"/>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4E0338F6-8E5F-FDE7-B116-42267BFDCBA2}"/>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AC0A9FD-B737-9108-28A1-777A77DE47D9}"/>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46A2B00-1DB8-CD01-080C-CC79C68B4EC8}"/>
                  </a:ext>
                </a:extLst>
              </p:cNvPr>
              <p:cNvSpPr txBox="1"/>
              <p:nvPr/>
            </p:nvSpPr>
            <p:spPr>
              <a:xfrm>
                <a:off x="2855964"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0C6E1ADA-79C1-2CD8-D3D4-01288B485AF0}"/>
                  </a:ext>
                </a:extLst>
              </p:cNvPr>
              <p:cNvSpPr txBox="1">
                <a:spLocks noRot="1" noChangeAspect="1" noMove="1" noResize="1" noEditPoints="1" noAdjustHandles="1" noChangeArrowheads="1" noChangeShapeType="1" noTextEdit="1"/>
              </p:cNvSpPr>
              <p:nvPr/>
            </p:nvSpPr>
            <p:spPr>
              <a:xfrm>
                <a:off x="2855964"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C230148-467E-CB3F-7099-76B247886AF2}"/>
                  </a:ext>
                </a:extLst>
              </p:cNvPr>
              <p:cNvSpPr txBox="1"/>
              <p:nvPr/>
            </p:nvSpPr>
            <p:spPr>
              <a:xfrm>
                <a:off x="3575972" y="3609002"/>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14E02D0-ABEE-5608-9F98-CA3DDE81F4E6}"/>
                  </a:ext>
                </a:extLst>
              </p:cNvPr>
              <p:cNvSpPr txBox="1">
                <a:spLocks noRot="1" noChangeAspect="1" noMove="1" noResize="1" noEditPoints="1" noAdjustHandles="1" noChangeArrowheads="1" noChangeShapeType="1" noTextEdit="1"/>
              </p:cNvSpPr>
              <p:nvPr/>
            </p:nvSpPr>
            <p:spPr>
              <a:xfrm>
                <a:off x="3575972" y="3609002"/>
                <a:ext cx="1260014"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620BFA-6827-2CB9-9C68-2CED6F993329}"/>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80620BFA-6827-2CB9-9C68-2CED6F993329}"/>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E67DC89-6314-E629-0316-6F59AE6CD245}"/>
                  </a:ext>
                </a:extLst>
              </p:cNvPr>
              <p:cNvSpPr txBox="1"/>
              <p:nvPr/>
            </p:nvSpPr>
            <p:spPr>
              <a:xfrm>
                <a:off x="4655984"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D800DE4B-2592-A6AD-829D-70849D0F72E1}"/>
                  </a:ext>
                </a:extLst>
              </p:cNvPr>
              <p:cNvSpPr txBox="1">
                <a:spLocks noRot="1" noChangeAspect="1" noMove="1" noResize="1" noEditPoints="1" noAdjustHandles="1" noChangeArrowheads="1" noChangeShapeType="1" noTextEdit="1"/>
              </p:cNvSpPr>
              <p:nvPr/>
            </p:nvSpPr>
            <p:spPr>
              <a:xfrm>
                <a:off x="4655984"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FF3010E-AA0F-56D1-E32A-10778E67BD32}"/>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3ADBF67-8F02-6A28-E12A-D758E744461D}"/>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6A6DC2-B43F-603F-1821-69BD32C5BCBE}"/>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5D2C61-DBBF-8EEB-DD01-8523871873BA}"/>
                  </a:ext>
                </a:extLst>
              </p:cNvPr>
              <p:cNvSpPr txBox="1"/>
              <p:nvPr/>
            </p:nvSpPr>
            <p:spPr>
              <a:xfrm>
                <a:off x="8346025"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9" name="TextBox 8">
                <a:extLst>
                  <a:ext uri="{FF2B5EF4-FFF2-40B4-BE49-F238E27FC236}">
                    <a16:creationId xmlns:a16="http://schemas.microsoft.com/office/drawing/2014/main" id="{985D2C61-DBBF-8EEB-DD01-8523871873BA}"/>
                  </a:ext>
                </a:extLst>
              </p:cNvPr>
              <p:cNvSpPr txBox="1">
                <a:spLocks noRot="1" noChangeAspect="1" noMove="1" noResize="1" noEditPoints="1" noAdjustHandles="1" noChangeArrowheads="1" noChangeShapeType="1" noTextEdit="1"/>
              </p:cNvSpPr>
              <p:nvPr/>
            </p:nvSpPr>
            <p:spPr>
              <a:xfrm>
                <a:off x="8346025" y="1925559"/>
                <a:ext cx="1697484" cy="132343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1CF7D45-8464-D1B7-6C1A-A66424EE4D03}"/>
                  </a:ext>
                </a:extLst>
              </p:cNvPr>
              <p:cNvSpPr txBox="1"/>
              <p:nvPr/>
            </p:nvSpPr>
            <p:spPr>
              <a:xfrm>
                <a:off x="9516038"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2" name="TextBox 11">
                <a:extLst>
                  <a:ext uri="{FF2B5EF4-FFF2-40B4-BE49-F238E27FC236}">
                    <a16:creationId xmlns:a16="http://schemas.microsoft.com/office/drawing/2014/main" id="{41CF7D45-8464-D1B7-6C1A-A66424EE4D03}"/>
                  </a:ext>
                </a:extLst>
              </p:cNvPr>
              <p:cNvSpPr txBox="1">
                <a:spLocks noRot="1" noChangeAspect="1" noMove="1" noResize="1" noEditPoints="1" noAdjustHandles="1" noChangeArrowheads="1" noChangeShapeType="1" noTextEdit="1"/>
              </p:cNvSpPr>
              <p:nvPr/>
            </p:nvSpPr>
            <p:spPr>
              <a:xfrm>
                <a:off x="9516038" y="1925559"/>
                <a:ext cx="1440016" cy="132343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63B807D-545A-D634-46B4-FA630EC4694A}"/>
                  </a:ext>
                </a:extLst>
              </p:cNvPr>
              <p:cNvSpPr txBox="1"/>
              <p:nvPr/>
            </p:nvSpPr>
            <p:spPr>
              <a:xfrm>
                <a:off x="8886031"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163B807D-545A-D634-46B4-FA630EC4694A}"/>
                  </a:ext>
                </a:extLst>
              </p:cNvPr>
              <p:cNvSpPr txBox="1">
                <a:spLocks noRot="1" noChangeAspect="1" noMove="1" noResize="1" noEditPoints="1" noAdjustHandles="1" noChangeArrowheads="1" noChangeShapeType="1" noTextEdit="1"/>
              </p:cNvSpPr>
              <p:nvPr/>
            </p:nvSpPr>
            <p:spPr>
              <a:xfrm>
                <a:off x="8886031" y="3609002"/>
                <a:ext cx="1080012" cy="101566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434B337-1E71-3388-0CAD-F5B69F61B1CF}"/>
                  </a:ext>
                </a:extLst>
              </p:cNvPr>
              <p:cNvSpPr txBox="1"/>
              <p:nvPr/>
            </p:nvSpPr>
            <p:spPr>
              <a:xfrm>
                <a:off x="9516038"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D434B337-1E71-3388-0CAD-F5B69F61B1CF}"/>
                  </a:ext>
                </a:extLst>
              </p:cNvPr>
              <p:cNvSpPr txBox="1">
                <a:spLocks noRot="1" noChangeAspect="1" noMove="1" noResize="1" noEditPoints="1" noAdjustHandles="1" noChangeArrowheads="1" noChangeShapeType="1" noTextEdit="1"/>
              </p:cNvSpPr>
              <p:nvPr/>
            </p:nvSpPr>
            <p:spPr>
              <a:xfrm>
                <a:off x="9516038" y="3609002"/>
                <a:ext cx="1530017" cy="1015663"/>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BF38C8-E2D4-630E-0D53-00F7A999ACE7}"/>
                  </a:ext>
                </a:extLst>
              </p:cNvPr>
              <p:cNvSpPr txBox="1"/>
              <p:nvPr/>
            </p:nvSpPr>
            <p:spPr>
              <a:xfrm>
                <a:off x="10416048"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5" name="TextBox 4">
                <a:extLst>
                  <a:ext uri="{FF2B5EF4-FFF2-40B4-BE49-F238E27FC236}">
                    <a16:creationId xmlns:a16="http://schemas.microsoft.com/office/drawing/2014/main" id="{CCBF38C8-E2D4-630E-0D53-00F7A999ACE7}"/>
                  </a:ext>
                </a:extLst>
              </p:cNvPr>
              <p:cNvSpPr txBox="1">
                <a:spLocks noRot="1" noChangeAspect="1" noMove="1" noResize="1" noEditPoints="1" noAdjustHandles="1" noChangeArrowheads="1" noChangeShapeType="1" noTextEdit="1"/>
              </p:cNvSpPr>
              <p:nvPr/>
            </p:nvSpPr>
            <p:spPr>
              <a:xfrm>
                <a:off x="10416048" y="1925559"/>
                <a:ext cx="1697484" cy="1323439"/>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7904E8C-CA9F-1A34-4E07-A9AE6EA8B40E}"/>
                  </a:ext>
                </a:extLst>
              </p:cNvPr>
              <p:cNvSpPr txBox="1"/>
              <p:nvPr/>
            </p:nvSpPr>
            <p:spPr>
              <a:xfrm>
                <a:off x="1158606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1" name="TextBox 10">
                <a:extLst>
                  <a:ext uri="{FF2B5EF4-FFF2-40B4-BE49-F238E27FC236}">
                    <a16:creationId xmlns:a16="http://schemas.microsoft.com/office/drawing/2014/main" id="{47904E8C-CA9F-1A34-4E07-A9AE6EA8B40E}"/>
                  </a:ext>
                </a:extLst>
              </p:cNvPr>
              <p:cNvSpPr txBox="1">
                <a:spLocks noRot="1" noChangeAspect="1" noMove="1" noResize="1" noEditPoints="1" noAdjustHandles="1" noChangeArrowheads="1" noChangeShapeType="1" noTextEdit="1"/>
              </p:cNvSpPr>
              <p:nvPr/>
            </p:nvSpPr>
            <p:spPr>
              <a:xfrm>
                <a:off x="11586061" y="1925559"/>
                <a:ext cx="1440016" cy="1323439"/>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E11D81D-1D60-066D-FDA5-8DDE9EE45A2E}"/>
                  </a:ext>
                </a:extLst>
              </p:cNvPr>
              <p:cNvSpPr txBox="1"/>
              <p:nvPr/>
            </p:nvSpPr>
            <p:spPr>
              <a:xfrm>
                <a:off x="10596050"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7" name="TextBox 16">
                <a:extLst>
                  <a:ext uri="{FF2B5EF4-FFF2-40B4-BE49-F238E27FC236}">
                    <a16:creationId xmlns:a16="http://schemas.microsoft.com/office/drawing/2014/main" id="{AE11D81D-1D60-066D-FDA5-8DDE9EE45A2E}"/>
                  </a:ext>
                </a:extLst>
              </p:cNvPr>
              <p:cNvSpPr txBox="1">
                <a:spLocks noRot="1" noChangeAspect="1" noMove="1" noResize="1" noEditPoints="1" noAdjustHandles="1" noChangeArrowheads="1" noChangeShapeType="1" noTextEdit="1"/>
              </p:cNvSpPr>
              <p:nvPr/>
            </p:nvSpPr>
            <p:spPr>
              <a:xfrm>
                <a:off x="10596050" y="3609002"/>
                <a:ext cx="1080012" cy="101566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98DB930-1E61-F7CC-9F9F-2997A4D83340}"/>
                  </a:ext>
                </a:extLst>
              </p:cNvPr>
              <p:cNvSpPr txBox="1"/>
              <p:nvPr/>
            </p:nvSpPr>
            <p:spPr>
              <a:xfrm>
                <a:off x="11226057"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1" name="TextBox 20">
                <a:extLst>
                  <a:ext uri="{FF2B5EF4-FFF2-40B4-BE49-F238E27FC236}">
                    <a16:creationId xmlns:a16="http://schemas.microsoft.com/office/drawing/2014/main" id="{298DB930-1E61-F7CC-9F9F-2997A4D83340}"/>
                  </a:ext>
                </a:extLst>
              </p:cNvPr>
              <p:cNvSpPr txBox="1">
                <a:spLocks noRot="1" noChangeAspect="1" noMove="1" noResize="1" noEditPoints="1" noAdjustHandles="1" noChangeArrowheads="1" noChangeShapeType="1" noTextEdit="1"/>
              </p:cNvSpPr>
              <p:nvPr/>
            </p:nvSpPr>
            <p:spPr>
              <a:xfrm>
                <a:off x="11226057" y="3609002"/>
                <a:ext cx="1530017" cy="1015663"/>
              </a:xfrm>
              <a:prstGeom prst="rect">
                <a:avLst/>
              </a:prstGeom>
              <a:blipFill>
                <a:blip r:embed="rId2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2001170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DF4BA-E1D7-4939-0B5A-FF552D761C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AFD7CD9-88B8-CC60-E230-B22456CC61D2}"/>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bg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0AFD7CD9-88B8-CC60-E230-B22456CC61D2}"/>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0F1C9AA-C9C5-078A-71CF-0C61324D6C04}"/>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10F1C9AA-C9C5-078A-71CF-0C61324D6C04}"/>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7C62DE1-279F-F769-DE1D-85C1F9828C47}"/>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37C62DE1-279F-F769-DE1D-85C1F9828C47}"/>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A5CDC8B-9209-0AF0-F847-3A77E5AC1243}"/>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9CD6A4DC-702D-E90C-B3EE-87BDD9F1DBBD}"/>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2DB34572-B51A-546D-180E-114A5BED6E8C}"/>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30EDB3AE-2807-36E7-CF90-C25FBEBF9B22}"/>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57450D9C-522C-89CE-2DA4-8B1E1C53E09C}"/>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8DB7620-43BA-B2A2-1CF7-D9AAD287E504}"/>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D4C2856-027D-3288-FFBF-74852A42D076}"/>
                  </a:ext>
                </a:extLst>
              </p:cNvPr>
              <p:cNvSpPr txBox="1"/>
              <p:nvPr/>
            </p:nvSpPr>
            <p:spPr>
              <a:xfrm>
                <a:off x="1325947"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6D4C2856-027D-3288-FFBF-74852A42D076}"/>
                  </a:ext>
                </a:extLst>
              </p:cNvPr>
              <p:cNvSpPr txBox="1">
                <a:spLocks noRot="1" noChangeAspect="1" noMove="1" noResize="1" noEditPoints="1" noAdjustHandles="1" noChangeArrowheads="1" noChangeShapeType="1" noTextEdit="1"/>
              </p:cNvSpPr>
              <p:nvPr/>
            </p:nvSpPr>
            <p:spPr>
              <a:xfrm>
                <a:off x="1325947"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39B6A7F-5C92-7C28-23F4-80B55DC9A2C7}"/>
                  </a:ext>
                </a:extLst>
              </p:cNvPr>
              <p:cNvSpPr txBox="1"/>
              <p:nvPr/>
            </p:nvSpPr>
            <p:spPr>
              <a:xfrm>
                <a:off x="2135956" y="3609002"/>
                <a:ext cx="2160024" cy="1134541"/>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sSup>
                            <m:sSupPr>
                              <m:ctrlPr>
                                <a:rPr lang="en-GB" sz="6000" b="0" i="1" smtClean="0">
                                  <a:solidFill>
                                    <a:schemeClr val="accent6"/>
                                  </a:solidFill>
                                  <a:latin typeface="Cambria Math" panose="02040503050406030204" pitchFamily="18" charset="0"/>
                                </a:rPr>
                              </m:ctrlPr>
                            </m:sSupPr>
                            <m:e>
                              <m:r>
                                <a:rPr lang="en-GB" sz="6000" b="0" i="1" smtClean="0">
                                  <a:solidFill>
                                    <a:schemeClr val="accent6"/>
                                  </a:solidFill>
                                  <a:latin typeface="Cambria Math" panose="02040503050406030204" pitchFamily="18" charset="0"/>
                                </a:rPr>
                                <m:t>𝑈</m:t>
                              </m:r>
                            </m:e>
                            <m:sup>
                              <m:r>
                                <a:rPr lang="en-GB" sz="6000" i="1">
                                  <a:latin typeface="Cambria Math" panose="02040503050406030204" pitchFamily="18" charset="0"/>
                                </a:rPr>
                                <m:t>⊗</m:t>
                              </m:r>
                              <m:r>
                                <a:rPr lang="en-GB" sz="6000" i="1" smtClean="0">
                                  <a:solidFill>
                                    <a:schemeClr val="accent2"/>
                                  </a:solidFill>
                                  <a:latin typeface="Cambria Math" panose="02040503050406030204" pitchFamily="18" charset="0"/>
                                </a:rPr>
                                <m:t>𝑘</m:t>
                              </m:r>
                            </m:sup>
                          </m:sSup>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539B6A7F-5C92-7C28-23F4-80B55DC9A2C7}"/>
                  </a:ext>
                </a:extLst>
              </p:cNvPr>
              <p:cNvSpPr txBox="1">
                <a:spLocks noRot="1" noChangeAspect="1" noMove="1" noResize="1" noEditPoints="1" noAdjustHandles="1" noChangeArrowheads="1" noChangeShapeType="1" noTextEdit="1"/>
              </p:cNvSpPr>
              <p:nvPr/>
            </p:nvSpPr>
            <p:spPr>
              <a:xfrm>
                <a:off x="2135956" y="3609002"/>
                <a:ext cx="2160024" cy="1134541"/>
              </a:xfrm>
              <a:prstGeom prst="rect">
                <a:avLst/>
              </a:prstGeom>
              <a:blipFill>
                <a:blip r:embed="rId7"/>
                <a:stretch>
                  <a:fillRect l="-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EE39736-E906-DD34-0EC5-9AC02FFD7198}"/>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DEE39736-E906-DD34-0EC5-9AC02FFD7198}"/>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D4F308D-7B60-6F63-4794-3CADEF7C8DB9}"/>
                  </a:ext>
                </a:extLst>
              </p:cNvPr>
              <p:cNvSpPr txBox="1"/>
              <p:nvPr/>
            </p:nvSpPr>
            <p:spPr>
              <a:xfrm>
                <a:off x="4205979"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CD4F308D-7B60-6F63-4794-3CADEF7C8DB9}"/>
                  </a:ext>
                </a:extLst>
              </p:cNvPr>
              <p:cNvSpPr txBox="1">
                <a:spLocks noRot="1" noChangeAspect="1" noMove="1" noResize="1" noEditPoints="1" noAdjustHandles="1" noChangeArrowheads="1" noChangeShapeType="1" noTextEdit="1"/>
              </p:cNvSpPr>
              <p:nvPr/>
            </p:nvSpPr>
            <p:spPr>
              <a:xfrm>
                <a:off x="4205979"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47E8C74-A31E-B4CC-53D4-DE130A3D092F}"/>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09D8310-237A-8424-D13F-C5F537457BF9}"/>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3DE1D45-2073-8B4E-2FA9-2EC356014A45}"/>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98F09B-B8A7-BD11-44E3-D0A767BD80F0}"/>
                  </a:ext>
                </a:extLst>
              </p:cNvPr>
              <p:cNvSpPr txBox="1"/>
              <p:nvPr/>
            </p:nvSpPr>
            <p:spPr>
              <a:xfrm>
                <a:off x="8346025"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9" name="TextBox 8">
                <a:extLst>
                  <a:ext uri="{FF2B5EF4-FFF2-40B4-BE49-F238E27FC236}">
                    <a16:creationId xmlns:a16="http://schemas.microsoft.com/office/drawing/2014/main" id="{6298F09B-B8A7-BD11-44E3-D0A767BD80F0}"/>
                  </a:ext>
                </a:extLst>
              </p:cNvPr>
              <p:cNvSpPr txBox="1">
                <a:spLocks noRot="1" noChangeAspect="1" noMove="1" noResize="1" noEditPoints="1" noAdjustHandles="1" noChangeArrowheads="1" noChangeShapeType="1" noTextEdit="1"/>
              </p:cNvSpPr>
              <p:nvPr/>
            </p:nvSpPr>
            <p:spPr>
              <a:xfrm>
                <a:off x="8346025" y="1925559"/>
                <a:ext cx="1697484" cy="132343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DD32BAC-FA5F-CE3D-9366-654615838BEA}"/>
                  </a:ext>
                </a:extLst>
              </p:cNvPr>
              <p:cNvSpPr txBox="1"/>
              <p:nvPr/>
            </p:nvSpPr>
            <p:spPr>
              <a:xfrm>
                <a:off x="9516038"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2" name="TextBox 11">
                <a:extLst>
                  <a:ext uri="{FF2B5EF4-FFF2-40B4-BE49-F238E27FC236}">
                    <a16:creationId xmlns:a16="http://schemas.microsoft.com/office/drawing/2014/main" id="{0DD32BAC-FA5F-CE3D-9366-654615838BEA}"/>
                  </a:ext>
                </a:extLst>
              </p:cNvPr>
              <p:cNvSpPr txBox="1">
                <a:spLocks noRot="1" noChangeAspect="1" noMove="1" noResize="1" noEditPoints="1" noAdjustHandles="1" noChangeArrowheads="1" noChangeShapeType="1" noTextEdit="1"/>
              </p:cNvSpPr>
              <p:nvPr/>
            </p:nvSpPr>
            <p:spPr>
              <a:xfrm>
                <a:off x="9516038" y="1925559"/>
                <a:ext cx="1440016" cy="132343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39707EB-CF66-BB7A-7318-EFC5EDBAAC42}"/>
                  </a:ext>
                </a:extLst>
              </p:cNvPr>
              <p:cNvSpPr txBox="1"/>
              <p:nvPr/>
            </p:nvSpPr>
            <p:spPr>
              <a:xfrm>
                <a:off x="8886031"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939707EB-CF66-BB7A-7318-EFC5EDBAAC42}"/>
                  </a:ext>
                </a:extLst>
              </p:cNvPr>
              <p:cNvSpPr txBox="1">
                <a:spLocks noRot="1" noChangeAspect="1" noMove="1" noResize="1" noEditPoints="1" noAdjustHandles="1" noChangeArrowheads="1" noChangeShapeType="1" noTextEdit="1"/>
              </p:cNvSpPr>
              <p:nvPr/>
            </p:nvSpPr>
            <p:spPr>
              <a:xfrm>
                <a:off x="8886031" y="3609002"/>
                <a:ext cx="1080012" cy="101566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926D763-949B-0746-97B6-1420179D4FAC}"/>
                  </a:ext>
                </a:extLst>
              </p:cNvPr>
              <p:cNvSpPr txBox="1"/>
              <p:nvPr/>
            </p:nvSpPr>
            <p:spPr>
              <a:xfrm>
                <a:off x="9516038"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7926D763-949B-0746-97B6-1420179D4FAC}"/>
                  </a:ext>
                </a:extLst>
              </p:cNvPr>
              <p:cNvSpPr txBox="1">
                <a:spLocks noRot="1" noChangeAspect="1" noMove="1" noResize="1" noEditPoints="1" noAdjustHandles="1" noChangeArrowheads="1" noChangeShapeType="1" noTextEdit="1"/>
              </p:cNvSpPr>
              <p:nvPr/>
            </p:nvSpPr>
            <p:spPr>
              <a:xfrm>
                <a:off x="9516038" y="3609002"/>
                <a:ext cx="1530017" cy="1015663"/>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BF5BF7B-DD27-496F-A185-9AA0EC066AFD}"/>
                  </a:ext>
                </a:extLst>
              </p:cNvPr>
              <p:cNvSpPr txBox="1"/>
              <p:nvPr/>
            </p:nvSpPr>
            <p:spPr>
              <a:xfrm>
                <a:off x="10416048"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5" name="TextBox 4">
                <a:extLst>
                  <a:ext uri="{FF2B5EF4-FFF2-40B4-BE49-F238E27FC236}">
                    <a16:creationId xmlns:a16="http://schemas.microsoft.com/office/drawing/2014/main" id="{1BF5BF7B-DD27-496F-A185-9AA0EC066AFD}"/>
                  </a:ext>
                </a:extLst>
              </p:cNvPr>
              <p:cNvSpPr txBox="1">
                <a:spLocks noRot="1" noChangeAspect="1" noMove="1" noResize="1" noEditPoints="1" noAdjustHandles="1" noChangeArrowheads="1" noChangeShapeType="1" noTextEdit="1"/>
              </p:cNvSpPr>
              <p:nvPr/>
            </p:nvSpPr>
            <p:spPr>
              <a:xfrm>
                <a:off x="10416048" y="1925559"/>
                <a:ext cx="1697484" cy="1323439"/>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5823435-FD08-BFE9-2119-1EE9CE730B68}"/>
                  </a:ext>
                </a:extLst>
              </p:cNvPr>
              <p:cNvSpPr txBox="1"/>
              <p:nvPr/>
            </p:nvSpPr>
            <p:spPr>
              <a:xfrm>
                <a:off x="1158606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1" name="TextBox 10">
                <a:extLst>
                  <a:ext uri="{FF2B5EF4-FFF2-40B4-BE49-F238E27FC236}">
                    <a16:creationId xmlns:a16="http://schemas.microsoft.com/office/drawing/2014/main" id="{A5823435-FD08-BFE9-2119-1EE9CE730B68}"/>
                  </a:ext>
                </a:extLst>
              </p:cNvPr>
              <p:cNvSpPr txBox="1">
                <a:spLocks noRot="1" noChangeAspect="1" noMove="1" noResize="1" noEditPoints="1" noAdjustHandles="1" noChangeArrowheads="1" noChangeShapeType="1" noTextEdit="1"/>
              </p:cNvSpPr>
              <p:nvPr/>
            </p:nvSpPr>
            <p:spPr>
              <a:xfrm>
                <a:off x="11586061" y="1925559"/>
                <a:ext cx="1440016" cy="1323439"/>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5E82EA5-9A9E-C2E8-4D1F-0F5A70413DEF}"/>
                  </a:ext>
                </a:extLst>
              </p:cNvPr>
              <p:cNvSpPr txBox="1"/>
              <p:nvPr/>
            </p:nvSpPr>
            <p:spPr>
              <a:xfrm>
                <a:off x="10596050"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7" name="TextBox 16">
                <a:extLst>
                  <a:ext uri="{FF2B5EF4-FFF2-40B4-BE49-F238E27FC236}">
                    <a16:creationId xmlns:a16="http://schemas.microsoft.com/office/drawing/2014/main" id="{35E82EA5-9A9E-C2E8-4D1F-0F5A70413DEF}"/>
                  </a:ext>
                </a:extLst>
              </p:cNvPr>
              <p:cNvSpPr txBox="1">
                <a:spLocks noRot="1" noChangeAspect="1" noMove="1" noResize="1" noEditPoints="1" noAdjustHandles="1" noChangeArrowheads="1" noChangeShapeType="1" noTextEdit="1"/>
              </p:cNvSpPr>
              <p:nvPr/>
            </p:nvSpPr>
            <p:spPr>
              <a:xfrm>
                <a:off x="10596050" y="3609002"/>
                <a:ext cx="1080012" cy="101566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F1C6B07-FF0E-EA62-EF47-5DC8E94AAEDF}"/>
                  </a:ext>
                </a:extLst>
              </p:cNvPr>
              <p:cNvSpPr txBox="1"/>
              <p:nvPr/>
            </p:nvSpPr>
            <p:spPr>
              <a:xfrm>
                <a:off x="11226057"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1" name="TextBox 20">
                <a:extLst>
                  <a:ext uri="{FF2B5EF4-FFF2-40B4-BE49-F238E27FC236}">
                    <a16:creationId xmlns:a16="http://schemas.microsoft.com/office/drawing/2014/main" id="{FF1C6B07-FF0E-EA62-EF47-5DC8E94AAEDF}"/>
                  </a:ext>
                </a:extLst>
              </p:cNvPr>
              <p:cNvSpPr txBox="1">
                <a:spLocks noRot="1" noChangeAspect="1" noMove="1" noResize="1" noEditPoints="1" noAdjustHandles="1" noChangeArrowheads="1" noChangeShapeType="1" noTextEdit="1"/>
              </p:cNvSpPr>
              <p:nvPr/>
            </p:nvSpPr>
            <p:spPr>
              <a:xfrm>
                <a:off x="11226057" y="3609002"/>
                <a:ext cx="1530017" cy="1015663"/>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92CB2DC-DC76-DE27-3234-A3B7AE50EB83}"/>
                  </a:ext>
                </a:extLst>
              </p:cNvPr>
              <p:cNvSpPr txBox="1"/>
              <p:nvPr/>
            </p:nvSpPr>
            <p:spPr>
              <a:xfrm>
                <a:off x="2045955" y="1879456"/>
                <a:ext cx="2160024" cy="1369542"/>
              </a:xfrm>
              <a:prstGeom prst="rect">
                <a:avLst/>
              </a:prstGeom>
              <a:noFill/>
            </p:spPr>
            <p:txBody>
              <a:bodyPr wrap="square">
                <a:spAutoFit/>
              </a:bodyPr>
              <a:lstStyle/>
              <a:p>
                <a:pPr/>
                <a14:m>
                  <m:oMathPara xmlns:m="http://schemas.openxmlformats.org/officeDocument/2006/math">
                    <m:oMath>
                      <m:sSup>
                        <m:sSupPr>
                          <m:ctrlPr>
                            <a:rPr lang="en-GB" sz="8000" b="0" i="1" smtClean="0">
                              <a:solidFill>
                                <a:schemeClr val="accent6"/>
                              </a:solidFill>
                              <a:latin typeface="Cambria Math" panose="02040503050406030204" pitchFamily="18" charset="0"/>
                            </a:rPr>
                          </m:ctrlPr>
                        </m:sSupPr>
                        <m:e>
                          <m:r>
                            <a:rPr lang="en-GB" sz="8000" b="0" i="1" smtClean="0">
                              <a:solidFill>
                                <a:schemeClr val="accent6"/>
                              </a:solidFill>
                              <a:latin typeface="Cambria Math" panose="02040503050406030204" pitchFamily="18" charset="0"/>
                            </a:rPr>
                            <m:t>𝑈</m:t>
                          </m:r>
                        </m:e>
                        <m:sup>
                          <m:r>
                            <a:rPr lang="en-GB" sz="8000" b="0" i="1" smtClean="0">
                              <a:solidFill>
                                <a:schemeClr val="tx1"/>
                              </a:solidFill>
                              <a:latin typeface="Cambria Math" panose="02040503050406030204" pitchFamily="18" charset="0"/>
                            </a:rPr>
                            <m:t>⊗</m:t>
                          </m:r>
                          <m:r>
                            <a:rPr lang="en-GB" sz="8000" b="0" i="1" smtClean="0">
                              <a:solidFill>
                                <a:schemeClr val="accent2"/>
                              </a:solidFill>
                              <a:latin typeface="Cambria Math" panose="02040503050406030204" pitchFamily="18" charset="0"/>
                            </a:rPr>
                            <m:t>𝑘</m:t>
                          </m:r>
                        </m:sup>
                      </m:sSup>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C92CB2DC-DC76-DE27-3234-A3B7AE50EB83}"/>
                  </a:ext>
                </a:extLst>
              </p:cNvPr>
              <p:cNvSpPr txBox="1">
                <a:spLocks noRot="1" noChangeAspect="1" noMove="1" noResize="1" noEditPoints="1" noAdjustHandles="1" noChangeArrowheads="1" noChangeShapeType="1" noTextEdit="1"/>
              </p:cNvSpPr>
              <p:nvPr/>
            </p:nvSpPr>
            <p:spPr>
              <a:xfrm>
                <a:off x="2045955" y="1879456"/>
                <a:ext cx="2160024" cy="1369542"/>
              </a:xfrm>
              <a:prstGeom prst="rect">
                <a:avLst/>
              </a:prstGeom>
              <a:blipFill>
                <a:blip r:embed="rId2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376629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70917-AB24-80F6-693C-7BA6661D60B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ADFE206-7071-1C13-072C-3AC8BFA54FA0}"/>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bg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8ADFE206-7071-1C13-072C-3AC8BFA54FA0}"/>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29289A-0011-09EC-D7F5-1E74C530C12E}"/>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CE29289A-0011-09EC-D7F5-1E74C530C12E}"/>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09BC8BC-6D84-A64D-DC9B-4B20C0312FCA}"/>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109BC8BC-6D84-A64D-DC9B-4B20C0312FCA}"/>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FD8ADB7-F0BB-D4EA-5326-F8AACD2E863A}"/>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3EE31714-16ED-32E7-A56E-F2021A6A0631}"/>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BE322BF7-E122-3E27-18A1-AC8EDFDF1E27}"/>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66791C5C-1D10-F447-CA29-EC2D5D359181}"/>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8B533FE1-7171-5E3C-8A22-C8AA73A909D6}"/>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FE020A2-35D0-75A6-0FE5-83FF0530F037}"/>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41B6F2D-30AF-C7A1-31FA-E9345A70D326}"/>
                  </a:ext>
                </a:extLst>
              </p:cNvPr>
              <p:cNvSpPr txBox="1"/>
              <p:nvPr/>
            </p:nvSpPr>
            <p:spPr>
              <a:xfrm>
                <a:off x="1325947"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341B6F2D-30AF-C7A1-31FA-E9345A70D326}"/>
                  </a:ext>
                </a:extLst>
              </p:cNvPr>
              <p:cNvSpPr txBox="1">
                <a:spLocks noRot="1" noChangeAspect="1" noMove="1" noResize="1" noEditPoints="1" noAdjustHandles="1" noChangeArrowheads="1" noChangeShapeType="1" noTextEdit="1"/>
              </p:cNvSpPr>
              <p:nvPr/>
            </p:nvSpPr>
            <p:spPr>
              <a:xfrm>
                <a:off x="1325947"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B44AD2-006C-5D05-C28A-09DF2A27985C}"/>
                  </a:ext>
                </a:extLst>
              </p:cNvPr>
              <p:cNvSpPr txBox="1"/>
              <p:nvPr/>
            </p:nvSpPr>
            <p:spPr>
              <a:xfrm>
                <a:off x="2135956" y="3609002"/>
                <a:ext cx="2160024" cy="1134541"/>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sSup>
                            <m:sSupPr>
                              <m:ctrlPr>
                                <a:rPr lang="en-GB" sz="6000" b="0" i="1" smtClean="0">
                                  <a:solidFill>
                                    <a:schemeClr val="accent6"/>
                                  </a:solidFill>
                                  <a:latin typeface="Cambria Math" panose="02040503050406030204" pitchFamily="18" charset="0"/>
                                </a:rPr>
                              </m:ctrlPr>
                            </m:sSupPr>
                            <m:e>
                              <m:r>
                                <a:rPr lang="en-GB" sz="6000" b="0" i="1" smtClean="0">
                                  <a:solidFill>
                                    <a:schemeClr val="accent6"/>
                                  </a:solidFill>
                                  <a:latin typeface="Cambria Math" panose="02040503050406030204" pitchFamily="18" charset="0"/>
                                </a:rPr>
                                <m:t>𝑈</m:t>
                              </m:r>
                            </m:e>
                            <m:sup>
                              <m:r>
                                <a:rPr lang="en-GB" sz="6000" i="1">
                                  <a:latin typeface="Cambria Math" panose="02040503050406030204" pitchFamily="18" charset="0"/>
                                </a:rPr>
                                <m:t>⊗</m:t>
                              </m:r>
                              <m:r>
                                <a:rPr lang="en-GB" sz="6000" i="1" smtClean="0">
                                  <a:solidFill>
                                    <a:schemeClr val="accent2"/>
                                  </a:solidFill>
                                  <a:latin typeface="Cambria Math" panose="02040503050406030204" pitchFamily="18" charset="0"/>
                                </a:rPr>
                                <m:t>𝑘</m:t>
                              </m:r>
                            </m:sup>
                          </m:sSup>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16B44AD2-006C-5D05-C28A-09DF2A27985C}"/>
                  </a:ext>
                </a:extLst>
              </p:cNvPr>
              <p:cNvSpPr txBox="1">
                <a:spLocks noRot="1" noChangeAspect="1" noMove="1" noResize="1" noEditPoints="1" noAdjustHandles="1" noChangeArrowheads="1" noChangeShapeType="1" noTextEdit="1"/>
              </p:cNvSpPr>
              <p:nvPr/>
            </p:nvSpPr>
            <p:spPr>
              <a:xfrm>
                <a:off x="2135956" y="3609002"/>
                <a:ext cx="2160024" cy="1134541"/>
              </a:xfrm>
              <a:prstGeom prst="rect">
                <a:avLst/>
              </a:prstGeom>
              <a:blipFill>
                <a:blip r:embed="rId7"/>
                <a:stretch>
                  <a:fillRect l="-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FEB1506-AD52-D80E-53FC-D70A03DF2E46}"/>
                  </a:ext>
                </a:extLst>
              </p:cNvPr>
              <p:cNvSpPr txBox="1"/>
              <p:nvPr/>
            </p:nvSpPr>
            <p:spPr>
              <a:xfrm>
                <a:off x="7806019"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2" name="TextBox 21">
                <a:extLst>
                  <a:ext uri="{FF2B5EF4-FFF2-40B4-BE49-F238E27FC236}">
                    <a16:creationId xmlns:a16="http://schemas.microsoft.com/office/drawing/2014/main" id="{BFEB1506-AD52-D80E-53FC-D70A03DF2E46}"/>
                  </a:ext>
                </a:extLst>
              </p:cNvPr>
              <p:cNvSpPr txBox="1">
                <a:spLocks noRot="1" noChangeAspect="1" noMove="1" noResize="1" noEditPoints="1" noAdjustHandles="1" noChangeArrowheads="1" noChangeShapeType="1" noTextEdit="1"/>
              </p:cNvSpPr>
              <p:nvPr/>
            </p:nvSpPr>
            <p:spPr>
              <a:xfrm>
                <a:off x="7806019" y="3609002"/>
                <a:ext cx="1530017"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CCE3051-355E-4AD5-D715-64CA79A588F4}"/>
                  </a:ext>
                </a:extLst>
              </p:cNvPr>
              <p:cNvSpPr txBox="1"/>
              <p:nvPr/>
            </p:nvSpPr>
            <p:spPr>
              <a:xfrm>
                <a:off x="4205979"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2CCE3051-355E-4AD5-D715-64CA79A588F4}"/>
                  </a:ext>
                </a:extLst>
              </p:cNvPr>
              <p:cNvSpPr txBox="1">
                <a:spLocks noRot="1" noChangeAspect="1" noMove="1" noResize="1" noEditPoints="1" noAdjustHandles="1" noChangeArrowheads="1" noChangeShapeType="1" noTextEdit="1"/>
              </p:cNvSpPr>
              <p:nvPr/>
            </p:nvSpPr>
            <p:spPr>
              <a:xfrm>
                <a:off x="4205979" y="3609002"/>
                <a:ext cx="1170013"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DCA9886-ABD9-2F5D-4E50-7253312392A7}"/>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7ECCE8A-46D9-A388-44D2-EA9AA45377C8}"/>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3F32669-5524-76B6-E46C-6763D4027A28}"/>
                  </a:ext>
                </a:extLst>
              </p:cNvPr>
              <p:cNvSpPr txBox="1"/>
              <p:nvPr/>
            </p:nvSpPr>
            <p:spPr>
              <a:xfrm>
                <a:off x="7176012"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45F8135A-6C60-36B3-C060-1FA9CE5C62EE}"/>
                  </a:ext>
                </a:extLst>
              </p:cNvPr>
              <p:cNvSpPr txBox="1">
                <a:spLocks noRot="1" noChangeAspect="1" noMove="1" noResize="1" noEditPoints="1" noAdjustHandles="1" noChangeArrowheads="1" noChangeShapeType="1" noTextEdit="1"/>
              </p:cNvSpPr>
              <p:nvPr/>
            </p:nvSpPr>
            <p:spPr>
              <a:xfrm>
                <a:off x="7176012" y="3609002"/>
                <a:ext cx="1080012"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7D38DE6-8D98-DAD6-A67A-95A15E99A1FD}"/>
                  </a:ext>
                </a:extLst>
              </p:cNvPr>
              <p:cNvSpPr txBox="1"/>
              <p:nvPr/>
            </p:nvSpPr>
            <p:spPr>
              <a:xfrm>
                <a:off x="8346025"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9" name="TextBox 8">
                <a:extLst>
                  <a:ext uri="{FF2B5EF4-FFF2-40B4-BE49-F238E27FC236}">
                    <a16:creationId xmlns:a16="http://schemas.microsoft.com/office/drawing/2014/main" id="{57D38DE6-8D98-DAD6-A67A-95A15E99A1FD}"/>
                  </a:ext>
                </a:extLst>
              </p:cNvPr>
              <p:cNvSpPr txBox="1">
                <a:spLocks noRot="1" noChangeAspect="1" noMove="1" noResize="1" noEditPoints="1" noAdjustHandles="1" noChangeArrowheads="1" noChangeShapeType="1" noTextEdit="1"/>
              </p:cNvSpPr>
              <p:nvPr/>
            </p:nvSpPr>
            <p:spPr>
              <a:xfrm>
                <a:off x="8346025" y="1925559"/>
                <a:ext cx="1697484" cy="132343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979AE73-3A16-1386-E2F5-69D7F8D7FF5C}"/>
                  </a:ext>
                </a:extLst>
              </p:cNvPr>
              <p:cNvSpPr txBox="1"/>
              <p:nvPr/>
            </p:nvSpPr>
            <p:spPr>
              <a:xfrm>
                <a:off x="9516038"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2" name="TextBox 11">
                <a:extLst>
                  <a:ext uri="{FF2B5EF4-FFF2-40B4-BE49-F238E27FC236}">
                    <a16:creationId xmlns:a16="http://schemas.microsoft.com/office/drawing/2014/main" id="{B979AE73-3A16-1386-E2F5-69D7F8D7FF5C}"/>
                  </a:ext>
                </a:extLst>
              </p:cNvPr>
              <p:cNvSpPr txBox="1">
                <a:spLocks noRot="1" noChangeAspect="1" noMove="1" noResize="1" noEditPoints="1" noAdjustHandles="1" noChangeArrowheads="1" noChangeShapeType="1" noTextEdit="1"/>
              </p:cNvSpPr>
              <p:nvPr/>
            </p:nvSpPr>
            <p:spPr>
              <a:xfrm>
                <a:off x="9516038" y="1925559"/>
                <a:ext cx="1440016" cy="132343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1822DB6-877D-54CA-578B-9B92D598AE40}"/>
                  </a:ext>
                </a:extLst>
              </p:cNvPr>
              <p:cNvSpPr txBox="1"/>
              <p:nvPr/>
            </p:nvSpPr>
            <p:spPr>
              <a:xfrm>
                <a:off x="8886031"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91822DB6-877D-54CA-578B-9B92D598AE40}"/>
                  </a:ext>
                </a:extLst>
              </p:cNvPr>
              <p:cNvSpPr txBox="1">
                <a:spLocks noRot="1" noChangeAspect="1" noMove="1" noResize="1" noEditPoints="1" noAdjustHandles="1" noChangeArrowheads="1" noChangeShapeType="1" noTextEdit="1"/>
              </p:cNvSpPr>
              <p:nvPr/>
            </p:nvSpPr>
            <p:spPr>
              <a:xfrm>
                <a:off x="8886031" y="3609002"/>
                <a:ext cx="1080012" cy="101566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28E851B-65B2-692D-3B2B-6B0DFCAC45B3}"/>
                  </a:ext>
                </a:extLst>
              </p:cNvPr>
              <p:cNvSpPr txBox="1"/>
              <p:nvPr/>
            </p:nvSpPr>
            <p:spPr>
              <a:xfrm>
                <a:off x="9516038"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F28E851B-65B2-692D-3B2B-6B0DFCAC45B3}"/>
                  </a:ext>
                </a:extLst>
              </p:cNvPr>
              <p:cNvSpPr txBox="1">
                <a:spLocks noRot="1" noChangeAspect="1" noMove="1" noResize="1" noEditPoints="1" noAdjustHandles="1" noChangeArrowheads="1" noChangeShapeType="1" noTextEdit="1"/>
              </p:cNvSpPr>
              <p:nvPr/>
            </p:nvSpPr>
            <p:spPr>
              <a:xfrm>
                <a:off x="9516038" y="3609002"/>
                <a:ext cx="1530017" cy="1015663"/>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51C186F-0E5B-0B4E-FF6D-1D1446F381AF}"/>
                  </a:ext>
                </a:extLst>
              </p:cNvPr>
              <p:cNvSpPr txBox="1"/>
              <p:nvPr/>
            </p:nvSpPr>
            <p:spPr>
              <a:xfrm>
                <a:off x="10416048"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5" name="TextBox 4">
                <a:extLst>
                  <a:ext uri="{FF2B5EF4-FFF2-40B4-BE49-F238E27FC236}">
                    <a16:creationId xmlns:a16="http://schemas.microsoft.com/office/drawing/2014/main" id="{551C186F-0E5B-0B4E-FF6D-1D1446F381AF}"/>
                  </a:ext>
                </a:extLst>
              </p:cNvPr>
              <p:cNvSpPr txBox="1">
                <a:spLocks noRot="1" noChangeAspect="1" noMove="1" noResize="1" noEditPoints="1" noAdjustHandles="1" noChangeArrowheads="1" noChangeShapeType="1" noTextEdit="1"/>
              </p:cNvSpPr>
              <p:nvPr/>
            </p:nvSpPr>
            <p:spPr>
              <a:xfrm>
                <a:off x="10416048" y="1925559"/>
                <a:ext cx="1697484" cy="1323439"/>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B6C02A-9A4D-9064-3A58-1AE41F49EFAB}"/>
                  </a:ext>
                </a:extLst>
              </p:cNvPr>
              <p:cNvSpPr txBox="1"/>
              <p:nvPr/>
            </p:nvSpPr>
            <p:spPr>
              <a:xfrm>
                <a:off x="1158606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1" name="TextBox 10">
                <a:extLst>
                  <a:ext uri="{FF2B5EF4-FFF2-40B4-BE49-F238E27FC236}">
                    <a16:creationId xmlns:a16="http://schemas.microsoft.com/office/drawing/2014/main" id="{2FB6C02A-9A4D-9064-3A58-1AE41F49EFAB}"/>
                  </a:ext>
                </a:extLst>
              </p:cNvPr>
              <p:cNvSpPr txBox="1">
                <a:spLocks noRot="1" noChangeAspect="1" noMove="1" noResize="1" noEditPoints="1" noAdjustHandles="1" noChangeArrowheads="1" noChangeShapeType="1" noTextEdit="1"/>
              </p:cNvSpPr>
              <p:nvPr/>
            </p:nvSpPr>
            <p:spPr>
              <a:xfrm>
                <a:off x="11586061" y="1925559"/>
                <a:ext cx="1440016" cy="1323439"/>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28264EA-7F42-AE70-301E-23E5153BA117}"/>
                  </a:ext>
                </a:extLst>
              </p:cNvPr>
              <p:cNvSpPr txBox="1"/>
              <p:nvPr/>
            </p:nvSpPr>
            <p:spPr>
              <a:xfrm>
                <a:off x="10596050"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7" name="TextBox 16">
                <a:extLst>
                  <a:ext uri="{FF2B5EF4-FFF2-40B4-BE49-F238E27FC236}">
                    <a16:creationId xmlns:a16="http://schemas.microsoft.com/office/drawing/2014/main" id="{F28264EA-7F42-AE70-301E-23E5153BA117}"/>
                  </a:ext>
                </a:extLst>
              </p:cNvPr>
              <p:cNvSpPr txBox="1">
                <a:spLocks noRot="1" noChangeAspect="1" noMove="1" noResize="1" noEditPoints="1" noAdjustHandles="1" noChangeArrowheads="1" noChangeShapeType="1" noTextEdit="1"/>
              </p:cNvSpPr>
              <p:nvPr/>
            </p:nvSpPr>
            <p:spPr>
              <a:xfrm>
                <a:off x="10596050" y="3609002"/>
                <a:ext cx="1080012" cy="101566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54462B7-9263-E95F-9427-6367453796FB}"/>
                  </a:ext>
                </a:extLst>
              </p:cNvPr>
              <p:cNvSpPr txBox="1"/>
              <p:nvPr/>
            </p:nvSpPr>
            <p:spPr>
              <a:xfrm>
                <a:off x="11226057" y="3609002"/>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1" name="TextBox 20">
                <a:extLst>
                  <a:ext uri="{FF2B5EF4-FFF2-40B4-BE49-F238E27FC236}">
                    <a16:creationId xmlns:a16="http://schemas.microsoft.com/office/drawing/2014/main" id="{554462B7-9263-E95F-9427-6367453796FB}"/>
                  </a:ext>
                </a:extLst>
              </p:cNvPr>
              <p:cNvSpPr txBox="1">
                <a:spLocks noRot="1" noChangeAspect="1" noMove="1" noResize="1" noEditPoints="1" noAdjustHandles="1" noChangeArrowheads="1" noChangeShapeType="1" noTextEdit="1"/>
              </p:cNvSpPr>
              <p:nvPr/>
            </p:nvSpPr>
            <p:spPr>
              <a:xfrm>
                <a:off x="11226057" y="3609002"/>
                <a:ext cx="1530017" cy="1015663"/>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C96909-4D71-C0E9-A5C8-2E0D4574C744}"/>
                  </a:ext>
                </a:extLst>
              </p:cNvPr>
              <p:cNvSpPr txBox="1"/>
              <p:nvPr/>
            </p:nvSpPr>
            <p:spPr>
              <a:xfrm>
                <a:off x="2045955" y="1879456"/>
                <a:ext cx="2160024" cy="1369542"/>
              </a:xfrm>
              <a:prstGeom prst="rect">
                <a:avLst/>
              </a:prstGeom>
              <a:noFill/>
            </p:spPr>
            <p:txBody>
              <a:bodyPr wrap="square">
                <a:spAutoFit/>
              </a:bodyPr>
              <a:lstStyle/>
              <a:p>
                <a:pPr/>
                <a14:m>
                  <m:oMathPara xmlns:m="http://schemas.openxmlformats.org/officeDocument/2006/math">
                    <m:oMath>
                      <m:sSup>
                        <m:sSupPr>
                          <m:ctrlPr>
                            <a:rPr lang="en-GB" sz="8000" b="0" i="1" smtClean="0">
                              <a:solidFill>
                                <a:schemeClr val="accent6"/>
                              </a:solidFill>
                              <a:latin typeface="Cambria Math" panose="02040503050406030204" pitchFamily="18" charset="0"/>
                            </a:rPr>
                          </m:ctrlPr>
                        </m:sSupPr>
                        <m:e>
                          <m:r>
                            <a:rPr lang="en-GB" sz="8000" b="0" i="1" smtClean="0">
                              <a:solidFill>
                                <a:schemeClr val="accent6"/>
                              </a:solidFill>
                              <a:latin typeface="Cambria Math" panose="02040503050406030204" pitchFamily="18" charset="0"/>
                            </a:rPr>
                            <m:t>𝑈</m:t>
                          </m:r>
                        </m:e>
                        <m:sup>
                          <m:r>
                            <a:rPr lang="en-GB" sz="8000" b="0" i="1" smtClean="0">
                              <a:solidFill>
                                <a:schemeClr val="tx1"/>
                              </a:solidFill>
                              <a:latin typeface="Cambria Math" panose="02040503050406030204" pitchFamily="18" charset="0"/>
                            </a:rPr>
                            <m:t>⊗</m:t>
                          </m:r>
                          <m:r>
                            <a:rPr lang="en-GB" sz="8000" b="0" i="1" smtClean="0">
                              <a:solidFill>
                                <a:schemeClr val="accent2"/>
                              </a:solidFill>
                              <a:latin typeface="Cambria Math" panose="02040503050406030204" pitchFamily="18" charset="0"/>
                            </a:rPr>
                            <m:t>𝑘</m:t>
                          </m:r>
                        </m:sup>
                      </m:sSup>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34C96909-4D71-C0E9-A5C8-2E0D4574C744}"/>
                  </a:ext>
                </a:extLst>
              </p:cNvPr>
              <p:cNvSpPr txBox="1">
                <a:spLocks noRot="1" noChangeAspect="1" noMove="1" noResize="1" noEditPoints="1" noAdjustHandles="1" noChangeArrowheads="1" noChangeShapeType="1" noTextEdit="1"/>
              </p:cNvSpPr>
              <p:nvPr/>
            </p:nvSpPr>
            <p:spPr>
              <a:xfrm>
                <a:off x="2045955" y="1879456"/>
                <a:ext cx="2160024" cy="1369542"/>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BB17A5-0664-A743-C5EF-9CE5FD3B7D6F}"/>
                  </a:ext>
                </a:extLst>
              </p:cNvPr>
              <p:cNvSpPr txBox="1"/>
              <p:nvPr/>
            </p:nvSpPr>
            <p:spPr>
              <a:xfrm>
                <a:off x="155934" y="3068996"/>
                <a:ext cx="4590051" cy="1634743"/>
              </a:xfrm>
              <a:prstGeom prst="rect">
                <a:avLst/>
              </a:prstGeom>
              <a:noFill/>
            </p:spPr>
            <p:txBody>
              <a:bodyPr wrap="square">
                <a:spAutoFit/>
              </a:bodyPr>
              <a:lstStyle/>
              <a:p>
                <a:pPr/>
                <a14:m>
                  <m:oMathPara xmlns:m="http://schemas.openxmlformats.org/officeDocument/2006/math">
                    <m:oMath>
                      <m:rad>
                        <m:radPr>
                          <m:ctrlPr>
                            <a:rPr lang="en-GB" sz="8800" b="0" i="1" smtClean="0">
                              <a:solidFill>
                                <a:schemeClr val="accent2"/>
                              </a:solidFill>
                              <a:latin typeface="Cambria Math" panose="02040503050406030204" pitchFamily="18" charset="0"/>
                            </a:rPr>
                          </m:ctrlPr>
                        </m:radPr>
                        <m:deg>
                          <m:r>
                            <m:rPr>
                              <m:brk m:alnAt="7"/>
                            </m:rPr>
                            <a:rPr lang="en-GB" sz="8800" b="0" i="1" smtClean="0">
                              <a:solidFill>
                                <a:schemeClr val="accent2"/>
                              </a:solidFill>
                              <a:latin typeface="Cambria Math" panose="02040503050406030204" pitchFamily="18" charset="0"/>
                            </a:rPr>
                            <m:t>𝑘</m:t>
                          </m:r>
                        </m:deg>
                        <m:e>
                          <m:r>
                            <a:rPr lang="en-GB" sz="8800" b="0" i="1" smtClean="0">
                              <a:latin typeface="Cambria Math" panose="02040503050406030204" pitchFamily="18" charset="0"/>
                            </a:rPr>
                            <m:t>           </m:t>
                          </m:r>
                        </m:e>
                      </m:rad>
                    </m:oMath>
                  </m:oMathPara>
                </a14:m>
                <a:endParaRPr lang="en-GB" dirty="0"/>
              </a:p>
            </p:txBody>
          </p:sp>
        </mc:Choice>
        <mc:Fallback xmlns="">
          <p:sp>
            <p:nvSpPr>
              <p:cNvPr id="13" name="TextBox 12">
                <a:extLst>
                  <a:ext uri="{FF2B5EF4-FFF2-40B4-BE49-F238E27FC236}">
                    <a16:creationId xmlns:a16="http://schemas.microsoft.com/office/drawing/2014/main" id="{0BBB17A5-0664-A743-C5EF-9CE5FD3B7D6F}"/>
                  </a:ext>
                </a:extLst>
              </p:cNvPr>
              <p:cNvSpPr txBox="1">
                <a:spLocks noRot="1" noChangeAspect="1" noMove="1" noResize="1" noEditPoints="1" noAdjustHandles="1" noChangeArrowheads="1" noChangeShapeType="1" noTextEdit="1"/>
              </p:cNvSpPr>
              <p:nvPr/>
            </p:nvSpPr>
            <p:spPr>
              <a:xfrm>
                <a:off x="155934" y="3068996"/>
                <a:ext cx="4590051" cy="1634743"/>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E5C22F8-068D-7A71-840E-263BC1DD689C}"/>
                  </a:ext>
                </a:extLst>
              </p:cNvPr>
              <p:cNvSpPr txBox="1"/>
              <p:nvPr/>
            </p:nvSpPr>
            <p:spPr>
              <a:xfrm>
                <a:off x="4835986" y="3068996"/>
                <a:ext cx="6511834" cy="1634743"/>
              </a:xfrm>
              <a:prstGeom prst="rect">
                <a:avLst/>
              </a:prstGeom>
              <a:noFill/>
            </p:spPr>
            <p:txBody>
              <a:bodyPr wrap="square">
                <a:spAutoFit/>
              </a:bodyPr>
              <a:lstStyle/>
              <a:p>
                <a:pPr/>
                <a14:m>
                  <m:oMathPara xmlns:m="http://schemas.openxmlformats.org/officeDocument/2006/math">
                    <m:oMath>
                      <m:rad>
                        <m:radPr>
                          <m:ctrlPr>
                            <a:rPr lang="en-GB" sz="8800" b="0" i="1" smtClean="0">
                              <a:solidFill>
                                <a:schemeClr val="accent2"/>
                              </a:solidFill>
                              <a:latin typeface="Cambria Math" panose="02040503050406030204" pitchFamily="18" charset="0"/>
                            </a:rPr>
                          </m:ctrlPr>
                        </m:radPr>
                        <m:deg>
                          <m:r>
                            <m:rPr>
                              <m:brk m:alnAt="7"/>
                            </m:rPr>
                            <a:rPr lang="en-GB" sz="8800" b="0" i="1" smtClean="0">
                              <a:solidFill>
                                <a:schemeClr val="accent2"/>
                              </a:solidFill>
                              <a:latin typeface="Cambria Math" panose="02040503050406030204" pitchFamily="18" charset="0"/>
                            </a:rPr>
                            <m:t>𝑘</m:t>
                          </m:r>
                        </m:deg>
                        <m:e>
                          <m:r>
                            <a:rPr lang="en-GB" sz="8800" b="0" i="1" smtClean="0">
                              <a:latin typeface="Cambria Math" panose="02040503050406030204" pitchFamily="18" charset="0"/>
                            </a:rPr>
                            <m:t>                          </m:t>
                          </m:r>
                        </m:e>
                      </m:rad>
                    </m:oMath>
                  </m:oMathPara>
                </a14:m>
                <a:endParaRPr lang="en-GB" dirty="0"/>
              </a:p>
            </p:txBody>
          </p:sp>
        </mc:Choice>
        <mc:Fallback xmlns="">
          <p:sp>
            <p:nvSpPr>
              <p:cNvPr id="23" name="TextBox 22">
                <a:extLst>
                  <a:ext uri="{FF2B5EF4-FFF2-40B4-BE49-F238E27FC236}">
                    <a16:creationId xmlns:a16="http://schemas.microsoft.com/office/drawing/2014/main" id="{FE5C22F8-068D-7A71-840E-263BC1DD689C}"/>
                  </a:ext>
                </a:extLst>
              </p:cNvPr>
              <p:cNvSpPr txBox="1">
                <a:spLocks noRot="1" noChangeAspect="1" noMove="1" noResize="1" noEditPoints="1" noAdjustHandles="1" noChangeArrowheads="1" noChangeShapeType="1" noTextEdit="1"/>
              </p:cNvSpPr>
              <p:nvPr/>
            </p:nvSpPr>
            <p:spPr>
              <a:xfrm>
                <a:off x="4835986" y="3068996"/>
                <a:ext cx="6511834" cy="1634743"/>
              </a:xfrm>
              <a:prstGeom prst="rect">
                <a:avLst/>
              </a:prstGeom>
              <a:blipFill>
                <a:blip r:embed="rId23"/>
                <a:stretch>
                  <a:fillRect r="-13283"/>
                </a:stretch>
              </a:blipFill>
            </p:spPr>
            <p:txBody>
              <a:bodyPr/>
              <a:lstStyle/>
              <a:p>
                <a:r>
                  <a:rPr lang="en-GB">
                    <a:noFill/>
                  </a:rPr>
                  <a:t> </a:t>
                </a:r>
              </a:p>
            </p:txBody>
          </p:sp>
        </mc:Fallback>
      </mc:AlternateContent>
    </p:spTree>
    <p:extLst>
      <p:ext uri="{BB962C8B-B14F-4D97-AF65-F5344CB8AC3E}">
        <p14:creationId xmlns:p14="http://schemas.microsoft.com/office/powerpoint/2010/main" val="4523583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4FA45-407C-D4B7-17E3-607E81BBC6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73B52C7-65BD-6FB5-DC59-88F10F59472B}"/>
                  </a:ext>
                </a:extLst>
              </p:cNvPr>
              <p:cNvSpPr txBox="1"/>
              <p:nvPr/>
            </p:nvSpPr>
            <p:spPr>
              <a:xfrm>
                <a:off x="3048000" y="1925559"/>
                <a:ext cx="6096000" cy="1323439"/>
              </a:xfrm>
              <a:prstGeom prst="rect">
                <a:avLst/>
              </a:prstGeom>
              <a:noFill/>
            </p:spPr>
            <p:txBody>
              <a:bodyPr wrap="square">
                <a:spAutoFit/>
              </a:bodyPr>
              <a:lstStyle/>
              <a:p>
                <a:pPr/>
                <a14:m>
                  <m:oMathPara xmlns:m="http://schemas.openxmlformats.org/officeDocument/2006/math">
                    <m:oMath>
                      <m:r>
                        <a:rPr lang="en-GB" sz="8000" b="0" i="1" smtClean="0">
                          <a:solidFill>
                            <a:schemeClr val="bg1"/>
                          </a:solidFill>
                          <a:latin typeface="Cambria Math" panose="02040503050406030204" pitchFamily="18" charset="0"/>
                        </a:rPr>
                        <m:t>𝑇</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𝑈</m:t>
                      </m:r>
                      <m:r>
                        <a:rPr lang="en-GB" sz="8000" b="0" i="1" smtClean="0">
                          <a:solidFill>
                            <a:schemeClr val="tx1"/>
                          </a:solidFill>
                          <a:latin typeface="Cambria Math" panose="02040503050406030204" pitchFamily="18" charset="0"/>
                        </a:rPr>
                        <m:t>⊗</m:t>
                      </m:r>
                      <m:r>
                        <a:rPr lang="en-GB" sz="8000" b="0" i="1" smtClean="0">
                          <a:solidFill>
                            <a:schemeClr val="bg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28" name="TextBox 27">
                <a:extLst>
                  <a:ext uri="{FF2B5EF4-FFF2-40B4-BE49-F238E27FC236}">
                    <a16:creationId xmlns:a16="http://schemas.microsoft.com/office/drawing/2014/main" id="{473B52C7-65BD-6FB5-DC59-88F10F59472B}"/>
                  </a:ext>
                </a:extLst>
              </p:cNvPr>
              <p:cNvSpPr txBox="1">
                <a:spLocks noRot="1" noChangeAspect="1" noMove="1" noResize="1" noEditPoints="1" noAdjustHandles="1" noChangeArrowheads="1" noChangeShapeType="1" noTextEdit="1"/>
              </p:cNvSpPr>
              <p:nvPr/>
            </p:nvSpPr>
            <p:spPr>
              <a:xfrm>
                <a:off x="3048000" y="1925559"/>
                <a:ext cx="6096000" cy="132343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D5FC283-AA35-9D89-49CE-9B27C8036D6A}"/>
                  </a:ext>
                </a:extLst>
              </p:cNvPr>
              <p:cNvSpPr txBox="1"/>
              <p:nvPr/>
            </p:nvSpPr>
            <p:spPr>
              <a:xfrm>
                <a:off x="528599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p>
            </p:txBody>
          </p:sp>
        </mc:Choice>
        <mc:Fallback xmlns="">
          <p:sp>
            <p:nvSpPr>
              <p:cNvPr id="36" name="TextBox 35">
                <a:extLst>
                  <a:ext uri="{FF2B5EF4-FFF2-40B4-BE49-F238E27FC236}">
                    <a16:creationId xmlns:a16="http://schemas.microsoft.com/office/drawing/2014/main" id="{4D5FC283-AA35-9D89-49CE-9B27C8036D6A}"/>
                  </a:ext>
                </a:extLst>
              </p:cNvPr>
              <p:cNvSpPr txBox="1">
                <a:spLocks noRot="1" noChangeAspect="1" noMove="1" noResize="1" noEditPoints="1" noAdjustHandles="1" noChangeArrowheads="1" noChangeShapeType="1" noTextEdit="1"/>
              </p:cNvSpPr>
              <p:nvPr/>
            </p:nvSpPr>
            <p:spPr>
              <a:xfrm>
                <a:off x="5285991" y="1925559"/>
                <a:ext cx="1440016" cy="13234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739823-4C1D-75DF-7106-48670325796C}"/>
                  </a:ext>
                </a:extLst>
              </p:cNvPr>
              <p:cNvSpPr txBox="1"/>
              <p:nvPr/>
            </p:nvSpPr>
            <p:spPr>
              <a:xfrm>
                <a:off x="7446015"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38" name="TextBox 37">
                <a:extLst>
                  <a:ext uri="{FF2B5EF4-FFF2-40B4-BE49-F238E27FC236}">
                    <a16:creationId xmlns:a16="http://schemas.microsoft.com/office/drawing/2014/main" id="{49739823-4C1D-75DF-7106-48670325796C}"/>
                  </a:ext>
                </a:extLst>
              </p:cNvPr>
              <p:cNvSpPr txBox="1">
                <a:spLocks noRot="1" noChangeAspect="1" noMove="1" noResize="1" noEditPoints="1" noAdjustHandles="1" noChangeArrowheads="1" noChangeShapeType="1" noTextEdit="1"/>
              </p:cNvSpPr>
              <p:nvPr/>
            </p:nvSpPr>
            <p:spPr>
              <a:xfrm>
                <a:off x="7446015" y="1925559"/>
                <a:ext cx="1440016" cy="132343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BE720DB-0F13-3986-6D39-A0A744127812}"/>
                  </a:ext>
                </a:extLst>
              </p:cNvPr>
              <p:cNvSpPr txBox="1"/>
              <p:nvPr/>
            </p:nvSpPr>
            <p:spPr>
              <a:xfrm>
                <a:off x="7716018" y="728970"/>
                <a:ext cx="3690041" cy="646331"/>
              </a:xfrm>
              <a:prstGeom prst="rect">
                <a:avLst/>
              </a:prstGeom>
              <a:noFill/>
            </p:spPr>
            <p:txBody>
              <a:bodyPr wrap="square">
                <a:spAutoFit/>
              </a:bodyPr>
              <a:lstStyle/>
              <a:p>
                <a:pPr algn="ctr"/>
                <a:r>
                  <a:rPr lang="en-GB" sz="3600" dirty="0">
                    <a:solidFill>
                      <a:schemeClr val="tx1"/>
                    </a:solidFill>
                  </a:rPr>
                  <a:t>any </a:t>
                </a: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-tensors!</a:t>
                </a:r>
              </a:p>
            </p:txBody>
          </p:sp>
        </mc:Choice>
        <mc:Fallback xmlns="">
          <p:sp>
            <p:nvSpPr>
              <p:cNvPr id="3" name="TextBox 2">
                <a:extLst>
                  <a:ext uri="{FF2B5EF4-FFF2-40B4-BE49-F238E27FC236}">
                    <a16:creationId xmlns:a16="http://schemas.microsoft.com/office/drawing/2014/main" id="{89E1EB89-62E2-1489-3652-FE41FFB8C349}"/>
                  </a:ext>
                </a:extLst>
              </p:cNvPr>
              <p:cNvSpPr txBox="1">
                <a:spLocks noRot="1" noChangeAspect="1" noMove="1" noResize="1" noEditPoints="1" noAdjustHandles="1" noChangeArrowheads="1" noChangeShapeType="1" noTextEdit="1"/>
              </p:cNvSpPr>
              <p:nvPr/>
            </p:nvSpPr>
            <p:spPr>
              <a:xfrm>
                <a:off x="7716018" y="728970"/>
                <a:ext cx="3690041" cy="646331"/>
              </a:xfrm>
              <a:prstGeom prst="rect">
                <a:avLst/>
              </a:prstGeom>
              <a:blipFill>
                <a:blip r:embed="rId5"/>
                <a:stretch>
                  <a:fillRect t="-15094" b="-34906"/>
                </a:stretch>
              </a:blipFill>
            </p:spPr>
            <p:txBody>
              <a:bodyPr/>
              <a:lstStyle/>
              <a:p>
                <a:r>
                  <a:rPr lang="en-GB">
                    <a:noFill/>
                  </a:rPr>
                  <a:t> </a:t>
                </a:r>
              </a:p>
            </p:txBody>
          </p:sp>
        </mc:Fallback>
      </mc:AlternateContent>
      <p:sp>
        <p:nvSpPr>
          <p:cNvPr id="4" name="Arc 3">
            <a:extLst>
              <a:ext uri="{FF2B5EF4-FFF2-40B4-BE49-F238E27FC236}">
                <a16:creationId xmlns:a16="http://schemas.microsoft.com/office/drawing/2014/main" id="{326B3B0F-492A-EE78-11B7-26B1CFA63A5A}"/>
              </a:ext>
            </a:extLst>
          </p:cNvPr>
          <p:cNvSpPr/>
          <p:nvPr/>
        </p:nvSpPr>
        <p:spPr>
          <a:xfrm flipH="1">
            <a:off x="4025975" y="1178975"/>
            <a:ext cx="7830088" cy="1800020"/>
          </a:xfrm>
          <a:prstGeom prst="arc">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9D667332-69A8-0344-18A9-D60DEB576FCE}"/>
              </a:ext>
            </a:extLst>
          </p:cNvPr>
          <p:cNvSpPr/>
          <p:nvPr/>
        </p:nvSpPr>
        <p:spPr>
          <a:xfrm flipH="1">
            <a:off x="6107271" y="1268976"/>
            <a:ext cx="4707656" cy="1800020"/>
          </a:xfrm>
          <a:prstGeom prst="arc">
            <a:avLst>
              <a:gd name="adj1" fmla="val 18525687"/>
              <a:gd name="adj2" fmla="val 21342290"/>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561B535D-AA5D-5971-6256-EE8A05395980}"/>
              </a:ext>
            </a:extLst>
          </p:cNvPr>
          <p:cNvSpPr/>
          <p:nvPr/>
        </p:nvSpPr>
        <p:spPr>
          <a:xfrm flipH="1">
            <a:off x="7716018" y="1178975"/>
            <a:ext cx="2610029" cy="1350015"/>
          </a:xfrm>
          <a:prstGeom prst="arc">
            <a:avLst>
              <a:gd name="adj1" fmla="val 20424430"/>
              <a:gd name="adj2" fmla="val 567785"/>
            </a:avLst>
          </a:prstGeom>
          <a:ln w="38100">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479A775D-A35F-D74D-AEEB-6BD26FB9DA3F}"/>
              </a:ext>
            </a:extLst>
          </p:cNvPr>
          <p:cNvCxnSpPr>
            <a:cxnSpLocks/>
          </p:cNvCxnSpPr>
          <p:nvPr/>
        </p:nvCxnSpPr>
        <p:spPr>
          <a:xfrm flipH="1" flipV="1">
            <a:off x="5285991" y="4689014"/>
            <a:ext cx="450005" cy="720008"/>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88CB9A0-3344-FAC4-70A0-24A07A69D0F5}"/>
              </a:ext>
            </a:extLst>
          </p:cNvPr>
          <p:cNvSpPr txBox="1"/>
          <p:nvPr/>
        </p:nvSpPr>
        <p:spPr>
          <a:xfrm>
            <a:off x="5285991" y="5319021"/>
            <a:ext cx="3690041" cy="646331"/>
          </a:xfrm>
          <a:prstGeom prst="rect">
            <a:avLst/>
          </a:prstGeom>
          <a:noFill/>
        </p:spPr>
        <p:txBody>
          <a:bodyPr wrap="square">
            <a:spAutoFit/>
          </a:bodyPr>
          <a:lstStyle/>
          <a:p>
            <a:pPr algn="ctr"/>
            <a:r>
              <a:rPr lang="en-GB" sz="3600" dirty="0">
                <a:solidFill>
                  <a:schemeClr val="tx1"/>
                </a:solidFill>
              </a:rPr>
              <a:t>can be strict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A119A95-AC37-A3EF-E791-AC9AD15A5D2B}"/>
                  </a:ext>
                </a:extLst>
              </p:cNvPr>
              <p:cNvSpPr txBox="1"/>
              <p:nvPr/>
            </p:nvSpPr>
            <p:spPr>
              <a:xfrm>
                <a:off x="1325947"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4A119A95-AC37-A3EF-E791-AC9AD15A5D2B}"/>
                  </a:ext>
                </a:extLst>
              </p:cNvPr>
              <p:cNvSpPr txBox="1">
                <a:spLocks noRot="1" noChangeAspect="1" noMove="1" noResize="1" noEditPoints="1" noAdjustHandles="1" noChangeArrowheads="1" noChangeShapeType="1" noTextEdit="1"/>
              </p:cNvSpPr>
              <p:nvPr/>
            </p:nvSpPr>
            <p:spPr>
              <a:xfrm>
                <a:off x="1325947" y="360900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81A42EA-FD6E-B02D-6017-C2FDA1590CEF}"/>
                  </a:ext>
                </a:extLst>
              </p:cNvPr>
              <p:cNvSpPr txBox="1"/>
              <p:nvPr/>
            </p:nvSpPr>
            <p:spPr>
              <a:xfrm>
                <a:off x="2135956" y="3609002"/>
                <a:ext cx="2160024" cy="1134541"/>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sSup>
                            <m:sSupPr>
                              <m:ctrlPr>
                                <a:rPr lang="en-GB" sz="6000" b="0" i="1" smtClean="0">
                                  <a:solidFill>
                                    <a:schemeClr val="accent6"/>
                                  </a:solidFill>
                                  <a:latin typeface="Cambria Math" panose="02040503050406030204" pitchFamily="18" charset="0"/>
                                </a:rPr>
                              </m:ctrlPr>
                            </m:sSupPr>
                            <m:e>
                              <m:r>
                                <a:rPr lang="en-GB" sz="6000" b="0" i="1" smtClean="0">
                                  <a:solidFill>
                                    <a:schemeClr val="accent6"/>
                                  </a:solidFill>
                                  <a:latin typeface="Cambria Math" panose="02040503050406030204" pitchFamily="18" charset="0"/>
                                </a:rPr>
                                <m:t>𝑈</m:t>
                              </m:r>
                            </m:e>
                            <m:sup>
                              <m:r>
                                <a:rPr lang="en-GB" sz="6000" i="1">
                                  <a:latin typeface="Cambria Math" panose="02040503050406030204" pitchFamily="18" charset="0"/>
                                </a:rPr>
                                <m:t>⊗</m:t>
                              </m:r>
                              <m:r>
                                <a:rPr lang="en-GB" sz="6000" i="1" smtClean="0">
                                  <a:solidFill>
                                    <a:schemeClr val="accent2"/>
                                  </a:solidFill>
                                  <a:latin typeface="Cambria Math" panose="02040503050406030204" pitchFamily="18" charset="0"/>
                                </a:rPr>
                                <m:t>𝑘</m:t>
                              </m:r>
                            </m:sup>
                          </m:sSup>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C81A42EA-FD6E-B02D-6017-C2FDA1590CEF}"/>
                  </a:ext>
                </a:extLst>
              </p:cNvPr>
              <p:cNvSpPr txBox="1">
                <a:spLocks noRot="1" noChangeAspect="1" noMove="1" noResize="1" noEditPoints="1" noAdjustHandles="1" noChangeArrowheads="1" noChangeShapeType="1" noTextEdit="1"/>
              </p:cNvSpPr>
              <p:nvPr/>
            </p:nvSpPr>
            <p:spPr>
              <a:xfrm>
                <a:off x="2135956" y="3609002"/>
                <a:ext cx="2160024" cy="1134541"/>
              </a:xfrm>
              <a:prstGeom prst="rect">
                <a:avLst/>
              </a:prstGeom>
              <a:blipFill>
                <a:blip r:embed="rId7"/>
                <a:stretch>
                  <a:fillRect l="-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59307F5-D93E-462C-26BC-C5E1FBECBE63}"/>
                  </a:ext>
                </a:extLst>
              </p:cNvPr>
              <p:cNvSpPr txBox="1"/>
              <p:nvPr/>
            </p:nvSpPr>
            <p:spPr>
              <a:xfrm>
                <a:off x="4205979" y="360900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459307F5-D93E-462C-26BC-C5E1FBECBE63}"/>
                  </a:ext>
                </a:extLst>
              </p:cNvPr>
              <p:cNvSpPr txBox="1">
                <a:spLocks noRot="1" noChangeAspect="1" noMove="1" noResize="1" noEditPoints="1" noAdjustHandles="1" noChangeArrowheads="1" noChangeShapeType="1" noTextEdit="1"/>
              </p:cNvSpPr>
              <p:nvPr/>
            </p:nvSpPr>
            <p:spPr>
              <a:xfrm>
                <a:off x="4205979" y="3609002"/>
                <a:ext cx="1170013"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DD60F22-C4C4-5E7A-4DD6-2FD9A5744B29}"/>
                  </a:ext>
                </a:extLst>
              </p:cNvPr>
              <p:cNvSpPr txBox="1"/>
              <p:nvPr/>
            </p:nvSpPr>
            <p:spPr>
              <a:xfrm>
                <a:off x="5915998" y="360900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836CC3A1-E87A-E71C-AC10-1F42531A18AD}"/>
                  </a:ext>
                </a:extLst>
              </p:cNvPr>
              <p:cNvSpPr txBox="1">
                <a:spLocks noRot="1" noChangeAspect="1" noMove="1" noResize="1" noEditPoints="1" noAdjustHandles="1" noChangeArrowheads="1" noChangeShapeType="1" noTextEdit="1"/>
              </p:cNvSpPr>
              <p:nvPr/>
            </p:nvSpPr>
            <p:spPr>
              <a:xfrm>
                <a:off x="5915998" y="3609002"/>
                <a:ext cx="1890021"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053DA9-F735-55F9-BFED-535BEA484D25}"/>
                  </a:ext>
                </a:extLst>
              </p:cNvPr>
              <p:cNvSpPr txBox="1"/>
              <p:nvPr/>
            </p:nvSpPr>
            <p:spPr>
              <a:xfrm>
                <a:off x="5465993" y="360900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58F15C1A-2894-2262-73AD-6DFE723E7A6A}"/>
                  </a:ext>
                </a:extLst>
              </p:cNvPr>
              <p:cNvSpPr txBox="1">
                <a:spLocks noRot="1" noChangeAspect="1" noMove="1" noResize="1" noEditPoints="1" noAdjustHandles="1" noChangeArrowheads="1" noChangeShapeType="1" noTextEdit="1"/>
              </p:cNvSpPr>
              <p:nvPr/>
            </p:nvSpPr>
            <p:spPr>
              <a:xfrm>
                <a:off x="5465993" y="3609002"/>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7BBADED-75B9-8DE6-BA2B-F34B7E53CB4C}"/>
                  </a:ext>
                </a:extLst>
              </p:cNvPr>
              <p:cNvSpPr txBox="1"/>
              <p:nvPr/>
            </p:nvSpPr>
            <p:spPr>
              <a:xfrm>
                <a:off x="8346025"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9" name="TextBox 8">
                <a:extLst>
                  <a:ext uri="{FF2B5EF4-FFF2-40B4-BE49-F238E27FC236}">
                    <a16:creationId xmlns:a16="http://schemas.microsoft.com/office/drawing/2014/main" id="{57BBADED-75B9-8DE6-BA2B-F34B7E53CB4C}"/>
                  </a:ext>
                </a:extLst>
              </p:cNvPr>
              <p:cNvSpPr txBox="1">
                <a:spLocks noRot="1" noChangeAspect="1" noMove="1" noResize="1" noEditPoints="1" noAdjustHandles="1" noChangeArrowheads="1" noChangeShapeType="1" noTextEdit="1"/>
              </p:cNvSpPr>
              <p:nvPr/>
            </p:nvSpPr>
            <p:spPr>
              <a:xfrm>
                <a:off x="8346025" y="1925559"/>
                <a:ext cx="1697484" cy="1323439"/>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C33EC7-2E2D-5CD1-6EFA-49DC2B73ACBD}"/>
                  </a:ext>
                </a:extLst>
              </p:cNvPr>
              <p:cNvSpPr txBox="1"/>
              <p:nvPr/>
            </p:nvSpPr>
            <p:spPr>
              <a:xfrm>
                <a:off x="9516038"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2" name="TextBox 11">
                <a:extLst>
                  <a:ext uri="{FF2B5EF4-FFF2-40B4-BE49-F238E27FC236}">
                    <a16:creationId xmlns:a16="http://schemas.microsoft.com/office/drawing/2014/main" id="{57C33EC7-2E2D-5CD1-6EFA-49DC2B73ACBD}"/>
                  </a:ext>
                </a:extLst>
              </p:cNvPr>
              <p:cNvSpPr txBox="1">
                <a:spLocks noRot="1" noChangeAspect="1" noMove="1" noResize="1" noEditPoints="1" noAdjustHandles="1" noChangeArrowheads="1" noChangeShapeType="1" noTextEdit="1"/>
              </p:cNvSpPr>
              <p:nvPr/>
            </p:nvSpPr>
            <p:spPr>
              <a:xfrm>
                <a:off x="9516038" y="1925559"/>
                <a:ext cx="1440016" cy="132343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E7B1D2-6C0D-FFDB-7F83-248030D56E25}"/>
                  </a:ext>
                </a:extLst>
              </p:cNvPr>
              <p:cNvSpPr txBox="1"/>
              <p:nvPr/>
            </p:nvSpPr>
            <p:spPr>
              <a:xfrm>
                <a:off x="10416048" y="1925559"/>
                <a:ext cx="1697484" cy="1323439"/>
              </a:xfrm>
              <a:prstGeom prst="rect">
                <a:avLst/>
              </a:prstGeom>
              <a:noFill/>
            </p:spPr>
            <p:txBody>
              <a:bodyPr wrap="square">
                <a:spAutoFit/>
              </a:bodyPr>
              <a:lstStyle/>
              <a:p>
                <a:pPr/>
                <a14:m>
                  <m:oMathPara xmlns:m="http://schemas.openxmlformats.org/officeDocument/2006/math">
                    <m:oMath>
                      <m:r>
                        <a:rPr kumimoji="0" lang="en-GB" sz="8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lang="en-GB" dirty="0"/>
              </a:p>
            </p:txBody>
          </p:sp>
        </mc:Choice>
        <mc:Fallback xmlns="">
          <p:sp>
            <p:nvSpPr>
              <p:cNvPr id="5" name="TextBox 4">
                <a:extLst>
                  <a:ext uri="{FF2B5EF4-FFF2-40B4-BE49-F238E27FC236}">
                    <a16:creationId xmlns:a16="http://schemas.microsoft.com/office/drawing/2014/main" id="{C2E7B1D2-6C0D-FFDB-7F83-248030D56E25}"/>
                  </a:ext>
                </a:extLst>
              </p:cNvPr>
              <p:cNvSpPr txBox="1">
                <a:spLocks noRot="1" noChangeAspect="1" noMove="1" noResize="1" noEditPoints="1" noAdjustHandles="1" noChangeArrowheads="1" noChangeShapeType="1" noTextEdit="1"/>
              </p:cNvSpPr>
              <p:nvPr/>
            </p:nvSpPr>
            <p:spPr>
              <a:xfrm>
                <a:off x="10416048" y="1925559"/>
                <a:ext cx="1697484" cy="132343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B826604-CBAF-E8BF-D8C6-A3941945C269}"/>
                  </a:ext>
                </a:extLst>
              </p:cNvPr>
              <p:cNvSpPr txBox="1"/>
              <p:nvPr/>
            </p:nvSpPr>
            <p:spPr>
              <a:xfrm>
                <a:off x="11586061" y="1925559"/>
                <a:ext cx="1440016" cy="1323439"/>
              </a:xfrm>
              <a:prstGeom prst="rect">
                <a:avLst/>
              </a:prstGeom>
              <a:noFill/>
            </p:spPr>
            <p:txBody>
              <a:bodyPr wrap="square">
                <a:spAutoFit/>
              </a:bodyPr>
              <a:lstStyle/>
              <a:p>
                <a:pPr/>
                <a14:m>
                  <m:oMathPara xmlns:m="http://schemas.openxmlformats.org/officeDocument/2006/math">
                    <m:oMath>
                      <m:r>
                        <a:rPr lang="en-GB" sz="8000" b="0" i="1" smtClean="0">
                          <a:solidFill>
                            <a:schemeClr val="accent6"/>
                          </a:solidFill>
                          <a:latin typeface="Cambria Math" panose="02040503050406030204" pitchFamily="18" charset="0"/>
                        </a:rPr>
                        <m:t>𝑈</m:t>
                      </m:r>
                    </m:oMath>
                  </m:oMathPara>
                </a14:m>
                <a:endParaRPr lang="en-GB" sz="4800" dirty="0">
                  <a:solidFill>
                    <a:schemeClr val="accent6"/>
                  </a:solidFill>
                </a:endParaRPr>
              </a:p>
            </p:txBody>
          </p:sp>
        </mc:Choice>
        <mc:Fallback xmlns="">
          <p:sp>
            <p:nvSpPr>
              <p:cNvPr id="11" name="TextBox 10">
                <a:extLst>
                  <a:ext uri="{FF2B5EF4-FFF2-40B4-BE49-F238E27FC236}">
                    <a16:creationId xmlns:a16="http://schemas.microsoft.com/office/drawing/2014/main" id="{2B826604-CBAF-E8BF-D8C6-A3941945C269}"/>
                  </a:ext>
                </a:extLst>
              </p:cNvPr>
              <p:cNvSpPr txBox="1">
                <a:spLocks noRot="1" noChangeAspect="1" noMove="1" noResize="1" noEditPoints="1" noAdjustHandles="1" noChangeArrowheads="1" noChangeShapeType="1" noTextEdit="1"/>
              </p:cNvSpPr>
              <p:nvPr/>
            </p:nvSpPr>
            <p:spPr>
              <a:xfrm>
                <a:off x="11586061" y="1925559"/>
                <a:ext cx="1440016" cy="1323439"/>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B537C0-F727-4059-33F0-CC8543444786}"/>
                  </a:ext>
                </a:extLst>
              </p:cNvPr>
              <p:cNvSpPr txBox="1"/>
              <p:nvPr/>
            </p:nvSpPr>
            <p:spPr>
              <a:xfrm>
                <a:off x="2045955" y="1879456"/>
                <a:ext cx="2160024" cy="1369542"/>
              </a:xfrm>
              <a:prstGeom prst="rect">
                <a:avLst/>
              </a:prstGeom>
              <a:noFill/>
            </p:spPr>
            <p:txBody>
              <a:bodyPr wrap="square">
                <a:spAutoFit/>
              </a:bodyPr>
              <a:lstStyle/>
              <a:p>
                <a:pPr/>
                <a14:m>
                  <m:oMathPara xmlns:m="http://schemas.openxmlformats.org/officeDocument/2006/math">
                    <m:oMath>
                      <m:sSup>
                        <m:sSupPr>
                          <m:ctrlPr>
                            <a:rPr lang="en-GB" sz="8000" b="0" i="1" smtClean="0">
                              <a:solidFill>
                                <a:schemeClr val="accent6"/>
                              </a:solidFill>
                              <a:latin typeface="Cambria Math" panose="02040503050406030204" pitchFamily="18" charset="0"/>
                            </a:rPr>
                          </m:ctrlPr>
                        </m:sSupPr>
                        <m:e>
                          <m:r>
                            <a:rPr lang="en-GB" sz="8000" b="0" i="1" smtClean="0">
                              <a:solidFill>
                                <a:schemeClr val="accent6"/>
                              </a:solidFill>
                              <a:latin typeface="Cambria Math" panose="02040503050406030204" pitchFamily="18" charset="0"/>
                            </a:rPr>
                            <m:t>𝑈</m:t>
                          </m:r>
                        </m:e>
                        <m:sup>
                          <m:r>
                            <a:rPr lang="en-GB" sz="8000" b="0" i="1" smtClean="0">
                              <a:solidFill>
                                <a:schemeClr val="tx1"/>
                              </a:solidFill>
                              <a:latin typeface="Cambria Math" panose="02040503050406030204" pitchFamily="18" charset="0"/>
                            </a:rPr>
                            <m:t>⊗</m:t>
                          </m:r>
                          <m:r>
                            <a:rPr lang="en-GB" sz="8000" b="0" i="1" smtClean="0">
                              <a:solidFill>
                                <a:schemeClr val="accent2"/>
                              </a:solidFill>
                              <a:latin typeface="Cambria Math" panose="02040503050406030204" pitchFamily="18" charset="0"/>
                            </a:rPr>
                            <m:t>𝑘</m:t>
                          </m:r>
                        </m:sup>
                      </m:sSup>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A8B537C0-F727-4059-33F0-CC8543444786}"/>
                  </a:ext>
                </a:extLst>
              </p:cNvPr>
              <p:cNvSpPr txBox="1">
                <a:spLocks noRot="1" noChangeAspect="1" noMove="1" noResize="1" noEditPoints="1" noAdjustHandles="1" noChangeArrowheads="1" noChangeShapeType="1" noTextEdit="1"/>
              </p:cNvSpPr>
              <p:nvPr/>
            </p:nvSpPr>
            <p:spPr>
              <a:xfrm>
                <a:off x="2045955" y="1879456"/>
                <a:ext cx="2160024" cy="1369542"/>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9B681BE-A9E0-0DDC-90E4-E37AE976FF6B}"/>
                  </a:ext>
                </a:extLst>
              </p:cNvPr>
              <p:cNvSpPr txBox="1"/>
              <p:nvPr/>
            </p:nvSpPr>
            <p:spPr>
              <a:xfrm>
                <a:off x="155934" y="3068996"/>
                <a:ext cx="4590051" cy="1634743"/>
              </a:xfrm>
              <a:prstGeom prst="rect">
                <a:avLst/>
              </a:prstGeom>
              <a:noFill/>
            </p:spPr>
            <p:txBody>
              <a:bodyPr wrap="square">
                <a:spAutoFit/>
              </a:bodyPr>
              <a:lstStyle/>
              <a:p>
                <a:pPr/>
                <a14:m>
                  <m:oMathPara xmlns:m="http://schemas.openxmlformats.org/officeDocument/2006/math">
                    <m:oMath>
                      <m:rad>
                        <m:radPr>
                          <m:ctrlPr>
                            <a:rPr lang="en-GB" sz="8800" b="0" i="1" smtClean="0">
                              <a:solidFill>
                                <a:schemeClr val="accent2"/>
                              </a:solidFill>
                              <a:latin typeface="Cambria Math" panose="02040503050406030204" pitchFamily="18" charset="0"/>
                            </a:rPr>
                          </m:ctrlPr>
                        </m:radPr>
                        <m:deg>
                          <m:r>
                            <m:rPr>
                              <m:brk m:alnAt="7"/>
                            </m:rPr>
                            <a:rPr lang="en-GB" sz="8800" b="0" i="1" smtClean="0">
                              <a:solidFill>
                                <a:schemeClr val="accent2"/>
                              </a:solidFill>
                              <a:latin typeface="Cambria Math" panose="02040503050406030204" pitchFamily="18" charset="0"/>
                            </a:rPr>
                            <m:t>𝑘</m:t>
                          </m:r>
                        </m:deg>
                        <m:e>
                          <m:r>
                            <a:rPr lang="en-GB" sz="8800" b="0" i="1" smtClean="0">
                              <a:latin typeface="Cambria Math" panose="02040503050406030204" pitchFamily="18" charset="0"/>
                            </a:rPr>
                            <m:t>           </m:t>
                          </m:r>
                        </m:e>
                      </m:rad>
                    </m:oMath>
                  </m:oMathPara>
                </a14:m>
                <a:endParaRPr lang="en-GB" dirty="0"/>
              </a:p>
            </p:txBody>
          </p:sp>
        </mc:Choice>
        <mc:Fallback xmlns="">
          <p:sp>
            <p:nvSpPr>
              <p:cNvPr id="13" name="TextBox 12">
                <a:extLst>
                  <a:ext uri="{FF2B5EF4-FFF2-40B4-BE49-F238E27FC236}">
                    <a16:creationId xmlns:a16="http://schemas.microsoft.com/office/drawing/2014/main" id="{B9B681BE-A9E0-0DDC-90E4-E37AE976FF6B}"/>
                  </a:ext>
                </a:extLst>
              </p:cNvPr>
              <p:cNvSpPr txBox="1">
                <a:spLocks noRot="1" noChangeAspect="1" noMove="1" noResize="1" noEditPoints="1" noAdjustHandles="1" noChangeArrowheads="1" noChangeShapeType="1" noTextEdit="1"/>
              </p:cNvSpPr>
              <p:nvPr/>
            </p:nvSpPr>
            <p:spPr>
              <a:xfrm>
                <a:off x="155934" y="3068996"/>
                <a:ext cx="4590051" cy="1634743"/>
              </a:xfrm>
              <a:prstGeom prst="rect">
                <a:avLst/>
              </a:prstGeom>
              <a:blipFill>
                <a:blip r:embed="rId1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592971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4F3A2-D91F-423C-DA2B-85EBF9DF9DE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996C88-0914-309B-72CF-7AE5414360ED}"/>
                  </a:ext>
                </a:extLst>
              </p:cNvPr>
              <p:cNvSpPr txBox="1"/>
              <p:nvPr/>
            </p:nvSpPr>
            <p:spPr>
              <a:xfrm>
                <a:off x="4835986"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CC996C88-0914-309B-72CF-7AE5414360ED}"/>
                  </a:ext>
                </a:extLst>
              </p:cNvPr>
              <p:cNvSpPr txBox="1">
                <a:spLocks noRot="1" noChangeAspect="1" noMove="1" noResize="1" noEditPoints="1" noAdjustHandles="1" noChangeArrowheads="1" noChangeShapeType="1" noTextEdit="1"/>
              </p:cNvSpPr>
              <p:nvPr/>
            </p:nvSpPr>
            <p:spPr>
              <a:xfrm>
                <a:off x="4835986" y="2863342"/>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0F0DC8C-F6EF-C823-B383-038066B43BB0}"/>
                  </a:ext>
                </a:extLst>
              </p:cNvPr>
              <p:cNvSpPr txBox="1"/>
              <p:nvPr/>
            </p:nvSpPr>
            <p:spPr>
              <a:xfrm>
                <a:off x="5645995" y="2834465"/>
                <a:ext cx="2160024" cy="1134541"/>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sSup>
                            <m:sSupPr>
                              <m:ctrlPr>
                                <a:rPr lang="en-GB" sz="6000" b="0" i="1" smtClean="0">
                                  <a:solidFill>
                                    <a:schemeClr val="accent6"/>
                                  </a:solidFill>
                                  <a:latin typeface="Cambria Math" panose="02040503050406030204" pitchFamily="18" charset="0"/>
                                </a:rPr>
                              </m:ctrlPr>
                            </m:sSupPr>
                            <m:e>
                              <m:r>
                                <a:rPr lang="en-GB" sz="6000" b="0" i="1" smtClean="0">
                                  <a:solidFill>
                                    <a:schemeClr val="accent6"/>
                                  </a:solidFill>
                                  <a:latin typeface="Cambria Math" panose="02040503050406030204" pitchFamily="18" charset="0"/>
                                </a:rPr>
                                <m:t>𝑈</m:t>
                              </m:r>
                            </m:e>
                            <m:sup>
                              <m:r>
                                <a:rPr lang="en-GB" sz="6000" i="1">
                                  <a:latin typeface="Cambria Math" panose="02040503050406030204" pitchFamily="18" charset="0"/>
                                </a:rPr>
                                <m:t>⊗</m:t>
                              </m:r>
                              <m:r>
                                <a:rPr lang="en-GB" sz="6000" i="1" smtClean="0">
                                  <a:solidFill>
                                    <a:schemeClr val="accent2"/>
                                  </a:solidFill>
                                  <a:latin typeface="Cambria Math" panose="02040503050406030204" pitchFamily="18" charset="0"/>
                                </a:rPr>
                                <m:t>𝑘</m:t>
                              </m:r>
                            </m:sup>
                          </m:sSup>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00F0DC8C-F6EF-C823-B383-038066B43BB0}"/>
                  </a:ext>
                </a:extLst>
              </p:cNvPr>
              <p:cNvSpPr txBox="1">
                <a:spLocks noRot="1" noChangeAspect="1" noMove="1" noResize="1" noEditPoints="1" noAdjustHandles="1" noChangeArrowheads="1" noChangeShapeType="1" noTextEdit="1"/>
              </p:cNvSpPr>
              <p:nvPr/>
            </p:nvSpPr>
            <p:spPr>
              <a:xfrm>
                <a:off x="5645995" y="2834465"/>
                <a:ext cx="2160024" cy="1134541"/>
              </a:xfrm>
              <a:prstGeom prst="rect">
                <a:avLst/>
              </a:prstGeom>
              <a:blipFill>
                <a:blip r:embed="rId3"/>
                <a:stretch>
                  <a:fillRect l="-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248FE60-4A6D-3E43-47CD-454483602D6C}"/>
                  </a:ext>
                </a:extLst>
              </p:cNvPr>
              <p:cNvSpPr txBox="1"/>
              <p:nvPr/>
            </p:nvSpPr>
            <p:spPr>
              <a:xfrm>
                <a:off x="7716018" y="286334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4248FE60-4A6D-3E43-47CD-454483602D6C}"/>
                  </a:ext>
                </a:extLst>
              </p:cNvPr>
              <p:cNvSpPr txBox="1">
                <a:spLocks noRot="1" noChangeAspect="1" noMove="1" noResize="1" noEditPoints="1" noAdjustHandles="1" noChangeArrowheads="1" noChangeShapeType="1" noTextEdit="1"/>
              </p:cNvSpPr>
              <p:nvPr/>
            </p:nvSpPr>
            <p:spPr>
              <a:xfrm>
                <a:off x="7716018" y="2863342"/>
                <a:ext cx="1170013"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34B1F9-86D9-FC54-48E0-D892B63919D4}"/>
                  </a:ext>
                </a:extLst>
              </p:cNvPr>
              <p:cNvSpPr txBox="1"/>
              <p:nvPr/>
            </p:nvSpPr>
            <p:spPr>
              <a:xfrm>
                <a:off x="8976032" y="286334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3534B1F9-86D9-FC54-48E0-D892B63919D4}"/>
                  </a:ext>
                </a:extLst>
              </p:cNvPr>
              <p:cNvSpPr txBox="1">
                <a:spLocks noRot="1" noChangeAspect="1" noMove="1" noResize="1" noEditPoints="1" noAdjustHandles="1" noChangeArrowheads="1" noChangeShapeType="1" noTextEdit="1"/>
              </p:cNvSpPr>
              <p:nvPr/>
            </p:nvSpPr>
            <p:spPr>
              <a:xfrm>
                <a:off x="8976032" y="2863342"/>
                <a:ext cx="1890021"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E612E9-E44C-6B4F-F133-F06C86BE5F44}"/>
                  </a:ext>
                </a:extLst>
              </p:cNvPr>
              <p:cNvSpPr txBox="1"/>
              <p:nvPr/>
            </p:nvSpPr>
            <p:spPr>
              <a:xfrm>
                <a:off x="8526027"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26E612E9-E44C-6B4F-F133-F06C86BE5F44}"/>
                  </a:ext>
                </a:extLst>
              </p:cNvPr>
              <p:cNvSpPr txBox="1">
                <a:spLocks noRot="1" noChangeAspect="1" noMove="1" noResize="1" noEditPoints="1" noAdjustHandles="1" noChangeArrowheads="1" noChangeShapeType="1" noTextEdit="1"/>
              </p:cNvSpPr>
              <p:nvPr/>
            </p:nvSpPr>
            <p:spPr>
              <a:xfrm>
                <a:off x="8526027" y="286334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2A7664-92BF-17A7-6F8B-FF6C2CEA95DA}"/>
                  </a:ext>
                </a:extLst>
              </p:cNvPr>
              <p:cNvSpPr txBox="1"/>
              <p:nvPr/>
            </p:nvSpPr>
            <p:spPr>
              <a:xfrm>
                <a:off x="3665973" y="2334263"/>
                <a:ext cx="4590051" cy="1634743"/>
              </a:xfrm>
              <a:prstGeom prst="rect">
                <a:avLst/>
              </a:prstGeom>
              <a:noFill/>
            </p:spPr>
            <p:txBody>
              <a:bodyPr wrap="square">
                <a:spAutoFit/>
              </a:bodyPr>
              <a:lstStyle/>
              <a:p>
                <a:pPr/>
                <a14:m>
                  <m:oMathPara xmlns:m="http://schemas.openxmlformats.org/officeDocument/2006/math">
                    <m:oMath>
                      <m:rad>
                        <m:radPr>
                          <m:ctrlPr>
                            <a:rPr lang="en-GB" sz="8800" b="0" i="1" smtClean="0">
                              <a:solidFill>
                                <a:schemeClr val="accent2"/>
                              </a:solidFill>
                              <a:latin typeface="Cambria Math" panose="02040503050406030204" pitchFamily="18" charset="0"/>
                            </a:rPr>
                          </m:ctrlPr>
                        </m:radPr>
                        <m:deg>
                          <m:r>
                            <m:rPr>
                              <m:brk m:alnAt="7"/>
                            </m:rPr>
                            <a:rPr lang="en-GB" sz="8800" b="0" i="1" smtClean="0">
                              <a:solidFill>
                                <a:schemeClr val="accent2"/>
                              </a:solidFill>
                              <a:latin typeface="Cambria Math" panose="02040503050406030204" pitchFamily="18" charset="0"/>
                            </a:rPr>
                            <m:t>𝑘</m:t>
                          </m:r>
                        </m:deg>
                        <m:e>
                          <m:r>
                            <a:rPr lang="en-GB" sz="8800" b="0" i="1" smtClean="0">
                              <a:latin typeface="Cambria Math" panose="02040503050406030204" pitchFamily="18" charset="0"/>
                            </a:rPr>
                            <m:t>           </m:t>
                          </m:r>
                        </m:e>
                      </m:rad>
                    </m:oMath>
                  </m:oMathPara>
                </a14:m>
                <a:endParaRPr lang="en-GB" dirty="0"/>
              </a:p>
            </p:txBody>
          </p:sp>
        </mc:Choice>
        <mc:Fallback xmlns="">
          <p:sp>
            <p:nvSpPr>
              <p:cNvPr id="13" name="TextBox 12">
                <a:extLst>
                  <a:ext uri="{FF2B5EF4-FFF2-40B4-BE49-F238E27FC236}">
                    <a16:creationId xmlns:a16="http://schemas.microsoft.com/office/drawing/2014/main" id="{022A7664-92BF-17A7-6F8B-FF6C2CEA95DA}"/>
                  </a:ext>
                </a:extLst>
              </p:cNvPr>
              <p:cNvSpPr txBox="1">
                <a:spLocks noRot="1" noChangeAspect="1" noMove="1" noResize="1" noEditPoints="1" noAdjustHandles="1" noChangeArrowheads="1" noChangeShapeType="1" noTextEdit="1"/>
              </p:cNvSpPr>
              <p:nvPr/>
            </p:nvSpPr>
            <p:spPr>
              <a:xfrm>
                <a:off x="3665973" y="2334263"/>
                <a:ext cx="4590051" cy="163474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9AE68A8-AFDE-493E-57C0-9B8D7813FB57}"/>
                  </a:ext>
                </a:extLst>
              </p:cNvPr>
              <p:cNvSpPr txBox="1"/>
              <p:nvPr/>
            </p:nvSpPr>
            <p:spPr>
              <a:xfrm>
                <a:off x="1685951" y="286334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F9AE68A8-AFDE-493E-57C0-9B8D7813FB57}"/>
                  </a:ext>
                </a:extLst>
              </p:cNvPr>
              <p:cNvSpPr txBox="1">
                <a:spLocks noRot="1" noChangeAspect="1" noMove="1" noResize="1" noEditPoints="1" noAdjustHandles="1" noChangeArrowheads="1" noChangeShapeType="1" noTextEdit="1"/>
              </p:cNvSpPr>
              <p:nvPr/>
            </p:nvSpPr>
            <p:spPr>
              <a:xfrm>
                <a:off x="1685951" y="2863342"/>
                <a:ext cx="1890021"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D4B9365-D481-575D-05CC-B2AFA793E84B}"/>
                  </a:ext>
                </a:extLst>
              </p:cNvPr>
              <p:cNvSpPr txBox="1"/>
              <p:nvPr/>
            </p:nvSpPr>
            <p:spPr>
              <a:xfrm>
                <a:off x="1235946"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b="0" i="1" smtClean="0">
                              <a:solidFill>
                                <a:schemeClr val="accent3">
                                  <a:lumMod val="75000"/>
                                </a:schemeClr>
                              </a:solidFill>
                              <a:latin typeface="Cambria Math" panose="02040503050406030204" pitchFamily="18" charset="0"/>
                            </a:rPr>
                          </m:ctrlPr>
                        </m:accPr>
                        <m:e>
                          <m:r>
                            <a:rPr lang="en-GB" sz="6000" b="0" i="1" smtClean="0">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FD4B9365-D481-575D-05CC-B2AFA793E84B}"/>
                  </a:ext>
                </a:extLst>
              </p:cNvPr>
              <p:cNvSpPr txBox="1">
                <a:spLocks noRot="1" noChangeAspect="1" noMove="1" noResize="1" noEditPoints="1" noAdjustHandles="1" noChangeArrowheads="1" noChangeShapeType="1" noTextEdit="1"/>
              </p:cNvSpPr>
              <p:nvPr/>
            </p:nvSpPr>
            <p:spPr>
              <a:xfrm>
                <a:off x="1235946" y="2863342"/>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963D59C-DC83-7CB7-245D-1B1432711994}"/>
                  </a:ext>
                </a:extLst>
              </p:cNvPr>
              <p:cNvSpPr txBox="1"/>
              <p:nvPr/>
            </p:nvSpPr>
            <p:spPr>
              <a:xfrm>
                <a:off x="3215968" y="2888994"/>
                <a:ext cx="1170013" cy="1015663"/>
              </a:xfrm>
              <a:prstGeom prst="rect">
                <a:avLst/>
              </a:prstGeom>
              <a:noFill/>
            </p:spPr>
            <p:txBody>
              <a:bodyPr wrap="square">
                <a:spAutoFit/>
              </a:bodyPr>
              <a:lstStyle/>
              <a:p>
                <a:pPr algn="ctr"/>
                <a14:m>
                  <m:oMathPara xmlns:m="http://schemas.openxmlformats.org/officeDocument/2006/math">
                    <m:oMath>
                      <m:r>
                        <a:rPr lang="en-GB" sz="6000" b="0" i="1" smtClean="0">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1" name="TextBox 20">
                <a:extLst>
                  <a:ext uri="{FF2B5EF4-FFF2-40B4-BE49-F238E27FC236}">
                    <a16:creationId xmlns:a16="http://schemas.microsoft.com/office/drawing/2014/main" id="{A963D59C-DC83-7CB7-245D-1B1432711994}"/>
                  </a:ext>
                </a:extLst>
              </p:cNvPr>
              <p:cNvSpPr txBox="1">
                <a:spLocks noRot="1" noChangeAspect="1" noMove="1" noResize="1" noEditPoints="1" noAdjustHandles="1" noChangeArrowheads="1" noChangeShapeType="1" noTextEdit="1"/>
              </p:cNvSpPr>
              <p:nvPr/>
            </p:nvSpPr>
            <p:spPr>
              <a:xfrm>
                <a:off x="3215968" y="2888994"/>
                <a:ext cx="1170013" cy="1015663"/>
              </a:xfrm>
              <a:prstGeom prst="rect">
                <a:avLst/>
              </a:prstGeom>
              <a:blipFill>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687555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25E0A-7391-33B7-B53D-DFADFDF1B2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100327B-684E-A4AE-C617-AA04B8BD1A00}"/>
                  </a:ext>
                </a:extLst>
              </p:cNvPr>
              <p:cNvSpPr txBox="1"/>
              <p:nvPr/>
            </p:nvSpPr>
            <p:spPr>
              <a:xfrm>
                <a:off x="4835986"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F100327B-684E-A4AE-C617-AA04B8BD1A00}"/>
                  </a:ext>
                </a:extLst>
              </p:cNvPr>
              <p:cNvSpPr txBox="1">
                <a:spLocks noRot="1" noChangeAspect="1" noMove="1" noResize="1" noEditPoints="1" noAdjustHandles="1" noChangeArrowheads="1" noChangeShapeType="1" noTextEdit="1"/>
              </p:cNvSpPr>
              <p:nvPr/>
            </p:nvSpPr>
            <p:spPr>
              <a:xfrm>
                <a:off x="4835986" y="2863342"/>
                <a:ext cx="1080012" cy="101566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1E22CF4-E89D-08EF-C380-EC0AE5E7602B}"/>
                  </a:ext>
                </a:extLst>
              </p:cNvPr>
              <p:cNvSpPr txBox="1"/>
              <p:nvPr/>
            </p:nvSpPr>
            <p:spPr>
              <a:xfrm>
                <a:off x="5645995" y="2834465"/>
                <a:ext cx="2160024" cy="1134541"/>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sSup>
                            <m:sSupPr>
                              <m:ctrlPr>
                                <a:rPr lang="en-GB" sz="6000" b="0" i="1" smtClean="0">
                                  <a:solidFill>
                                    <a:schemeClr val="accent6"/>
                                  </a:solidFill>
                                  <a:latin typeface="Cambria Math" panose="02040503050406030204" pitchFamily="18" charset="0"/>
                                </a:rPr>
                              </m:ctrlPr>
                            </m:sSupPr>
                            <m:e>
                              <m:r>
                                <a:rPr lang="en-GB" sz="6000" b="0" i="1" smtClean="0">
                                  <a:solidFill>
                                    <a:schemeClr val="accent6"/>
                                  </a:solidFill>
                                  <a:latin typeface="Cambria Math" panose="02040503050406030204" pitchFamily="18" charset="0"/>
                                </a:rPr>
                                <m:t>𝑈</m:t>
                              </m:r>
                            </m:e>
                            <m:sup>
                              <m:r>
                                <a:rPr lang="en-GB" sz="6000" i="1">
                                  <a:latin typeface="Cambria Math" panose="02040503050406030204" pitchFamily="18" charset="0"/>
                                </a:rPr>
                                <m:t>⊗</m:t>
                              </m:r>
                              <m:r>
                                <a:rPr lang="en-GB" sz="6000" i="1" smtClean="0">
                                  <a:solidFill>
                                    <a:schemeClr val="accent2"/>
                                  </a:solidFill>
                                  <a:latin typeface="Cambria Math" panose="02040503050406030204" pitchFamily="18" charset="0"/>
                                </a:rPr>
                                <m:t>𝑘</m:t>
                              </m:r>
                            </m:sup>
                          </m:sSup>
                        </m:e>
                      </m:d>
                    </m:oMath>
                  </m:oMathPara>
                </a14:m>
                <a:endParaRPr lang="en-GB" sz="6000" dirty="0">
                  <a:solidFill>
                    <a:schemeClr val="tx1"/>
                  </a:solidFill>
                </a:endParaRPr>
              </a:p>
            </p:txBody>
          </p:sp>
        </mc:Choice>
        <mc:Fallback xmlns="">
          <p:sp>
            <p:nvSpPr>
              <p:cNvPr id="20" name="TextBox 19">
                <a:extLst>
                  <a:ext uri="{FF2B5EF4-FFF2-40B4-BE49-F238E27FC236}">
                    <a16:creationId xmlns:a16="http://schemas.microsoft.com/office/drawing/2014/main" id="{11E22CF4-E89D-08EF-C380-EC0AE5E7602B}"/>
                  </a:ext>
                </a:extLst>
              </p:cNvPr>
              <p:cNvSpPr txBox="1">
                <a:spLocks noRot="1" noChangeAspect="1" noMove="1" noResize="1" noEditPoints="1" noAdjustHandles="1" noChangeArrowheads="1" noChangeShapeType="1" noTextEdit="1"/>
              </p:cNvSpPr>
              <p:nvPr/>
            </p:nvSpPr>
            <p:spPr>
              <a:xfrm>
                <a:off x="5645995" y="2834465"/>
                <a:ext cx="2160024" cy="1134541"/>
              </a:xfrm>
              <a:prstGeom prst="rect">
                <a:avLst/>
              </a:prstGeom>
              <a:blipFill>
                <a:blip r:embed="rId3"/>
                <a:stretch>
                  <a:fillRect l="-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CD96524-534B-4FB8-B703-4F807765DB44}"/>
                  </a:ext>
                </a:extLst>
              </p:cNvPr>
              <p:cNvSpPr txBox="1"/>
              <p:nvPr/>
            </p:nvSpPr>
            <p:spPr>
              <a:xfrm>
                <a:off x="7716018" y="2863342"/>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4CD96524-534B-4FB8-B703-4F807765DB44}"/>
                  </a:ext>
                </a:extLst>
              </p:cNvPr>
              <p:cNvSpPr txBox="1">
                <a:spLocks noRot="1" noChangeAspect="1" noMove="1" noResize="1" noEditPoints="1" noAdjustHandles="1" noChangeArrowheads="1" noChangeShapeType="1" noTextEdit="1"/>
              </p:cNvSpPr>
              <p:nvPr/>
            </p:nvSpPr>
            <p:spPr>
              <a:xfrm>
                <a:off x="7716018" y="2863342"/>
                <a:ext cx="1170013"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0B8E6A6-1B02-7627-6EF4-A974DD7F4017}"/>
                  </a:ext>
                </a:extLst>
              </p:cNvPr>
              <p:cNvSpPr txBox="1"/>
              <p:nvPr/>
            </p:nvSpPr>
            <p:spPr>
              <a:xfrm>
                <a:off x="8976032" y="286334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A0B8E6A6-1B02-7627-6EF4-A974DD7F4017}"/>
                  </a:ext>
                </a:extLst>
              </p:cNvPr>
              <p:cNvSpPr txBox="1">
                <a:spLocks noRot="1" noChangeAspect="1" noMove="1" noResize="1" noEditPoints="1" noAdjustHandles="1" noChangeArrowheads="1" noChangeShapeType="1" noTextEdit="1"/>
              </p:cNvSpPr>
              <p:nvPr/>
            </p:nvSpPr>
            <p:spPr>
              <a:xfrm>
                <a:off x="8976032" y="2863342"/>
                <a:ext cx="1890021"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192A4F4-D67A-76B5-6D97-FFF90CC5EAF6}"/>
                  </a:ext>
                </a:extLst>
              </p:cNvPr>
              <p:cNvSpPr txBox="1"/>
              <p:nvPr/>
            </p:nvSpPr>
            <p:spPr>
              <a:xfrm>
                <a:off x="8526027"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r>
                        <a:rPr lang="en-GB" sz="6000" i="1" smtClean="0">
                          <a:solidFill>
                            <a:schemeClr val="accent3"/>
                          </a:solidFill>
                          <a:latin typeface="Cambria Math" panose="02040503050406030204" pitchFamily="18" charset="0"/>
                        </a:rPr>
                        <m:t>𝑅</m:t>
                      </m:r>
                    </m:oMath>
                  </m:oMathPara>
                </a14:m>
                <a:endParaRPr lang="en-GB" sz="6000" dirty="0">
                  <a:solidFill>
                    <a:schemeClr val="tx1"/>
                  </a:solidFill>
                </a:endParaRPr>
              </a:p>
            </p:txBody>
          </p:sp>
        </mc:Choice>
        <mc:Fallback xmlns="">
          <p:sp>
            <p:nvSpPr>
              <p:cNvPr id="32" name="TextBox 31">
                <a:extLst>
                  <a:ext uri="{FF2B5EF4-FFF2-40B4-BE49-F238E27FC236}">
                    <a16:creationId xmlns:a16="http://schemas.microsoft.com/office/drawing/2014/main" id="{D192A4F4-D67A-76B5-6D97-FFF90CC5EAF6}"/>
                  </a:ext>
                </a:extLst>
              </p:cNvPr>
              <p:cNvSpPr txBox="1">
                <a:spLocks noRot="1" noChangeAspect="1" noMove="1" noResize="1" noEditPoints="1" noAdjustHandles="1" noChangeArrowheads="1" noChangeShapeType="1" noTextEdit="1"/>
              </p:cNvSpPr>
              <p:nvPr/>
            </p:nvSpPr>
            <p:spPr>
              <a:xfrm>
                <a:off x="8526027" y="2863342"/>
                <a:ext cx="1080012"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0B5B8D6-99D1-FB58-CA89-9A2CB55E7953}"/>
                  </a:ext>
                </a:extLst>
              </p:cNvPr>
              <p:cNvSpPr txBox="1"/>
              <p:nvPr/>
            </p:nvSpPr>
            <p:spPr>
              <a:xfrm>
                <a:off x="3665973" y="2334263"/>
                <a:ext cx="4590051" cy="1634743"/>
              </a:xfrm>
              <a:prstGeom prst="rect">
                <a:avLst/>
              </a:prstGeom>
              <a:noFill/>
            </p:spPr>
            <p:txBody>
              <a:bodyPr wrap="square">
                <a:spAutoFit/>
              </a:bodyPr>
              <a:lstStyle/>
              <a:p>
                <a:pPr/>
                <a14:m>
                  <m:oMathPara xmlns:m="http://schemas.openxmlformats.org/officeDocument/2006/math">
                    <m:oMath>
                      <m:rad>
                        <m:radPr>
                          <m:ctrlPr>
                            <a:rPr lang="en-GB" sz="8800" b="0" i="1" smtClean="0">
                              <a:solidFill>
                                <a:schemeClr val="accent2"/>
                              </a:solidFill>
                              <a:latin typeface="Cambria Math" panose="02040503050406030204" pitchFamily="18" charset="0"/>
                            </a:rPr>
                          </m:ctrlPr>
                        </m:radPr>
                        <m:deg>
                          <m:r>
                            <m:rPr>
                              <m:brk m:alnAt="7"/>
                            </m:rPr>
                            <a:rPr lang="en-GB" sz="8800" b="0" i="1" smtClean="0">
                              <a:solidFill>
                                <a:schemeClr val="accent2"/>
                              </a:solidFill>
                              <a:latin typeface="Cambria Math" panose="02040503050406030204" pitchFamily="18" charset="0"/>
                            </a:rPr>
                            <m:t>𝑘</m:t>
                          </m:r>
                        </m:deg>
                        <m:e>
                          <m:r>
                            <a:rPr lang="en-GB" sz="8800" b="0" i="1" smtClean="0">
                              <a:latin typeface="Cambria Math" panose="02040503050406030204" pitchFamily="18" charset="0"/>
                            </a:rPr>
                            <m:t>           </m:t>
                          </m:r>
                        </m:e>
                      </m:rad>
                    </m:oMath>
                  </m:oMathPara>
                </a14:m>
                <a:endParaRPr lang="en-GB" dirty="0"/>
              </a:p>
            </p:txBody>
          </p:sp>
        </mc:Choice>
        <mc:Fallback xmlns="">
          <p:sp>
            <p:nvSpPr>
              <p:cNvPr id="13" name="TextBox 12">
                <a:extLst>
                  <a:ext uri="{FF2B5EF4-FFF2-40B4-BE49-F238E27FC236}">
                    <a16:creationId xmlns:a16="http://schemas.microsoft.com/office/drawing/2014/main" id="{10B5B8D6-99D1-FB58-CA89-9A2CB55E7953}"/>
                  </a:ext>
                </a:extLst>
              </p:cNvPr>
              <p:cNvSpPr txBox="1">
                <a:spLocks noRot="1" noChangeAspect="1" noMove="1" noResize="1" noEditPoints="1" noAdjustHandles="1" noChangeArrowheads="1" noChangeShapeType="1" noTextEdit="1"/>
              </p:cNvSpPr>
              <p:nvPr/>
            </p:nvSpPr>
            <p:spPr>
              <a:xfrm>
                <a:off x="3665973" y="2334263"/>
                <a:ext cx="4590051" cy="163474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43DAD69-D208-D528-2FE9-3E5D41E3BF52}"/>
                  </a:ext>
                </a:extLst>
              </p:cNvPr>
              <p:cNvSpPr txBox="1"/>
              <p:nvPr/>
            </p:nvSpPr>
            <p:spPr>
              <a:xfrm>
                <a:off x="1685951" y="2863342"/>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5" name="TextBox 14">
                <a:extLst>
                  <a:ext uri="{FF2B5EF4-FFF2-40B4-BE49-F238E27FC236}">
                    <a16:creationId xmlns:a16="http://schemas.microsoft.com/office/drawing/2014/main" id="{143DAD69-D208-D528-2FE9-3E5D41E3BF52}"/>
                  </a:ext>
                </a:extLst>
              </p:cNvPr>
              <p:cNvSpPr txBox="1">
                <a:spLocks noRot="1" noChangeAspect="1" noMove="1" noResize="1" noEditPoints="1" noAdjustHandles="1" noChangeArrowheads="1" noChangeShapeType="1" noTextEdit="1"/>
              </p:cNvSpPr>
              <p:nvPr/>
            </p:nvSpPr>
            <p:spPr>
              <a:xfrm>
                <a:off x="1685951" y="2863342"/>
                <a:ext cx="1890021"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DF7E841-D85B-5B14-042B-93948CB039EC}"/>
                  </a:ext>
                </a:extLst>
              </p:cNvPr>
              <p:cNvSpPr txBox="1"/>
              <p:nvPr/>
            </p:nvSpPr>
            <p:spPr>
              <a:xfrm>
                <a:off x="1235946" y="2863342"/>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b="0" i="1" smtClean="0">
                              <a:solidFill>
                                <a:schemeClr val="accent3">
                                  <a:lumMod val="75000"/>
                                </a:schemeClr>
                              </a:solidFill>
                              <a:latin typeface="Cambria Math" panose="02040503050406030204" pitchFamily="18" charset="0"/>
                            </a:rPr>
                          </m:ctrlPr>
                        </m:accPr>
                        <m:e>
                          <m:r>
                            <a:rPr lang="en-GB" sz="6000" b="0" i="1" smtClean="0">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18" name="TextBox 17">
                <a:extLst>
                  <a:ext uri="{FF2B5EF4-FFF2-40B4-BE49-F238E27FC236}">
                    <a16:creationId xmlns:a16="http://schemas.microsoft.com/office/drawing/2014/main" id="{CDF7E841-D85B-5B14-042B-93948CB039EC}"/>
                  </a:ext>
                </a:extLst>
              </p:cNvPr>
              <p:cNvSpPr txBox="1">
                <a:spLocks noRot="1" noChangeAspect="1" noMove="1" noResize="1" noEditPoints="1" noAdjustHandles="1" noChangeArrowheads="1" noChangeShapeType="1" noTextEdit="1"/>
              </p:cNvSpPr>
              <p:nvPr/>
            </p:nvSpPr>
            <p:spPr>
              <a:xfrm>
                <a:off x="1235946" y="2863342"/>
                <a:ext cx="1080012" cy="101566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B80DE78-9F02-8A93-634B-F9E420ECAF64}"/>
                  </a:ext>
                </a:extLst>
              </p:cNvPr>
              <p:cNvSpPr txBox="1"/>
              <p:nvPr/>
            </p:nvSpPr>
            <p:spPr>
              <a:xfrm>
                <a:off x="3215968" y="2888994"/>
                <a:ext cx="1170013" cy="1015663"/>
              </a:xfrm>
              <a:prstGeom prst="rect">
                <a:avLst/>
              </a:prstGeom>
              <a:noFill/>
            </p:spPr>
            <p:txBody>
              <a:bodyPr wrap="square">
                <a:spAutoFit/>
              </a:bodyPr>
              <a:lstStyle/>
              <a:p>
                <a:pPr algn="ctr"/>
                <a14:m>
                  <m:oMathPara xmlns:m="http://schemas.openxmlformats.org/officeDocument/2006/math">
                    <m:oMath>
                      <m:r>
                        <a:rPr lang="en-GB" sz="6000" b="0" i="1" smtClean="0">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21" name="TextBox 20">
                <a:extLst>
                  <a:ext uri="{FF2B5EF4-FFF2-40B4-BE49-F238E27FC236}">
                    <a16:creationId xmlns:a16="http://schemas.microsoft.com/office/drawing/2014/main" id="{BB80DE78-9F02-8A93-634B-F9E420ECAF64}"/>
                  </a:ext>
                </a:extLst>
              </p:cNvPr>
              <p:cNvSpPr txBox="1">
                <a:spLocks noRot="1" noChangeAspect="1" noMove="1" noResize="1" noEditPoints="1" noAdjustHandles="1" noChangeArrowheads="1" noChangeShapeType="1" noTextEdit="1"/>
              </p:cNvSpPr>
              <p:nvPr/>
            </p:nvSpPr>
            <p:spPr>
              <a:xfrm>
                <a:off x="3215968" y="2888994"/>
                <a:ext cx="1170013" cy="101566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5534D9E-0EB6-A331-0A44-BC0B47240090}"/>
                  </a:ext>
                </a:extLst>
              </p:cNvPr>
              <p:cNvSpPr txBox="1"/>
              <p:nvPr/>
            </p:nvSpPr>
            <p:spPr>
              <a:xfrm>
                <a:off x="6096000" y="4869016"/>
                <a:ext cx="5130057" cy="830997"/>
              </a:xfrm>
              <a:prstGeom prst="rect">
                <a:avLst/>
              </a:prstGeom>
              <a:noFill/>
            </p:spPr>
            <p:txBody>
              <a:bodyPr wrap="square">
                <a:spAutoFit/>
              </a:bodyPr>
              <a:lstStyle/>
              <a:p>
                <a:pPr algn="ctr"/>
                <a14:m>
                  <m:oMathPara xmlns:m="http://schemas.openxmlformats.org/officeDocument/2006/math">
                    <m:oMathParaPr>
                      <m:jc m:val="center"/>
                    </m:oMathParaPr>
                    <m:oMath>
                      <m:r>
                        <a:rPr lang="en-GB" sz="4800" i="1" smtClean="0">
                          <a:solidFill>
                            <a:schemeClr val="accent3"/>
                          </a:solidFill>
                          <a:latin typeface="Cambria Math" panose="02040503050406030204" pitchFamily="18" charset="0"/>
                        </a:rPr>
                        <m:t>𝑅</m:t>
                      </m:r>
                      <m:d>
                        <m:dPr>
                          <m:ctrlPr>
                            <a:rPr lang="en-GB" sz="4800" b="0" i="1" smtClean="0">
                              <a:solidFill>
                                <a:schemeClr val="tx1"/>
                              </a:solidFill>
                              <a:latin typeface="Cambria Math" panose="02040503050406030204" pitchFamily="18" charset="0"/>
                            </a:rPr>
                          </m:ctrlPr>
                        </m:dPr>
                        <m:e>
                          <m:sSub>
                            <m:sSubPr>
                              <m:ctrlPr>
                                <a:rPr lang="en-GB" sz="4800" b="0" i="0" smtClean="0">
                                  <a:solidFill>
                                    <a:schemeClr val="tx1"/>
                                  </a:solidFill>
                                  <a:latin typeface="Cambria Math" panose="02040503050406030204" pitchFamily="18" charset="0"/>
                                </a:rPr>
                              </m:ctrlPr>
                            </m:sSubPr>
                            <m:e>
                              <m:r>
                                <m:rPr>
                                  <m:sty m:val="p"/>
                                </m:rPr>
                                <a:rPr lang="en-GB" sz="4800" b="0" i="0" smtClean="0">
                                  <a:solidFill>
                                    <a:schemeClr val="tx1"/>
                                  </a:solidFill>
                                  <a:latin typeface="Cambria Math" panose="02040503050406030204" pitchFamily="18" charset="0"/>
                                </a:rPr>
                                <m:t>MM</m:t>
                              </m:r>
                            </m:e>
                            <m:sub>
                              <m:r>
                                <a:rPr lang="en-GB" sz="4800" b="0" i="1" smtClean="0">
                                  <a:solidFill>
                                    <a:schemeClr val="tx1"/>
                                  </a:solidFill>
                                  <a:latin typeface="Cambria Math" panose="02040503050406030204" pitchFamily="18" charset="0"/>
                                </a:rPr>
                                <m:t>2</m:t>
                              </m:r>
                            </m:sub>
                          </m:sSub>
                        </m:e>
                      </m:d>
                      <m:r>
                        <a:rPr lang="en-GB" sz="4800" b="0" i="1" smtClean="0">
                          <a:solidFill>
                            <a:schemeClr val="tx1"/>
                          </a:solidFill>
                          <a:latin typeface="Cambria Math" panose="02040503050406030204" pitchFamily="18" charset="0"/>
                        </a:rPr>
                        <m:t>=7</m:t>
                      </m:r>
                    </m:oMath>
                  </m:oMathPara>
                </a14:m>
                <a:endParaRPr lang="en-GB" sz="4800" dirty="0">
                  <a:solidFill>
                    <a:schemeClr val="tx1"/>
                  </a:solidFill>
                </a:endParaRPr>
              </a:p>
            </p:txBody>
          </p:sp>
        </mc:Choice>
        <mc:Fallback xmlns="">
          <p:sp>
            <p:nvSpPr>
              <p:cNvPr id="25" name="TextBox 24">
                <a:extLst>
                  <a:ext uri="{FF2B5EF4-FFF2-40B4-BE49-F238E27FC236}">
                    <a16:creationId xmlns:a16="http://schemas.microsoft.com/office/drawing/2014/main" id="{55534D9E-0EB6-A331-0A44-BC0B47240090}"/>
                  </a:ext>
                </a:extLst>
              </p:cNvPr>
              <p:cNvSpPr txBox="1">
                <a:spLocks noRot="1" noChangeAspect="1" noMove="1" noResize="1" noEditPoints="1" noAdjustHandles="1" noChangeArrowheads="1" noChangeShapeType="1" noTextEdit="1"/>
              </p:cNvSpPr>
              <p:nvPr/>
            </p:nvSpPr>
            <p:spPr>
              <a:xfrm>
                <a:off x="6096000" y="4869016"/>
                <a:ext cx="5130057"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5AC21E2-D113-2518-95FF-0272E88926FA}"/>
                  </a:ext>
                </a:extLst>
              </p:cNvPr>
              <p:cNvSpPr txBox="1"/>
              <p:nvPr/>
            </p:nvSpPr>
            <p:spPr>
              <a:xfrm>
                <a:off x="965943" y="4869016"/>
                <a:ext cx="5130057"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3">
                                  <a:lumMod val="75000"/>
                                </a:schemeClr>
                              </a:solidFill>
                              <a:latin typeface="Cambria Math" panose="02040503050406030204" pitchFamily="18" charset="0"/>
                            </a:rPr>
                          </m:ctrlPr>
                        </m:accPr>
                        <m:e>
                          <m:r>
                            <a:rPr lang="en-GB" sz="4800" i="1">
                              <a:solidFill>
                                <a:schemeClr val="accent3">
                                  <a:lumMod val="75000"/>
                                </a:schemeClr>
                              </a:solidFill>
                              <a:latin typeface="Cambria Math" panose="02040503050406030204" pitchFamily="18" charset="0"/>
                            </a:rPr>
                            <m:t>𝑅</m:t>
                          </m:r>
                        </m:e>
                      </m:acc>
                      <m:d>
                        <m:dPr>
                          <m:ctrlPr>
                            <a:rPr lang="en-GB" sz="4800" b="0" i="1" smtClean="0">
                              <a:solidFill>
                                <a:schemeClr val="tx1"/>
                              </a:solidFill>
                              <a:latin typeface="Cambria Math" panose="02040503050406030204" pitchFamily="18" charset="0"/>
                            </a:rPr>
                          </m:ctrlPr>
                        </m:dPr>
                        <m:e>
                          <m:sSub>
                            <m:sSubPr>
                              <m:ctrlPr>
                                <a:rPr lang="en-GB" sz="4800" b="0" i="0" smtClean="0">
                                  <a:solidFill>
                                    <a:schemeClr val="tx1"/>
                                  </a:solidFill>
                                  <a:latin typeface="Cambria Math" panose="02040503050406030204" pitchFamily="18" charset="0"/>
                                </a:rPr>
                              </m:ctrlPr>
                            </m:sSubPr>
                            <m:e>
                              <m:r>
                                <m:rPr>
                                  <m:sty m:val="p"/>
                                </m:rPr>
                                <a:rPr lang="en-GB" sz="4800" b="0" i="0" smtClean="0">
                                  <a:solidFill>
                                    <a:schemeClr val="tx1"/>
                                  </a:solidFill>
                                  <a:latin typeface="Cambria Math" panose="02040503050406030204" pitchFamily="18" charset="0"/>
                                </a:rPr>
                                <m:t>MM</m:t>
                              </m:r>
                            </m:e>
                            <m:sub>
                              <m:r>
                                <a:rPr lang="en-GB" sz="4800" b="0" i="1" smtClean="0">
                                  <a:solidFill>
                                    <a:schemeClr val="tx1"/>
                                  </a:solidFill>
                                  <a:latin typeface="Cambria Math" panose="02040503050406030204" pitchFamily="18" charset="0"/>
                                </a:rPr>
                                <m:t>2</m:t>
                              </m:r>
                            </m:sub>
                          </m:sSub>
                        </m:e>
                      </m:d>
                      <m:r>
                        <a:rPr lang="en-GB" sz="4800" b="0" i="1" smtClean="0">
                          <a:solidFill>
                            <a:schemeClr val="tx1"/>
                          </a:solidFill>
                          <a:latin typeface="Cambria Math" panose="02040503050406030204" pitchFamily="18" charset="0"/>
                        </a:rPr>
                        <m:t>=</m:t>
                      </m:r>
                      <m:sSup>
                        <m:sSupPr>
                          <m:ctrlPr>
                            <a:rPr lang="en-GB" sz="4800" b="0" i="1" smtClean="0">
                              <a:solidFill>
                                <a:schemeClr val="tx1"/>
                              </a:solidFill>
                              <a:latin typeface="Cambria Math" panose="02040503050406030204" pitchFamily="18" charset="0"/>
                            </a:rPr>
                          </m:ctrlPr>
                        </m:sSupPr>
                        <m:e>
                          <m:r>
                            <a:rPr lang="en-GB" sz="4800" b="0" i="1" smtClean="0">
                              <a:solidFill>
                                <a:schemeClr val="tx1"/>
                              </a:solidFill>
                              <a:latin typeface="Cambria Math" panose="02040503050406030204" pitchFamily="18" charset="0"/>
                            </a:rPr>
                            <m:t>2</m:t>
                          </m:r>
                        </m:e>
                        <m:sup>
                          <m:r>
                            <a:rPr lang="en-GB" sz="4800" b="0" i="1" smtClean="0">
                              <a:solidFill>
                                <a:schemeClr val="tx1"/>
                              </a:solidFill>
                              <a:latin typeface="Cambria Math" panose="02040503050406030204" pitchFamily="18" charset="0"/>
                            </a:rPr>
                            <m:t>𝜔</m:t>
                          </m:r>
                        </m:sup>
                      </m:sSup>
                    </m:oMath>
                  </m:oMathPara>
                </a14:m>
                <a:endParaRPr lang="en-GB" sz="4800" dirty="0">
                  <a:solidFill>
                    <a:schemeClr val="tx1"/>
                  </a:solidFill>
                </a:endParaRPr>
              </a:p>
            </p:txBody>
          </p:sp>
        </mc:Choice>
        <mc:Fallback xmlns="">
          <p:sp>
            <p:nvSpPr>
              <p:cNvPr id="29" name="TextBox 28">
                <a:extLst>
                  <a:ext uri="{FF2B5EF4-FFF2-40B4-BE49-F238E27FC236}">
                    <a16:creationId xmlns:a16="http://schemas.microsoft.com/office/drawing/2014/main" id="{C5AC21E2-D113-2518-95FF-0272E88926FA}"/>
                  </a:ext>
                </a:extLst>
              </p:cNvPr>
              <p:cNvSpPr txBox="1">
                <a:spLocks noRot="1" noChangeAspect="1" noMove="1" noResize="1" noEditPoints="1" noAdjustHandles="1" noChangeArrowheads="1" noChangeShapeType="1" noTextEdit="1"/>
              </p:cNvSpPr>
              <p:nvPr/>
            </p:nvSpPr>
            <p:spPr>
              <a:xfrm>
                <a:off x="965943" y="4869016"/>
                <a:ext cx="5130057" cy="830997"/>
              </a:xfrm>
              <a:prstGeom prst="rect">
                <a:avLst/>
              </a:prstGeom>
              <a:blipFill>
                <a:blip r:embed="rId12"/>
                <a:stretch>
                  <a:fillRect/>
                </a:stretch>
              </a:blipFill>
            </p:spPr>
            <p:txBody>
              <a:bodyPr/>
              <a:lstStyle/>
              <a:p>
                <a:r>
                  <a:rPr lang="en-GB">
                    <a:noFill/>
                  </a:rPr>
                  <a:t> </a:t>
                </a:r>
              </a:p>
            </p:txBody>
          </p:sp>
        </mc:Fallback>
      </mc:AlternateContent>
      <p:sp>
        <p:nvSpPr>
          <p:cNvPr id="31" name="TextBox 30">
            <a:extLst>
              <a:ext uri="{FF2B5EF4-FFF2-40B4-BE49-F238E27FC236}">
                <a16:creationId xmlns:a16="http://schemas.microsoft.com/office/drawing/2014/main" id="{200C4969-8552-C71A-5D86-3446214F3518}"/>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Asymptotic rank</a:t>
            </a:r>
            <a:endParaRPr lang="en-GB" sz="6000" dirty="0">
              <a:solidFill>
                <a:schemeClr val="tx1"/>
              </a:solidFill>
            </a:endParaRPr>
          </a:p>
        </p:txBody>
      </p:sp>
    </p:spTree>
    <p:extLst>
      <p:ext uri="{BB962C8B-B14F-4D97-AF65-F5344CB8AC3E}">
        <p14:creationId xmlns:p14="http://schemas.microsoft.com/office/powerpoint/2010/main" val="3535202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ABDEA-FF96-C096-1116-60CF137AE8B0}"/>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8DE84208-D736-8033-0F56-72A7C3F4E308}"/>
              </a:ext>
            </a:extLst>
          </p:cNvPr>
          <p:cNvGrpSpPr/>
          <p:nvPr/>
        </p:nvGrpSpPr>
        <p:grpSpPr>
          <a:xfrm>
            <a:off x="2855964" y="2295836"/>
            <a:ext cx="6390071" cy="1015663"/>
            <a:chOff x="2855964" y="2295836"/>
            <a:chExt cx="6390071" cy="1015663"/>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91E3DE1-FFEA-3C57-5F1E-B664088E21CB}"/>
                    </a:ext>
                  </a:extLst>
                </p:cNvPr>
                <p:cNvSpPr txBox="1"/>
                <p:nvPr/>
              </p:nvSpPr>
              <p:spPr>
                <a:xfrm>
                  <a:off x="2855964" y="2295836"/>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oMath>
                    </m:oMathPara>
                  </a14:m>
                  <a:endParaRPr lang="en-GB" sz="6000" dirty="0">
                    <a:solidFill>
                      <a:schemeClr val="tx1"/>
                    </a:solidFill>
                  </a:endParaRPr>
                </a:p>
              </p:txBody>
            </p:sp>
          </mc:Choice>
          <mc:Fallback xmlns="">
            <p:sp>
              <p:nvSpPr>
                <p:cNvPr id="26" name="TextBox 25">
                  <a:extLst>
                    <a:ext uri="{FF2B5EF4-FFF2-40B4-BE49-F238E27FC236}">
                      <a16:creationId xmlns:a16="http://schemas.microsoft.com/office/drawing/2014/main" id="{F91E3DE1-FFEA-3C57-5F1E-B664088E21CB}"/>
                    </a:ext>
                  </a:extLst>
                </p:cNvPr>
                <p:cNvSpPr txBox="1">
                  <a:spLocks noRot="1" noChangeAspect="1" noMove="1" noResize="1" noEditPoints="1" noAdjustHandles="1" noChangeArrowheads="1" noChangeShapeType="1" noTextEdit="1"/>
                </p:cNvSpPr>
                <p:nvPr/>
              </p:nvSpPr>
              <p:spPr>
                <a:xfrm>
                  <a:off x="2855964" y="2295836"/>
                  <a:ext cx="1080012" cy="101566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C6B7784-C1A6-624B-E920-D7162993E264}"/>
                    </a:ext>
                  </a:extLst>
                </p:cNvPr>
                <p:cNvSpPr txBox="1"/>
                <p:nvPr/>
              </p:nvSpPr>
              <p:spPr>
                <a:xfrm>
                  <a:off x="3575972" y="2295836"/>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28" name="TextBox 27">
                  <a:extLst>
                    <a:ext uri="{FF2B5EF4-FFF2-40B4-BE49-F238E27FC236}">
                      <a16:creationId xmlns:a16="http://schemas.microsoft.com/office/drawing/2014/main" id="{7C6B7784-C1A6-624B-E920-D7162993E264}"/>
                    </a:ext>
                  </a:extLst>
                </p:cNvPr>
                <p:cNvSpPr txBox="1">
                  <a:spLocks noRot="1" noChangeAspect="1" noMove="1" noResize="1" noEditPoints="1" noAdjustHandles="1" noChangeArrowheads="1" noChangeShapeType="1" noTextEdit="1"/>
                </p:cNvSpPr>
                <p:nvPr/>
              </p:nvSpPr>
              <p:spPr>
                <a:xfrm>
                  <a:off x="3575972" y="2295836"/>
                  <a:ext cx="1260014" cy="101566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752617-5B54-BCE8-B893-77D419E12E16}"/>
                    </a:ext>
                  </a:extLst>
                </p:cNvPr>
                <p:cNvSpPr txBox="1"/>
                <p:nvPr/>
              </p:nvSpPr>
              <p:spPr>
                <a:xfrm>
                  <a:off x="7716018" y="2295836"/>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0" name="TextBox 29">
                  <a:extLst>
                    <a:ext uri="{FF2B5EF4-FFF2-40B4-BE49-F238E27FC236}">
                      <a16:creationId xmlns:a16="http://schemas.microsoft.com/office/drawing/2014/main" id="{C5752617-5B54-BCE8-B893-77D419E12E16}"/>
                    </a:ext>
                  </a:extLst>
                </p:cNvPr>
                <p:cNvSpPr txBox="1">
                  <a:spLocks noRot="1" noChangeAspect="1" noMove="1" noResize="1" noEditPoints="1" noAdjustHandles="1" noChangeArrowheads="1" noChangeShapeType="1" noTextEdit="1"/>
                </p:cNvSpPr>
                <p:nvPr/>
              </p:nvSpPr>
              <p:spPr>
                <a:xfrm>
                  <a:off x="7716018" y="2295836"/>
                  <a:ext cx="1530017" cy="101566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069706E-939E-9502-2A26-ADBE692C9D20}"/>
                    </a:ext>
                  </a:extLst>
                </p:cNvPr>
                <p:cNvSpPr txBox="1"/>
                <p:nvPr/>
              </p:nvSpPr>
              <p:spPr>
                <a:xfrm>
                  <a:off x="4655984" y="2295836"/>
                  <a:ext cx="1170013" cy="1015663"/>
                </a:xfrm>
                <a:prstGeom prst="rect">
                  <a:avLst/>
                </a:prstGeom>
                <a:noFill/>
              </p:spPr>
              <p:txBody>
                <a:bodyPr wrap="square">
                  <a:spAutoFit/>
                </a:bodyPr>
                <a:lstStyle/>
                <a:p>
                  <a:pPr algn="ctr"/>
                  <a14:m>
                    <m:oMathPara xmlns:m="http://schemas.openxmlformats.org/officeDocument/2006/math">
                      <m:oMath>
                        <m:r>
                          <a:rPr lang="en-GB" sz="6000" i="1" smtClean="0">
                            <a:solidFill>
                              <a:schemeClr val="accent4"/>
                            </a:solidFill>
                            <a:latin typeface="Cambria Math" panose="02040503050406030204" pitchFamily="18" charset="0"/>
                            <a:ea typeface="Cambria Math" panose="02040503050406030204" pitchFamily="18" charset="0"/>
                          </a:rPr>
                          <m:t>≲</m:t>
                        </m:r>
                      </m:oMath>
                    </m:oMathPara>
                  </a14:m>
                  <a:endParaRPr lang="en-GB" sz="6000" dirty="0">
                    <a:solidFill>
                      <a:schemeClr val="accent4"/>
                    </a:solidFill>
                  </a:endParaRPr>
                </a:p>
              </p:txBody>
            </p:sp>
          </mc:Choice>
          <mc:Fallback xmlns="">
            <p:sp>
              <p:nvSpPr>
                <p:cNvPr id="32" name="TextBox 31">
                  <a:extLst>
                    <a:ext uri="{FF2B5EF4-FFF2-40B4-BE49-F238E27FC236}">
                      <a16:creationId xmlns:a16="http://schemas.microsoft.com/office/drawing/2014/main" id="{0069706E-939E-9502-2A26-ADBE692C9D20}"/>
                    </a:ext>
                  </a:extLst>
                </p:cNvPr>
                <p:cNvSpPr txBox="1">
                  <a:spLocks noRot="1" noChangeAspect="1" noMove="1" noResize="1" noEditPoints="1" noAdjustHandles="1" noChangeArrowheads="1" noChangeShapeType="1" noTextEdit="1"/>
                </p:cNvSpPr>
                <p:nvPr/>
              </p:nvSpPr>
              <p:spPr>
                <a:xfrm>
                  <a:off x="4655984" y="2295836"/>
                  <a:ext cx="1170013" cy="101566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DE32429-F202-5F48-585A-DF381191499C}"/>
                    </a:ext>
                  </a:extLst>
                </p:cNvPr>
                <p:cNvSpPr txBox="1"/>
                <p:nvPr/>
              </p:nvSpPr>
              <p:spPr>
                <a:xfrm>
                  <a:off x="5915998" y="2295836"/>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34" name="TextBox 33">
                  <a:extLst>
                    <a:ext uri="{FF2B5EF4-FFF2-40B4-BE49-F238E27FC236}">
                      <a16:creationId xmlns:a16="http://schemas.microsoft.com/office/drawing/2014/main" id="{FDE32429-F202-5F48-585A-DF381191499C}"/>
                    </a:ext>
                  </a:extLst>
                </p:cNvPr>
                <p:cNvSpPr txBox="1">
                  <a:spLocks noRot="1" noChangeAspect="1" noMove="1" noResize="1" noEditPoints="1" noAdjustHandles="1" noChangeArrowheads="1" noChangeShapeType="1" noTextEdit="1"/>
                </p:cNvSpPr>
                <p:nvPr/>
              </p:nvSpPr>
              <p:spPr>
                <a:xfrm>
                  <a:off x="5915998" y="2295836"/>
                  <a:ext cx="1890021" cy="10156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7EF42D7-DA1C-4EA8-A991-6BE92E365F30}"/>
                    </a:ext>
                  </a:extLst>
                </p:cNvPr>
                <p:cNvSpPr txBox="1"/>
                <p:nvPr/>
              </p:nvSpPr>
              <p:spPr>
                <a:xfrm>
                  <a:off x="5465993" y="2295836"/>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oMath>
                    </m:oMathPara>
                  </a14:m>
                  <a:endParaRPr lang="en-GB" sz="6000" dirty="0">
                    <a:solidFill>
                      <a:schemeClr val="tx1"/>
                    </a:solidFill>
                  </a:endParaRPr>
                </a:p>
              </p:txBody>
            </p:sp>
          </mc:Choice>
          <mc:Fallback xmlns="">
            <p:sp>
              <p:nvSpPr>
                <p:cNvPr id="36" name="TextBox 35">
                  <a:extLst>
                    <a:ext uri="{FF2B5EF4-FFF2-40B4-BE49-F238E27FC236}">
                      <a16:creationId xmlns:a16="http://schemas.microsoft.com/office/drawing/2014/main" id="{37EF42D7-DA1C-4EA8-A991-6BE92E365F30}"/>
                    </a:ext>
                  </a:extLst>
                </p:cNvPr>
                <p:cNvSpPr txBox="1">
                  <a:spLocks noRot="1" noChangeAspect="1" noMove="1" noResize="1" noEditPoints="1" noAdjustHandles="1" noChangeArrowheads="1" noChangeShapeType="1" noTextEdit="1"/>
                </p:cNvSpPr>
                <p:nvPr/>
              </p:nvSpPr>
              <p:spPr>
                <a:xfrm>
                  <a:off x="5465993" y="2295836"/>
                  <a:ext cx="1080012" cy="101566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33549D2-6775-C263-9F66-04AB0E1E987F}"/>
                    </a:ext>
                  </a:extLst>
                </p:cNvPr>
                <p:cNvSpPr txBox="1"/>
                <p:nvPr/>
              </p:nvSpPr>
              <p:spPr>
                <a:xfrm>
                  <a:off x="7176012" y="2295836"/>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oMath>
                    </m:oMathPara>
                  </a14:m>
                  <a:endParaRPr lang="en-GB" sz="6000" dirty="0">
                    <a:solidFill>
                      <a:schemeClr val="tx1"/>
                    </a:solidFill>
                  </a:endParaRPr>
                </a:p>
              </p:txBody>
            </p:sp>
          </mc:Choice>
          <mc:Fallback xmlns="">
            <p:sp>
              <p:nvSpPr>
                <p:cNvPr id="38" name="TextBox 37">
                  <a:extLst>
                    <a:ext uri="{FF2B5EF4-FFF2-40B4-BE49-F238E27FC236}">
                      <a16:creationId xmlns:a16="http://schemas.microsoft.com/office/drawing/2014/main" id="{833549D2-6775-C263-9F66-04AB0E1E987F}"/>
                    </a:ext>
                  </a:extLst>
                </p:cNvPr>
                <p:cNvSpPr txBox="1">
                  <a:spLocks noRot="1" noChangeAspect="1" noMove="1" noResize="1" noEditPoints="1" noAdjustHandles="1" noChangeArrowheads="1" noChangeShapeType="1" noTextEdit="1"/>
                </p:cNvSpPr>
                <p:nvPr/>
              </p:nvSpPr>
              <p:spPr>
                <a:xfrm>
                  <a:off x="7176012" y="2295836"/>
                  <a:ext cx="1080012" cy="1015663"/>
                </a:xfrm>
                <a:prstGeom prst="rect">
                  <a:avLst/>
                </a:prstGeom>
                <a:blipFill>
                  <a:blip r:embed="rId9"/>
                  <a:stretch>
                    <a:fillRect/>
                  </a:stretch>
                </a:blipFill>
              </p:spPr>
              <p:txBody>
                <a:bodyPr/>
                <a:lstStyle/>
                <a:p>
                  <a:r>
                    <a:rPr lang="en-GB">
                      <a:noFill/>
                    </a:rPr>
                    <a:t> </a:t>
                  </a:r>
                </a:p>
              </p:txBody>
            </p:sp>
          </mc:Fallback>
        </mc:AlternateContent>
      </p:grpSp>
      <p:sp>
        <p:nvSpPr>
          <p:cNvPr id="40" name="TextBox 39">
            <a:extLst>
              <a:ext uri="{FF2B5EF4-FFF2-40B4-BE49-F238E27FC236}">
                <a16:creationId xmlns:a16="http://schemas.microsoft.com/office/drawing/2014/main" id="{6F179E81-6CC1-FFA0-BF63-20B173A595E8}"/>
              </a:ext>
            </a:extLst>
          </p:cNvPr>
          <p:cNvSpPr txBox="1"/>
          <p:nvPr/>
        </p:nvSpPr>
        <p:spPr>
          <a:xfrm>
            <a:off x="3486000" y="1539000"/>
            <a:ext cx="3375038" cy="2646878"/>
          </a:xfrm>
          <a:prstGeom prst="rect">
            <a:avLst/>
          </a:prstGeom>
          <a:noFill/>
        </p:spPr>
        <p:txBody>
          <a:bodyPr wrap="square" rtlCol="0">
            <a:spAutoFit/>
          </a:bodyPr>
          <a:lstStyle/>
          <a:p>
            <a:pPr algn="ctr"/>
            <a:r>
              <a:rPr lang="en-GB" sz="16600" dirty="0">
                <a:solidFill>
                  <a:schemeClr val="accent6"/>
                </a:solidFill>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16893A-1E31-8E57-4656-1D583D930C67}"/>
                  </a:ext>
                </a:extLst>
              </p:cNvPr>
              <p:cNvSpPr txBox="1"/>
              <p:nvPr/>
            </p:nvSpPr>
            <p:spPr>
              <a:xfrm>
                <a:off x="9606039" y="6112706"/>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7" name="TextBox 6">
                <a:extLst>
                  <a:ext uri="{FF2B5EF4-FFF2-40B4-BE49-F238E27FC236}">
                    <a16:creationId xmlns:a16="http://schemas.microsoft.com/office/drawing/2014/main" id="{87224B87-CE52-A158-99AE-DD9D11D25137}"/>
                  </a:ext>
                </a:extLst>
              </p:cNvPr>
              <p:cNvSpPr txBox="1">
                <a:spLocks noRot="1" noChangeAspect="1" noMove="1" noResize="1" noEditPoints="1" noAdjustHandles="1" noChangeArrowheads="1" noChangeShapeType="1" noTextEdit="1"/>
              </p:cNvSpPr>
              <p:nvPr/>
            </p:nvSpPr>
            <p:spPr>
              <a:xfrm>
                <a:off x="9606039" y="6112706"/>
                <a:ext cx="2507994" cy="646331"/>
              </a:xfrm>
              <a:prstGeom prst="rect">
                <a:avLst/>
              </a:prstGeom>
              <a:blipFill>
                <a:blip r:embed="rId10"/>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176B1DBA-18C1-000F-3B20-AAF24E63F6FB}"/>
              </a:ext>
            </a:extLst>
          </p:cNvPr>
          <p:cNvGrpSpPr/>
          <p:nvPr/>
        </p:nvGrpSpPr>
        <p:grpSpPr>
          <a:xfrm>
            <a:off x="2855964" y="973321"/>
            <a:ext cx="6390071" cy="1015663"/>
            <a:chOff x="2855964" y="973321"/>
            <a:chExt cx="6390071" cy="1015663"/>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7CFE00F-059B-21EE-DB27-8E0902EF5F03}"/>
                    </a:ext>
                  </a:extLst>
                </p:cNvPr>
                <p:cNvSpPr txBox="1"/>
                <p:nvPr/>
              </p:nvSpPr>
              <p:spPr>
                <a:xfrm>
                  <a:off x="2855964" y="973321"/>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8" name="TextBox 7">
                  <a:extLst>
                    <a:ext uri="{FF2B5EF4-FFF2-40B4-BE49-F238E27FC236}">
                      <a16:creationId xmlns:a16="http://schemas.microsoft.com/office/drawing/2014/main" id="{37CFE00F-059B-21EE-DB27-8E0902EF5F03}"/>
                    </a:ext>
                  </a:extLst>
                </p:cNvPr>
                <p:cNvSpPr txBox="1">
                  <a:spLocks noRot="1" noChangeAspect="1" noMove="1" noResize="1" noEditPoints="1" noAdjustHandles="1" noChangeArrowheads="1" noChangeShapeType="1" noTextEdit="1"/>
                </p:cNvSpPr>
                <p:nvPr/>
              </p:nvSpPr>
              <p:spPr>
                <a:xfrm>
                  <a:off x="2855964" y="973321"/>
                  <a:ext cx="1080012" cy="101566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E64B92-9069-D908-8098-A0E04B450EF8}"/>
                    </a:ext>
                  </a:extLst>
                </p:cNvPr>
                <p:cNvSpPr txBox="1"/>
                <p:nvPr/>
              </p:nvSpPr>
              <p:spPr>
                <a:xfrm>
                  <a:off x="3575972" y="973321"/>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11" name="TextBox 10">
                  <a:extLst>
                    <a:ext uri="{FF2B5EF4-FFF2-40B4-BE49-F238E27FC236}">
                      <a16:creationId xmlns:a16="http://schemas.microsoft.com/office/drawing/2014/main" id="{AFE64B92-9069-D908-8098-A0E04B450EF8}"/>
                    </a:ext>
                  </a:extLst>
                </p:cNvPr>
                <p:cNvSpPr txBox="1">
                  <a:spLocks noRot="1" noChangeAspect="1" noMove="1" noResize="1" noEditPoints="1" noAdjustHandles="1" noChangeArrowheads="1" noChangeShapeType="1" noTextEdit="1"/>
                </p:cNvSpPr>
                <p:nvPr/>
              </p:nvSpPr>
              <p:spPr>
                <a:xfrm>
                  <a:off x="3575972" y="973321"/>
                  <a:ext cx="1260014" cy="101566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9744999-38F3-0B32-6746-F5B6E5BB22F8}"/>
                    </a:ext>
                  </a:extLst>
                </p:cNvPr>
                <p:cNvSpPr txBox="1"/>
                <p:nvPr/>
              </p:nvSpPr>
              <p:spPr>
                <a:xfrm>
                  <a:off x="7716018" y="973321"/>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13" name="TextBox 12">
                  <a:extLst>
                    <a:ext uri="{FF2B5EF4-FFF2-40B4-BE49-F238E27FC236}">
                      <a16:creationId xmlns:a16="http://schemas.microsoft.com/office/drawing/2014/main" id="{19744999-38F3-0B32-6746-F5B6E5BB22F8}"/>
                    </a:ext>
                  </a:extLst>
                </p:cNvPr>
                <p:cNvSpPr txBox="1">
                  <a:spLocks noRot="1" noChangeAspect="1" noMove="1" noResize="1" noEditPoints="1" noAdjustHandles="1" noChangeArrowheads="1" noChangeShapeType="1" noTextEdit="1"/>
                </p:cNvSpPr>
                <p:nvPr/>
              </p:nvSpPr>
              <p:spPr>
                <a:xfrm>
                  <a:off x="7716018" y="973321"/>
                  <a:ext cx="1530017" cy="1015663"/>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04F0C37-55E1-D5BB-868D-B124E3CE156A}"/>
                    </a:ext>
                  </a:extLst>
                </p:cNvPr>
                <p:cNvSpPr txBox="1"/>
                <p:nvPr/>
              </p:nvSpPr>
              <p:spPr>
                <a:xfrm>
                  <a:off x="4655984" y="973321"/>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16" name="TextBox 15">
                  <a:extLst>
                    <a:ext uri="{FF2B5EF4-FFF2-40B4-BE49-F238E27FC236}">
                      <a16:creationId xmlns:a16="http://schemas.microsoft.com/office/drawing/2014/main" id="{904F0C37-55E1-D5BB-868D-B124E3CE156A}"/>
                    </a:ext>
                  </a:extLst>
                </p:cNvPr>
                <p:cNvSpPr txBox="1">
                  <a:spLocks noRot="1" noChangeAspect="1" noMove="1" noResize="1" noEditPoints="1" noAdjustHandles="1" noChangeArrowheads="1" noChangeShapeType="1" noTextEdit="1"/>
                </p:cNvSpPr>
                <p:nvPr/>
              </p:nvSpPr>
              <p:spPr>
                <a:xfrm>
                  <a:off x="4655984" y="973321"/>
                  <a:ext cx="1170013" cy="1015663"/>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C2AB66B-7EB1-B9F0-4A1A-CBE4F1C7F275}"/>
                    </a:ext>
                  </a:extLst>
                </p:cNvPr>
                <p:cNvSpPr txBox="1"/>
                <p:nvPr/>
              </p:nvSpPr>
              <p:spPr>
                <a:xfrm>
                  <a:off x="5915998" y="973321"/>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19" name="TextBox 18">
                  <a:extLst>
                    <a:ext uri="{FF2B5EF4-FFF2-40B4-BE49-F238E27FC236}">
                      <a16:creationId xmlns:a16="http://schemas.microsoft.com/office/drawing/2014/main" id="{AC2AB66B-7EB1-B9F0-4A1A-CBE4F1C7F275}"/>
                    </a:ext>
                  </a:extLst>
                </p:cNvPr>
                <p:cNvSpPr txBox="1">
                  <a:spLocks noRot="1" noChangeAspect="1" noMove="1" noResize="1" noEditPoints="1" noAdjustHandles="1" noChangeArrowheads="1" noChangeShapeType="1" noTextEdit="1"/>
                </p:cNvSpPr>
                <p:nvPr/>
              </p:nvSpPr>
              <p:spPr>
                <a:xfrm>
                  <a:off x="5915998" y="973321"/>
                  <a:ext cx="1890021" cy="101566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0B12E5-130A-7965-31FB-B10B8CB34C2A}"/>
                    </a:ext>
                  </a:extLst>
                </p:cNvPr>
                <p:cNvSpPr txBox="1"/>
                <p:nvPr/>
              </p:nvSpPr>
              <p:spPr>
                <a:xfrm>
                  <a:off x="5465993" y="973321"/>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24" name="TextBox 23">
                  <a:extLst>
                    <a:ext uri="{FF2B5EF4-FFF2-40B4-BE49-F238E27FC236}">
                      <a16:creationId xmlns:a16="http://schemas.microsoft.com/office/drawing/2014/main" id="{A70B12E5-130A-7965-31FB-B10B8CB34C2A}"/>
                    </a:ext>
                  </a:extLst>
                </p:cNvPr>
                <p:cNvSpPr txBox="1">
                  <a:spLocks noRot="1" noChangeAspect="1" noMove="1" noResize="1" noEditPoints="1" noAdjustHandles="1" noChangeArrowheads="1" noChangeShapeType="1" noTextEdit="1"/>
                </p:cNvSpPr>
                <p:nvPr/>
              </p:nvSpPr>
              <p:spPr>
                <a:xfrm>
                  <a:off x="5465993" y="973321"/>
                  <a:ext cx="1080012" cy="1015663"/>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CCA7E16-CDE4-3031-2739-5DCC11FFC6ED}"/>
                    </a:ext>
                  </a:extLst>
                </p:cNvPr>
                <p:cNvSpPr txBox="1"/>
                <p:nvPr/>
              </p:nvSpPr>
              <p:spPr>
                <a:xfrm>
                  <a:off x="7176012" y="973321"/>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27" name="TextBox 26">
                  <a:extLst>
                    <a:ext uri="{FF2B5EF4-FFF2-40B4-BE49-F238E27FC236}">
                      <a16:creationId xmlns:a16="http://schemas.microsoft.com/office/drawing/2014/main" id="{8CCA7E16-CDE4-3031-2739-5DCC11FFC6ED}"/>
                    </a:ext>
                  </a:extLst>
                </p:cNvPr>
                <p:cNvSpPr txBox="1">
                  <a:spLocks noRot="1" noChangeAspect="1" noMove="1" noResize="1" noEditPoints="1" noAdjustHandles="1" noChangeArrowheads="1" noChangeShapeType="1" noTextEdit="1"/>
                </p:cNvSpPr>
                <p:nvPr/>
              </p:nvSpPr>
              <p:spPr>
                <a:xfrm>
                  <a:off x="7176012" y="973321"/>
                  <a:ext cx="1080012" cy="1015663"/>
                </a:xfrm>
                <a:prstGeom prst="rect">
                  <a:avLst/>
                </a:prstGeom>
                <a:blipFill>
                  <a:blip r:embed="rId17"/>
                  <a:stretch>
                    <a:fillRect/>
                  </a:stretch>
                </a:blipFill>
              </p:spPr>
              <p:txBody>
                <a:bodyPr/>
                <a:lstStyle/>
                <a:p>
                  <a:r>
                    <a:rPr lang="en-GB">
                      <a:noFill/>
                    </a:rPr>
                    <a:t> </a:t>
                  </a:r>
                </a:p>
              </p:txBody>
            </p:sp>
          </mc:Fallback>
        </mc:AlternateContent>
      </p:grpSp>
      <p:grpSp>
        <p:nvGrpSpPr>
          <p:cNvPr id="4" name="Group 3">
            <a:extLst>
              <a:ext uri="{FF2B5EF4-FFF2-40B4-BE49-F238E27FC236}">
                <a16:creationId xmlns:a16="http://schemas.microsoft.com/office/drawing/2014/main" id="{7F0AD35C-E9F9-69D7-FB17-27A3FCB6270C}"/>
              </a:ext>
            </a:extLst>
          </p:cNvPr>
          <p:cNvGrpSpPr/>
          <p:nvPr/>
        </p:nvGrpSpPr>
        <p:grpSpPr>
          <a:xfrm>
            <a:off x="2855964" y="4149008"/>
            <a:ext cx="6390071" cy="1015663"/>
            <a:chOff x="2855964" y="4149008"/>
            <a:chExt cx="6390071" cy="1015663"/>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575F13A-B967-CE49-CEB9-5AFF4E7EEE3B}"/>
                    </a:ext>
                  </a:extLst>
                </p:cNvPr>
                <p:cNvSpPr txBox="1"/>
                <p:nvPr/>
              </p:nvSpPr>
              <p:spPr>
                <a:xfrm>
                  <a:off x="2855964" y="4149008"/>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b="0" i="1" smtClean="0">
                                <a:solidFill>
                                  <a:schemeClr val="accent2">
                                    <a:lumMod val="75000"/>
                                  </a:schemeClr>
                                </a:solidFill>
                                <a:latin typeface="Cambria Math" panose="02040503050406030204" pitchFamily="18" charset="0"/>
                              </a:rPr>
                            </m:ctrlPr>
                          </m:accPr>
                          <m:e>
                            <m:r>
                              <a:rPr lang="en-GB" sz="6000" b="0" i="1" smtClean="0">
                                <a:solidFill>
                                  <a:schemeClr val="accent2">
                                    <a:lumMod val="75000"/>
                                  </a:schemeClr>
                                </a:solidFill>
                                <a:latin typeface="Cambria Math" panose="02040503050406030204" pitchFamily="18" charset="0"/>
                              </a:rPr>
                              <m:t>𝐶</m:t>
                            </m:r>
                          </m:e>
                        </m:acc>
                      </m:oMath>
                    </m:oMathPara>
                  </a14:m>
                  <a:endParaRPr lang="en-GB" sz="6000" dirty="0">
                    <a:solidFill>
                      <a:schemeClr val="tx1"/>
                    </a:solidFill>
                  </a:endParaRPr>
                </a:p>
              </p:txBody>
            </p:sp>
          </mc:Choice>
          <mc:Fallback xmlns="">
            <p:sp>
              <p:nvSpPr>
                <p:cNvPr id="31" name="TextBox 30">
                  <a:extLst>
                    <a:ext uri="{FF2B5EF4-FFF2-40B4-BE49-F238E27FC236}">
                      <a16:creationId xmlns:a16="http://schemas.microsoft.com/office/drawing/2014/main" id="{3575F13A-B967-CE49-CEB9-5AFF4E7EEE3B}"/>
                    </a:ext>
                  </a:extLst>
                </p:cNvPr>
                <p:cNvSpPr txBox="1">
                  <a:spLocks noRot="1" noChangeAspect="1" noMove="1" noResize="1" noEditPoints="1" noAdjustHandles="1" noChangeArrowheads="1" noChangeShapeType="1" noTextEdit="1"/>
                </p:cNvSpPr>
                <p:nvPr/>
              </p:nvSpPr>
              <p:spPr>
                <a:xfrm>
                  <a:off x="2855964" y="4149008"/>
                  <a:ext cx="1080012" cy="1015663"/>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EBE9DA2-E803-FCED-F81E-2F39B402ED46}"/>
                    </a:ext>
                  </a:extLst>
                </p:cNvPr>
                <p:cNvSpPr txBox="1"/>
                <p:nvPr/>
              </p:nvSpPr>
              <p:spPr>
                <a:xfrm>
                  <a:off x="3575972" y="4149008"/>
                  <a:ext cx="1260014"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oMath>
                    </m:oMathPara>
                  </a14:m>
                  <a:endParaRPr lang="en-GB" sz="6000" dirty="0">
                    <a:solidFill>
                      <a:schemeClr val="tx1"/>
                    </a:solidFill>
                  </a:endParaRPr>
                </a:p>
              </p:txBody>
            </p:sp>
          </mc:Choice>
          <mc:Fallback xmlns="">
            <p:sp>
              <p:nvSpPr>
                <p:cNvPr id="35" name="TextBox 34">
                  <a:extLst>
                    <a:ext uri="{FF2B5EF4-FFF2-40B4-BE49-F238E27FC236}">
                      <a16:creationId xmlns:a16="http://schemas.microsoft.com/office/drawing/2014/main" id="{5EBE9DA2-E803-FCED-F81E-2F39B402ED46}"/>
                    </a:ext>
                  </a:extLst>
                </p:cNvPr>
                <p:cNvSpPr txBox="1">
                  <a:spLocks noRot="1" noChangeAspect="1" noMove="1" noResize="1" noEditPoints="1" noAdjustHandles="1" noChangeArrowheads="1" noChangeShapeType="1" noTextEdit="1"/>
                </p:cNvSpPr>
                <p:nvPr/>
              </p:nvSpPr>
              <p:spPr>
                <a:xfrm>
                  <a:off x="3575972" y="4149008"/>
                  <a:ext cx="1260014" cy="101566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E4E6883-6341-459F-EAE6-88BC4A5EED44}"/>
                    </a:ext>
                  </a:extLst>
                </p:cNvPr>
                <p:cNvSpPr txBox="1"/>
                <p:nvPr/>
              </p:nvSpPr>
              <p:spPr>
                <a:xfrm>
                  <a:off x="7716018" y="4149008"/>
                  <a:ext cx="1530017"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1"/>
                                </a:solidFill>
                                <a:latin typeface="Cambria Math" panose="02040503050406030204" pitchFamily="18" charset="0"/>
                              </a:rPr>
                            </m:ctrlPr>
                          </m:dPr>
                          <m:e>
                            <m:r>
                              <a:rPr lang="en-GB" sz="6000" b="0" i="1" smtClean="0">
                                <a:solidFill>
                                  <a:schemeClr val="accent1"/>
                                </a:solidFill>
                                <a:latin typeface="Cambria Math" panose="02040503050406030204" pitchFamily="18" charset="0"/>
                              </a:rPr>
                              <m:t>𝑉</m:t>
                            </m:r>
                          </m:e>
                        </m:d>
                      </m:oMath>
                    </m:oMathPara>
                  </a14:m>
                  <a:endParaRPr lang="en-GB" sz="6000" dirty="0">
                    <a:solidFill>
                      <a:schemeClr val="tx1"/>
                    </a:solidFill>
                  </a:endParaRPr>
                </a:p>
              </p:txBody>
            </p:sp>
          </mc:Choice>
          <mc:Fallback xmlns="">
            <p:sp>
              <p:nvSpPr>
                <p:cNvPr id="39" name="TextBox 38">
                  <a:extLst>
                    <a:ext uri="{FF2B5EF4-FFF2-40B4-BE49-F238E27FC236}">
                      <a16:creationId xmlns:a16="http://schemas.microsoft.com/office/drawing/2014/main" id="{EE4E6883-6341-459F-EAE6-88BC4A5EED44}"/>
                    </a:ext>
                  </a:extLst>
                </p:cNvPr>
                <p:cNvSpPr txBox="1">
                  <a:spLocks noRot="1" noChangeAspect="1" noMove="1" noResize="1" noEditPoints="1" noAdjustHandles="1" noChangeArrowheads="1" noChangeShapeType="1" noTextEdit="1"/>
                </p:cNvSpPr>
                <p:nvPr/>
              </p:nvSpPr>
              <p:spPr>
                <a:xfrm>
                  <a:off x="7716018" y="4149008"/>
                  <a:ext cx="1530017" cy="1015663"/>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727BD6D-4334-F03F-5DAB-1957F093BC04}"/>
                    </a:ext>
                  </a:extLst>
                </p:cNvPr>
                <p:cNvSpPr txBox="1"/>
                <p:nvPr/>
              </p:nvSpPr>
              <p:spPr>
                <a:xfrm>
                  <a:off x="4655984" y="4149008"/>
                  <a:ext cx="1170013" cy="1015663"/>
                </a:xfrm>
                <a:prstGeom prst="rect">
                  <a:avLst/>
                </a:prstGeom>
                <a:noFill/>
              </p:spPr>
              <p:txBody>
                <a:bodyPr wrap="square">
                  <a:spAutoFit/>
                </a:bodyPr>
                <a:lstStyle/>
                <a:p>
                  <a:pPr algn="ctr"/>
                  <a14:m>
                    <m:oMathPara xmlns:m="http://schemas.openxmlformats.org/officeDocument/2006/math">
                      <m:oMath>
                        <m:r>
                          <a:rPr lang="en-GB" sz="6000" i="1">
                            <a:solidFill>
                              <a:schemeClr val="tx1"/>
                            </a:solidFill>
                            <a:latin typeface="Cambria Math" panose="02040503050406030204" pitchFamily="18" charset="0"/>
                          </a:rPr>
                          <m:t>≤</m:t>
                        </m:r>
                      </m:oMath>
                    </m:oMathPara>
                  </a14:m>
                  <a:endParaRPr lang="en-GB" sz="6000" dirty="0">
                    <a:solidFill>
                      <a:schemeClr val="tx1"/>
                    </a:solidFill>
                  </a:endParaRPr>
                </a:p>
              </p:txBody>
            </p:sp>
          </mc:Choice>
          <mc:Fallback xmlns="">
            <p:sp>
              <p:nvSpPr>
                <p:cNvPr id="42" name="TextBox 41">
                  <a:extLst>
                    <a:ext uri="{FF2B5EF4-FFF2-40B4-BE49-F238E27FC236}">
                      <a16:creationId xmlns:a16="http://schemas.microsoft.com/office/drawing/2014/main" id="{3727BD6D-4334-F03F-5DAB-1957F093BC04}"/>
                    </a:ext>
                  </a:extLst>
                </p:cNvPr>
                <p:cNvSpPr txBox="1">
                  <a:spLocks noRot="1" noChangeAspect="1" noMove="1" noResize="1" noEditPoints="1" noAdjustHandles="1" noChangeArrowheads="1" noChangeShapeType="1" noTextEdit="1"/>
                </p:cNvSpPr>
                <p:nvPr/>
              </p:nvSpPr>
              <p:spPr>
                <a:xfrm>
                  <a:off x="4655984" y="4149008"/>
                  <a:ext cx="1170013" cy="1015663"/>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FD0DA70-4A66-DA07-FE57-2D70EB566FC7}"/>
                    </a:ext>
                  </a:extLst>
                </p:cNvPr>
                <p:cNvSpPr txBox="1"/>
                <p:nvPr/>
              </p:nvSpPr>
              <p:spPr>
                <a:xfrm>
                  <a:off x="5915998" y="4149008"/>
                  <a:ext cx="1890021" cy="1015663"/>
                </a:xfrm>
                <a:prstGeom prst="rect">
                  <a:avLst/>
                </a:prstGeom>
                <a:noFill/>
              </p:spPr>
              <p:txBody>
                <a:bodyPr wrap="square">
                  <a:spAutoFit/>
                </a:bodyPr>
                <a:lstStyle/>
                <a:p>
                  <a:pPr algn="ctr"/>
                  <a14:m>
                    <m:oMathPara xmlns:m="http://schemas.openxmlformats.org/officeDocument/2006/math">
                      <m:oMath>
                        <m:d>
                          <m:dPr>
                            <m:ctrlPr>
                              <a:rPr lang="en-GB" sz="6000" b="0" i="1" smtClean="0">
                                <a:solidFill>
                                  <a:schemeClr val="accent6"/>
                                </a:solidFill>
                                <a:latin typeface="Cambria Math" panose="02040503050406030204" pitchFamily="18" charset="0"/>
                              </a:rPr>
                            </m:ctrlPr>
                          </m:dPr>
                          <m:e>
                            <m:r>
                              <a:rPr lang="en-GB" sz="6000" b="0" i="1" smtClean="0">
                                <a:solidFill>
                                  <a:schemeClr val="accent6"/>
                                </a:solidFill>
                                <a:latin typeface="Cambria Math" panose="02040503050406030204" pitchFamily="18" charset="0"/>
                              </a:rPr>
                              <m:t>𝑈</m:t>
                            </m:r>
                          </m:e>
                        </m:d>
                      </m:oMath>
                    </m:oMathPara>
                  </a14:m>
                  <a:endParaRPr lang="en-GB" sz="6000" dirty="0">
                    <a:solidFill>
                      <a:schemeClr val="tx1"/>
                    </a:solidFill>
                  </a:endParaRPr>
                </a:p>
              </p:txBody>
            </p:sp>
          </mc:Choice>
          <mc:Fallback xmlns="">
            <p:sp>
              <p:nvSpPr>
                <p:cNvPr id="44" name="TextBox 43">
                  <a:extLst>
                    <a:ext uri="{FF2B5EF4-FFF2-40B4-BE49-F238E27FC236}">
                      <a16:creationId xmlns:a16="http://schemas.microsoft.com/office/drawing/2014/main" id="{BFD0DA70-4A66-DA07-FE57-2D70EB566FC7}"/>
                    </a:ext>
                  </a:extLst>
                </p:cNvPr>
                <p:cNvSpPr txBox="1">
                  <a:spLocks noRot="1" noChangeAspect="1" noMove="1" noResize="1" noEditPoints="1" noAdjustHandles="1" noChangeArrowheads="1" noChangeShapeType="1" noTextEdit="1"/>
                </p:cNvSpPr>
                <p:nvPr/>
              </p:nvSpPr>
              <p:spPr>
                <a:xfrm>
                  <a:off x="5915998" y="4149008"/>
                  <a:ext cx="1890021" cy="1015663"/>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D035846-1E13-754F-B87C-D0407CF3A110}"/>
                    </a:ext>
                  </a:extLst>
                </p:cNvPr>
                <p:cNvSpPr txBox="1"/>
                <p:nvPr/>
              </p:nvSpPr>
              <p:spPr>
                <a:xfrm>
                  <a:off x="5465993" y="4149008"/>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oMath>
                    </m:oMathPara>
                  </a14:m>
                  <a:endParaRPr lang="en-GB" sz="6000" dirty="0">
                    <a:solidFill>
                      <a:schemeClr val="tx1"/>
                    </a:solidFill>
                  </a:endParaRPr>
                </a:p>
              </p:txBody>
            </p:sp>
          </mc:Choice>
          <mc:Fallback xmlns="">
            <p:sp>
              <p:nvSpPr>
                <p:cNvPr id="46" name="TextBox 45">
                  <a:extLst>
                    <a:ext uri="{FF2B5EF4-FFF2-40B4-BE49-F238E27FC236}">
                      <a16:creationId xmlns:a16="http://schemas.microsoft.com/office/drawing/2014/main" id="{4D035846-1E13-754F-B87C-D0407CF3A110}"/>
                    </a:ext>
                  </a:extLst>
                </p:cNvPr>
                <p:cNvSpPr txBox="1">
                  <a:spLocks noRot="1" noChangeAspect="1" noMove="1" noResize="1" noEditPoints="1" noAdjustHandles="1" noChangeArrowheads="1" noChangeShapeType="1" noTextEdit="1"/>
                </p:cNvSpPr>
                <p:nvPr/>
              </p:nvSpPr>
              <p:spPr>
                <a:xfrm>
                  <a:off x="5465993" y="4149008"/>
                  <a:ext cx="1080012" cy="1015663"/>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6DF77D0-8700-6886-922E-3F9C9C6A68C3}"/>
                    </a:ext>
                  </a:extLst>
                </p:cNvPr>
                <p:cNvSpPr txBox="1"/>
                <p:nvPr/>
              </p:nvSpPr>
              <p:spPr>
                <a:xfrm>
                  <a:off x="7176012" y="4149008"/>
                  <a:ext cx="1080012" cy="1015663"/>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oMath>
                    </m:oMathPara>
                  </a14:m>
                  <a:endParaRPr lang="en-GB" sz="6000" dirty="0">
                    <a:solidFill>
                      <a:schemeClr val="tx1"/>
                    </a:solidFill>
                  </a:endParaRPr>
                </a:p>
              </p:txBody>
            </p:sp>
          </mc:Choice>
          <mc:Fallback xmlns="">
            <p:sp>
              <p:nvSpPr>
                <p:cNvPr id="48" name="TextBox 47">
                  <a:extLst>
                    <a:ext uri="{FF2B5EF4-FFF2-40B4-BE49-F238E27FC236}">
                      <a16:creationId xmlns:a16="http://schemas.microsoft.com/office/drawing/2014/main" id="{E6DF77D0-8700-6886-922E-3F9C9C6A68C3}"/>
                    </a:ext>
                  </a:extLst>
                </p:cNvPr>
                <p:cNvSpPr txBox="1">
                  <a:spLocks noRot="1" noChangeAspect="1" noMove="1" noResize="1" noEditPoints="1" noAdjustHandles="1" noChangeArrowheads="1" noChangeShapeType="1" noTextEdit="1"/>
                </p:cNvSpPr>
                <p:nvPr/>
              </p:nvSpPr>
              <p:spPr>
                <a:xfrm>
                  <a:off x="7176012" y="4149008"/>
                  <a:ext cx="1080012" cy="1015663"/>
                </a:xfrm>
                <a:prstGeom prst="rect">
                  <a:avLst/>
                </a:prstGeom>
                <a:blipFill>
                  <a:blip r:embed="rId24"/>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9811063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ADAF-02F6-EF3F-3F53-CE4E4DD35D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D7413E-68A0-7EF8-7264-606926D919EE}"/>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Strassen’s Theorem</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9B496B-DB4B-9F19-952F-FD6728324B65}"/>
                  </a:ext>
                </a:extLst>
              </p:cNvPr>
              <p:cNvSpPr txBox="1"/>
              <p:nvPr/>
            </p:nvSpPr>
            <p:spPr>
              <a:xfrm>
                <a:off x="2991000" y="2722381"/>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5" name="TextBox 4">
                <a:extLst>
                  <a:ext uri="{FF2B5EF4-FFF2-40B4-BE49-F238E27FC236}">
                    <a16:creationId xmlns:a16="http://schemas.microsoft.com/office/drawing/2014/main" id="{DF9B496B-DB4B-9F19-952F-FD6728324B65}"/>
                  </a:ext>
                </a:extLst>
              </p:cNvPr>
              <p:cNvSpPr txBox="1">
                <a:spLocks noRot="1" noChangeAspect="1" noMove="1" noResize="1" noEditPoints="1" noAdjustHandles="1" noChangeArrowheads="1" noChangeShapeType="1" noTextEdit="1"/>
              </p:cNvSpPr>
              <p:nvPr/>
            </p:nvSpPr>
            <p:spPr>
              <a:xfrm>
                <a:off x="2991000" y="2722381"/>
                <a:ext cx="3375000" cy="1050288"/>
              </a:xfrm>
              <a:prstGeom prst="rect">
                <a:avLst/>
              </a:prstGeom>
              <a:blipFill>
                <a:blip r:embed="rId2"/>
                <a:stretch>
                  <a:fillRect/>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9E187A8A-70E9-055C-6578-661039478CAA}"/>
              </a:ext>
            </a:extLst>
          </p:cNvPr>
          <p:cNvCxnSpPr>
            <a:cxnSpLocks/>
          </p:cNvCxnSpPr>
          <p:nvPr/>
        </p:nvCxnSpPr>
        <p:spPr>
          <a:xfrm flipV="1">
            <a:off x="4431000" y="3772669"/>
            <a:ext cx="0" cy="495000"/>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7485FF-306E-8E4B-9FF3-6529EEBD2FC1}"/>
                  </a:ext>
                </a:extLst>
              </p:cNvPr>
              <p:cNvSpPr txBox="1"/>
              <p:nvPr/>
            </p:nvSpPr>
            <p:spPr>
              <a:xfrm>
                <a:off x="2766000" y="4222669"/>
                <a:ext cx="3690041" cy="646331"/>
              </a:xfrm>
              <a:prstGeom prst="rect">
                <a:avLst/>
              </a:prstGeom>
              <a:noFill/>
            </p:spPr>
            <p:txBody>
              <a:bodyPr wrap="square">
                <a:spAutoFit/>
              </a:bodyPr>
              <a:lstStyle/>
              <a:p>
                <a:pPr algn="ctr"/>
                <a14:m>
                  <m:oMath xmlns:m="http://schemas.openxmlformats.org/officeDocument/2006/math">
                    <m:r>
                      <a:rPr lang="en-GB" sz="3600" b="0" i="1" smtClean="0">
                        <a:solidFill>
                          <a:schemeClr val="tx1"/>
                        </a:solidFill>
                        <a:latin typeface="Cambria Math" panose="02040503050406030204" pitchFamily="18" charset="0"/>
                      </a:rPr>
                      <m:t>𝑛</m:t>
                    </m:r>
                    <m:r>
                      <a:rPr lang="en-GB" sz="3600" b="0" i="1" smtClean="0">
                        <a:solidFill>
                          <a:schemeClr val="tx1"/>
                        </a:solidFill>
                        <a:latin typeface="Cambria Math" panose="02040503050406030204" pitchFamily="18" charset="0"/>
                      </a:rPr>
                      <m:t>×</m:t>
                    </m:r>
                    <m:r>
                      <a:rPr lang="en-GB" sz="3600" b="0" i="1" smtClean="0">
                        <a:solidFill>
                          <a:schemeClr val="tx1"/>
                        </a:solidFill>
                        <a:latin typeface="Cambria Math" panose="02040503050406030204" pitchFamily="18" charset="0"/>
                      </a:rPr>
                      <m:t>𝑛</m:t>
                    </m:r>
                    <m:r>
                      <a:rPr lang="en-GB" sz="3600" b="0" i="1" smtClean="0">
                        <a:solidFill>
                          <a:schemeClr val="tx1"/>
                        </a:solidFill>
                        <a:latin typeface="Cambria Math" panose="02040503050406030204" pitchFamily="18" charset="0"/>
                      </a:rPr>
                      <m:t>×</m:t>
                    </m:r>
                    <m:r>
                      <a:rPr lang="en-GB" sz="3600" b="0" i="1" smtClean="0">
                        <a:solidFill>
                          <a:schemeClr val="tx1"/>
                        </a:solidFill>
                        <a:latin typeface="Cambria Math" panose="02040503050406030204" pitchFamily="18" charset="0"/>
                      </a:rPr>
                      <m:t>𝑛</m:t>
                    </m:r>
                  </m:oMath>
                </a14:m>
                <a:r>
                  <a:rPr lang="en-GB" sz="3600" dirty="0">
                    <a:solidFill>
                      <a:schemeClr val="tx1"/>
                    </a:solidFill>
                  </a:rPr>
                  <a:t> tensor</a:t>
                </a:r>
              </a:p>
            </p:txBody>
          </p:sp>
        </mc:Choice>
        <mc:Fallback xmlns="">
          <p:sp>
            <p:nvSpPr>
              <p:cNvPr id="8" name="TextBox 7">
                <a:extLst>
                  <a:ext uri="{FF2B5EF4-FFF2-40B4-BE49-F238E27FC236}">
                    <a16:creationId xmlns:a16="http://schemas.microsoft.com/office/drawing/2014/main" id="{EE7485FF-306E-8E4B-9FF3-6529EEBD2FC1}"/>
                  </a:ext>
                </a:extLst>
              </p:cNvPr>
              <p:cNvSpPr txBox="1">
                <a:spLocks noRot="1" noChangeAspect="1" noMove="1" noResize="1" noEditPoints="1" noAdjustHandles="1" noChangeArrowheads="1" noChangeShapeType="1" noTextEdit="1"/>
              </p:cNvSpPr>
              <p:nvPr/>
            </p:nvSpPr>
            <p:spPr>
              <a:xfrm>
                <a:off x="2766000" y="4222669"/>
                <a:ext cx="3690041" cy="646331"/>
              </a:xfrm>
              <a:prstGeom prst="rect">
                <a:avLst/>
              </a:prstGeom>
              <a:blipFill>
                <a:blip r:embed="rId3"/>
                <a:stretch>
                  <a:fillRect t="-15094" r="-1157"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7351C-D13C-4790-8B31-4B1AE88E9E79}"/>
                  </a:ext>
                </a:extLst>
              </p:cNvPr>
              <p:cNvSpPr txBox="1"/>
              <p:nvPr/>
            </p:nvSpPr>
            <p:spPr>
              <a:xfrm>
                <a:off x="5241000" y="2722381"/>
                <a:ext cx="3690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b="0" i="1" smtClean="0">
                              <a:solidFill>
                                <a:schemeClr val="tx1"/>
                              </a:solidFill>
                              <a:latin typeface="Cambria Math" panose="02040503050406030204" pitchFamily="18" charset="0"/>
                            </a:rPr>
                            <m:t>2</m:t>
                          </m:r>
                          <m:r>
                            <a:rPr lang="en-GB" sz="6000" b="0" i="1" smtClean="0">
                              <a:solidFill>
                                <a:schemeClr val="tx1"/>
                              </a:solidFill>
                              <a:latin typeface="Cambria Math" panose="02040503050406030204" pitchFamily="18" charset="0"/>
                            </a:rPr>
                            <m:t>𝜔</m:t>
                          </m:r>
                          <m:r>
                            <a:rPr lang="en-GB" sz="6000" b="0" i="1" smtClean="0">
                              <a:solidFill>
                                <a:schemeClr val="tx1"/>
                              </a:solidFill>
                              <a:latin typeface="Cambria Math" panose="02040503050406030204" pitchFamily="18" charset="0"/>
                            </a:rPr>
                            <m:t>/3</m:t>
                          </m:r>
                        </m:sup>
                      </m:sSup>
                    </m:oMath>
                  </m:oMathPara>
                </a14:m>
                <a:endParaRPr lang="en-GB" sz="6000" dirty="0"/>
              </a:p>
            </p:txBody>
          </p:sp>
        </mc:Choice>
        <mc:Fallback xmlns="">
          <p:sp>
            <p:nvSpPr>
              <p:cNvPr id="12" name="TextBox 11">
                <a:extLst>
                  <a:ext uri="{FF2B5EF4-FFF2-40B4-BE49-F238E27FC236}">
                    <a16:creationId xmlns:a16="http://schemas.microsoft.com/office/drawing/2014/main" id="{7597351C-D13C-4790-8B31-4B1AE88E9E79}"/>
                  </a:ext>
                </a:extLst>
              </p:cNvPr>
              <p:cNvSpPr txBox="1">
                <a:spLocks noRot="1" noChangeAspect="1" noMove="1" noResize="1" noEditPoints="1" noAdjustHandles="1" noChangeArrowheads="1" noChangeShapeType="1" noTextEdit="1"/>
              </p:cNvSpPr>
              <p:nvPr/>
            </p:nvSpPr>
            <p:spPr>
              <a:xfrm>
                <a:off x="5241000" y="2722381"/>
                <a:ext cx="3690000" cy="105028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4A95F2-53FA-BC2E-1318-72250E55C2A3}"/>
                  </a:ext>
                </a:extLst>
              </p:cNvPr>
              <p:cNvSpPr txBox="1"/>
              <p:nvPr/>
            </p:nvSpPr>
            <p:spPr>
              <a:xfrm>
                <a:off x="14604157" y="8683288"/>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13" name="TextBox 12">
                <a:extLst>
                  <a:ext uri="{FF2B5EF4-FFF2-40B4-BE49-F238E27FC236}">
                    <a16:creationId xmlns:a16="http://schemas.microsoft.com/office/drawing/2014/main" id="{284A95F2-53FA-BC2E-1318-72250E55C2A3}"/>
                  </a:ext>
                </a:extLst>
              </p:cNvPr>
              <p:cNvSpPr txBox="1">
                <a:spLocks noRot="1" noChangeAspect="1" noMove="1" noResize="1" noEditPoints="1" noAdjustHandles="1" noChangeArrowheads="1" noChangeShapeType="1" noTextEdit="1"/>
              </p:cNvSpPr>
              <p:nvPr/>
            </p:nvSpPr>
            <p:spPr>
              <a:xfrm>
                <a:off x="14604157" y="8683288"/>
                <a:ext cx="2507994" cy="646331"/>
              </a:xfrm>
              <a:prstGeom prst="rect">
                <a:avLst/>
              </a:prstGeom>
              <a:blipFill>
                <a:blip r:embed="rId5"/>
                <a:stretch>
                  <a:fillRect/>
                </a:stretch>
              </a:blipFill>
            </p:spPr>
            <p:txBody>
              <a:bodyPr/>
              <a:lstStyle/>
              <a:p>
                <a:r>
                  <a:rPr lang="en-GB">
                    <a:noFill/>
                  </a:rPr>
                  <a:t> </a:t>
                </a:r>
              </a:p>
            </p:txBody>
          </p:sp>
        </mc:Fallback>
      </mc:AlternateContent>
      <p:grpSp>
        <p:nvGrpSpPr>
          <p:cNvPr id="14" name="Group 13">
            <a:extLst>
              <a:ext uri="{FF2B5EF4-FFF2-40B4-BE49-F238E27FC236}">
                <a16:creationId xmlns:a16="http://schemas.microsoft.com/office/drawing/2014/main" id="{C550F68C-EBFE-943D-1772-7F7FC044313E}"/>
              </a:ext>
            </a:extLst>
          </p:cNvPr>
          <p:cNvGrpSpPr/>
          <p:nvPr/>
        </p:nvGrpSpPr>
        <p:grpSpPr>
          <a:xfrm>
            <a:off x="12174082" y="7013585"/>
            <a:ext cx="5040036" cy="830997"/>
            <a:chOff x="2855964" y="2295836"/>
            <a:chExt cx="6390071" cy="83099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973318-93A7-0F30-7C88-3AF0EED67BC0}"/>
                    </a:ext>
                  </a:extLst>
                </p:cNvPr>
                <p:cNvSpPr txBox="1"/>
                <p:nvPr/>
              </p:nvSpPr>
              <p:spPr>
                <a:xfrm>
                  <a:off x="2855964" y="2295836"/>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2">
                                    <a:lumMod val="75000"/>
                                  </a:schemeClr>
                                </a:solidFill>
                                <a:latin typeface="Cambria Math" panose="02040503050406030204" pitchFamily="18" charset="0"/>
                              </a:rPr>
                            </m:ctrlPr>
                          </m:accPr>
                          <m:e>
                            <m:r>
                              <a:rPr lang="en-GB" sz="4800" i="1">
                                <a:solidFill>
                                  <a:schemeClr val="accent2">
                                    <a:lumMod val="75000"/>
                                  </a:schemeClr>
                                </a:solidFill>
                                <a:latin typeface="Cambria Math" panose="02040503050406030204" pitchFamily="18" charset="0"/>
                              </a:rPr>
                              <m:t>𝐶</m:t>
                            </m:r>
                          </m:e>
                        </m:acc>
                      </m:oMath>
                    </m:oMathPara>
                  </a14:m>
                  <a:endParaRPr lang="en-GB" sz="4800" dirty="0">
                    <a:solidFill>
                      <a:schemeClr val="tx1"/>
                    </a:solidFill>
                  </a:endParaRPr>
                </a:p>
              </p:txBody>
            </p:sp>
          </mc:Choice>
          <mc:Fallback xmlns="">
            <p:sp>
              <p:nvSpPr>
                <p:cNvPr id="15" name="TextBox 14">
                  <a:extLst>
                    <a:ext uri="{FF2B5EF4-FFF2-40B4-BE49-F238E27FC236}">
                      <a16:creationId xmlns:a16="http://schemas.microsoft.com/office/drawing/2014/main" id="{D9973318-93A7-0F30-7C88-3AF0EED67BC0}"/>
                    </a:ext>
                  </a:extLst>
                </p:cNvPr>
                <p:cNvSpPr txBox="1">
                  <a:spLocks noRot="1" noChangeAspect="1" noMove="1" noResize="1" noEditPoints="1" noAdjustHandles="1" noChangeArrowheads="1" noChangeShapeType="1" noTextEdit="1"/>
                </p:cNvSpPr>
                <p:nvPr/>
              </p:nvSpPr>
              <p:spPr>
                <a:xfrm>
                  <a:off x="2855964" y="2295836"/>
                  <a:ext cx="1080012" cy="83099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90140-32E2-17CC-FBC7-4AC6F0B1CE79}"/>
                    </a:ext>
                  </a:extLst>
                </p:cNvPr>
                <p:cNvSpPr txBox="1"/>
                <p:nvPr/>
              </p:nvSpPr>
              <p:spPr>
                <a:xfrm>
                  <a:off x="3575972" y="2295836"/>
                  <a:ext cx="1260014"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𝑇</m:t>
                            </m:r>
                          </m:e>
                        </m:d>
                      </m:oMath>
                    </m:oMathPara>
                  </a14:m>
                  <a:endParaRPr lang="en-GB" sz="4800" dirty="0">
                    <a:solidFill>
                      <a:schemeClr val="tx1"/>
                    </a:solidFill>
                  </a:endParaRPr>
                </a:p>
              </p:txBody>
            </p:sp>
          </mc:Choice>
          <mc:Fallback xmlns="">
            <p:sp>
              <p:nvSpPr>
                <p:cNvPr id="16" name="TextBox 15">
                  <a:extLst>
                    <a:ext uri="{FF2B5EF4-FFF2-40B4-BE49-F238E27FC236}">
                      <a16:creationId xmlns:a16="http://schemas.microsoft.com/office/drawing/2014/main" id="{AE190140-32E2-17CC-FBC7-4AC6F0B1CE79}"/>
                    </a:ext>
                  </a:extLst>
                </p:cNvPr>
                <p:cNvSpPr txBox="1">
                  <a:spLocks noRot="1" noChangeAspect="1" noMove="1" noResize="1" noEditPoints="1" noAdjustHandles="1" noChangeArrowheads="1" noChangeShapeType="1" noTextEdit="1"/>
                </p:cNvSpPr>
                <p:nvPr/>
              </p:nvSpPr>
              <p:spPr>
                <a:xfrm>
                  <a:off x="3575972" y="2295836"/>
                  <a:ext cx="1260014" cy="83099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7575B7D-95AD-EFCC-750D-D031A6C484BE}"/>
                    </a:ext>
                  </a:extLst>
                </p:cNvPr>
                <p:cNvSpPr txBox="1"/>
                <p:nvPr/>
              </p:nvSpPr>
              <p:spPr>
                <a:xfrm>
                  <a:off x="7716018" y="2295836"/>
                  <a:ext cx="1530017"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accent1"/>
                                </a:solidFill>
                                <a:latin typeface="Cambria Math" panose="02040503050406030204" pitchFamily="18" charset="0"/>
                              </a:rPr>
                            </m:ctrlPr>
                          </m:dPr>
                          <m:e>
                            <m:r>
                              <a:rPr lang="en-GB" sz="4800" b="0" i="1" smtClean="0">
                                <a:solidFill>
                                  <a:schemeClr val="accent1"/>
                                </a:solidFill>
                                <a:latin typeface="Cambria Math" panose="02040503050406030204" pitchFamily="18" charset="0"/>
                              </a:rPr>
                              <m:t>𝑉</m:t>
                            </m:r>
                          </m:e>
                        </m:d>
                      </m:oMath>
                    </m:oMathPara>
                  </a14:m>
                  <a:endParaRPr lang="en-GB" sz="4800" dirty="0">
                    <a:solidFill>
                      <a:schemeClr val="tx1"/>
                    </a:solidFill>
                  </a:endParaRPr>
                </a:p>
              </p:txBody>
            </p:sp>
          </mc:Choice>
          <mc:Fallback xmlns="">
            <p:sp>
              <p:nvSpPr>
                <p:cNvPr id="19" name="TextBox 18">
                  <a:extLst>
                    <a:ext uri="{FF2B5EF4-FFF2-40B4-BE49-F238E27FC236}">
                      <a16:creationId xmlns:a16="http://schemas.microsoft.com/office/drawing/2014/main" id="{97575B7D-95AD-EFCC-750D-D031A6C484BE}"/>
                    </a:ext>
                  </a:extLst>
                </p:cNvPr>
                <p:cNvSpPr txBox="1">
                  <a:spLocks noRot="1" noChangeAspect="1" noMove="1" noResize="1" noEditPoints="1" noAdjustHandles="1" noChangeArrowheads="1" noChangeShapeType="1" noTextEdit="1"/>
                </p:cNvSpPr>
                <p:nvPr/>
              </p:nvSpPr>
              <p:spPr>
                <a:xfrm>
                  <a:off x="7716018" y="2295836"/>
                  <a:ext cx="1530017" cy="83099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746639D-DEB4-A004-1D70-B3170A7C09C3}"/>
                    </a:ext>
                  </a:extLst>
                </p:cNvPr>
                <p:cNvSpPr txBox="1"/>
                <p:nvPr/>
              </p:nvSpPr>
              <p:spPr>
                <a:xfrm>
                  <a:off x="4655984" y="2295836"/>
                  <a:ext cx="1170013" cy="830997"/>
                </a:xfrm>
                <a:prstGeom prst="rect">
                  <a:avLst/>
                </a:prstGeom>
                <a:noFill/>
              </p:spPr>
              <p:txBody>
                <a:bodyPr wrap="square">
                  <a:spAutoFit/>
                </a:bodyPr>
                <a:lstStyle/>
                <a:p>
                  <a:pPr algn="ctr"/>
                  <a14:m>
                    <m:oMathPara xmlns:m="http://schemas.openxmlformats.org/officeDocument/2006/math">
                      <m:oMath>
                        <m:r>
                          <a:rPr lang="en-GB" sz="4800" i="1" smtClean="0">
                            <a:solidFill>
                              <a:schemeClr val="accent4"/>
                            </a:solidFill>
                            <a:latin typeface="Cambria Math" panose="02040503050406030204" pitchFamily="18" charset="0"/>
                            <a:ea typeface="Cambria Math" panose="02040503050406030204" pitchFamily="18" charset="0"/>
                          </a:rPr>
                          <m:t>≲</m:t>
                        </m:r>
                      </m:oMath>
                    </m:oMathPara>
                  </a14:m>
                  <a:endParaRPr lang="en-GB" sz="4800" dirty="0">
                    <a:solidFill>
                      <a:schemeClr val="accent4"/>
                    </a:solidFill>
                  </a:endParaRPr>
                </a:p>
              </p:txBody>
            </p:sp>
          </mc:Choice>
          <mc:Fallback xmlns="">
            <p:sp>
              <p:nvSpPr>
                <p:cNvPr id="24" name="TextBox 23">
                  <a:extLst>
                    <a:ext uri="{FF2B5EF4-FFF2-40B4-BE49-F238E27FC236}">
                      <a16:creationId xmlns:a16="http://schemas.microsoft.com/office/drawing/2014/main" id="{E746639D-DEB4-A004-1D70-B3170A7C09C3}"/>
                    </a:ext>
                  </a:extLst>
                </p:cNvPr>
                <p:cNvSpPr txBox="1">
                  <a:spLocks noRot="1" noChangeAspect="1" noMove="1" noResize="1" noEditPoints="1" noAdjustHandles="1" noChangeArrowheads="1" noChangeShapeType="1" noTextEdit="1"/>
                </p:cNvSpPr>
                <p:nvPr/>
              </p:nvSpPr>
              <p:spPr>
                <a:xfrm>
                  <a:off x="4655984" y="2295836"/>
                  <a:ext cx="1170013" cy="83099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1D71A32-8670-0A98-0239-639E76E5B74A}"/>
                    </a:ext>
                  </a:extLst>
                </p:cNvPr>
                <p:cNvSpPr txBox="1"/>
                <p:nvPr/>
              </p:nvSpPr>
              <p:spPr>
                <a:xfrm>
                  <a:off x="5915998" y="2295836"/>
                  <a:ext cx="1890021"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𝑈</m:t>
                            </m:r>
                          </m:e>
                        </m:d>
                      </m:oMath>
                    </m:oMathPara>
                  </a14:m>
                  <a:endParaRPr lang="en-GB" sz="4800" dirty="0">
                    <a:solidFill>
                      <a:schemeClr val="tx1"/>
                    </a:solidFill>
                  </a:endParaRPr>
                </a:p>
              </p:txBody>
            </p:sp>
          </mc:Choice>
          <mc:Fallback xmlns="">
            <p:sp>
              <p:nvSpPr>
                <p:cNvPr id="26" name="TextBox 25">
                  <a:extLst>
                    <a:ext uri="{FF2B5EF4-FFF2-40B4-BE49-F238E27FC236}">
                      <a16:creationId xmlns:a16="http://schemas.microsoft.com/office/drawing/2014/main" id="{61D71A32-8670-0A98-0239-639E76E5B74A}"/>
                    </a:ext>
                  </a:extLst>
                </p:cNvPr>
                <p:cNvSpPr txBox="1">
                  <a:spLocks noRot="1" noChangeAspect="1" noMove="1" noResize="1" noEditPoints="1" noAdjustHandles="1" noChangeArrowheads="1" noChangeShapeType="1" noTextEdit="1"/>
                </p:cNvSpPr>
                <p:nvPr/>
              </p:nvSpPr>
              <p:spPr>
                <a:xfrm>
                  <a:off x="5915998" y="2295836"/>
                  <a:ext cx="1890021"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D86F130-B626-CEE4-D18C-B80055A8FCB0}"/>
                    </a:ext>
                  </a:extLst>
                </p:cNvPr>
                <p:cNvSpPr txBox="1"/>
                <p:nvPr/>
              </p:nvSpPr>
              <p:spPr>
                <a:xfrm>
                  <a:off x="5465993" y="2295836"/>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2">
                                    <a:lumMod val="75000"/>
                                  </a:schemeClr>
                                </a:solidFill>
                                <a:latin typeface="Cambria Math" panose="02040503050406030204" pitchFamily="18" charset="0"/>
                              </a:rPr>
                            </m:ctrlPr>
                          </m:accPr>
                          <m:e>
                            <m:r>
                              <a:rPr lang="en-GB" sz="4800" i="1">
                                <a:solidFill>
                                  <a:schemeClr val="accent2">
                                    <a:lumMod val="75000"/>
                                  </a:schemeClr>
                                </a:solidFill>
                                <a:latin typeface="Cambria Math" panose="02040503050406030204" pitchFamily="18" charset="0"/>
                              </a:rPr>
                              <m:t>𝐶</m:t>
                            </m:r>
                          </m:e>
                        </m:acc>
                      </m:oMath>
                    </m:oMathPara>
                  </a14:m>
                  <a:endParaRPr lang="en-GB" sz="4800" dirty="0">
                    <a:solidFill>
                      <a:schemeClr val="tx1"/>
                    </a:solidFill>
                  </a:endParaRPr>
                </a:p>
              </p:txBody>
            </p:sp>
          </mc:Choice>
          <mc:Fallback xmlns="">
            <p:sp>
              <p:nvSpPr>
                <p:cNvPr id="27" name="TextBox 26">
                  <a:extLst>
                    <a:ext uri="{FF2B5EF4-FFF2-40B4-BE49-F238E27FC236}">
                      <a16:creationId xmlns:a16="http://schemas.microsoft.com/office/drawing/2014/main" id="{ED86F130-B626-CEE4-D18C-B80055A8FCB0}"/>
                    </a:ext>
                  </a:extLst>
                </p:cNvPr>
                <p:cNvSpPr txBox="1">
                  <a:spLocks noRot="1" noChangeAspect="1" noMove="1" noResize="1" noEditPoints="1" noAdjustHandles="1" noChangeArrowheads="1" noChangeShapeType="1" noTextEdit="1"/>
                </p:cNvSpPr>
                <p:nvPr/>
              </p:nvSpPr>
              <p:spPr>
                <a:xfrm>
                  <a:off x="5465993" y="2295836"/>
                  <a:ext cx="108001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C5AD9A3-AC6C-198B-F4D0-38E767DF0215}"/>
                    </a:ext>
                  </a:extLst>
                </p:cNvPr>
                <p:cNvSpPr txBox="1"/>
                <p:nvPr/>
              </p:nvSpPr>
              <p:spPr>
                <a:xfrm>
                  <a:off x="7176012" y="2295836"/>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2">
                                    <a:lumMod val="75000"/>
                                  </a:schemeClr>
                                </a:solidFill>
                                <a:latin typeface="Cambria Math" panose="02040503050406030204" pitchFamily="18" charset="0"/>
                              </a:rPr>
                            </m:ctrlPr>
                          </m:accPr>
                          <m:e>
                            <m:r>
                              <a:rPr lang="en-GB" sz="4800" i="1">
                                <a:solidFill>
                                  <a:schemeClr val="accent2">
                                    <a:lumMod val="75000"/>
                                  </a:schemeClr>
                                </a:solidFill>
                                <a:latin typeface="Cambria Math" panose="02040503050406030204" pitchFamily="18" charset="0"/>
                              </a:rPr>
                              <m:t>𝐶</m:t>
                            </m:r>
                          </m:e>
                        </m:acc>
                      </m:oMath>
                    </m:oMathPara>
                  </a14:m>
                  <a:endParaRPr lang="en-GB" sz="4800" dirty="0">
                    <a:solidFill>
                      <a:schemeClr val="tx1"/>
                    </a:solidFill>
                  </a:endParaRPr>
                </a:p>
              </p:txBody>
            </p:sp>
          </mc:Choice>
          <mc:Fallback xmlns="">
            <p:sp>
              <p:nvSpPr>
                <p:cNvPr id="28" name="TextBox 27">
                  <a:extLst>
                    <a:ext uri="{FF2B5EF4-FFF2-40B4-BE49-F238E27FC236}">
                      <a16:creationId xmlns:a16="http://schemas.microsoft.com/office/drawing/2014/main" id="{2C5AD9A3-AC6C-198B-F4D0-38E767DF0215}"/>
                    </a:ext>
                  </a:extLst>
                </p:cNvPr>
                <p:cNvSpPr txBox="1">
                  <a:spLocks noRot="1" noChangeAspect="1" noMove="1" noResize="1" noEditPoints="1" noAdjustHandles="1" noChangeArrowheads="1" noChangeShapeType="1" noTextEdit="1"/>
                </p:cNvSpPr>
                <p:nvPr/>
              </p:nvSpPr>
              <p:spPr>
                <a:xfrm>
                  <a:off x="7176012" y="2295836"/>
                  <a:ext cx="1080012" cy="830997"/>
                </a:xfrm>
                <a:prstGeom prst="rect">
                  <a:avLst/>
                </a:prstGeom>
                <a:blipFill>
                  <a:blip r:embed="rId12"/>
                  <a:stretch>
                    <a:fillRect/>
                  </a:stretch>
                </a:blipFill>
              </p:spPr>
              <p:txBody>
                <a:bodyPr/>
                <a:lstStyle/>
                <a:p>
                  <a:r>
                    <a:rPr lang="en-GB">
                      <a:noFill/>
                    </a:rPr>
                    <a:t> </a:t>
                  </a:r>
                </a:p>
              </p:txBody>
            </p:sp>
          </mc:Fallback>
        </mc:AlternateContent>
      </p:grpSp>
      <p:grpSp>
        <p:nvGrpSpPr>
          <p:cNvPr id="30" name="Group 29">
            <a:extLst>
              <a:ext uri="{FF2B5EF4-FFF2-40B4-BE49-F238E27FC236}">
                <a16:creationId xmlns:a16="http://schemas.microsoft.com/office/drawing/2014/main" id="{60BB1F42-F863-D9B8-CEDD-9EF98E5F7CC6}"/>
              </a:ext>
            </a:extLst>
          </p:cNvPr>
          <p:cNvGrpSpPr/>
          <p:nvPr/>
        </p:nvGrpSpPr>
        <p:grpSpPr>
          <a:xfrm>
            <a:off x="12174046" y="7868585"/>
            <a:ext cx="5040036" cy="830997"/>
            <a:chOff x="2855964" y="4149008"/>
            <a:chExt cx="6390071" cy="830997"/>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ECD00EC-1F91-6628-9131-96A001FD4DC7}"/>
                    </a:ext>
                  </a:extLst>
                </p:cNvPr>
                <p:cNvSpPr txBox="1"/>
                <p:nvPr/>
              </p:nvSpPr>
              <p:spPr>
                <a:xfrm>
                  <a:off x="2855964" y="4149008"/>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oMath>
                    </m:oMathPara>
                  </a14:m>
                  <a:endParaRPr lang="en-GB" sz="4800" dirty="0">
                    <a:solidFill>
                      <a:schemeClr val="tx1"/>
                    </a:solidFill>
                  </a:endParaRPr>
                </a:p>
              </p:txBody>
            </p:sp>
          </mc:Choice>
          <mc:Fallback xmlns="">
            <p:sp>
              <p:nvSpPr>
                <p:cNvPr id="31" name="TextBox 30">
                  <a:extLst>
                    <a:ext uri="{FF2B5EF4-FFF2-40B4-BE49-F238E27FC236}">
                      <a16:creationId xmlns:a16="http://schemas.microsoft.com/office/drawing/2014/main" id="{5ECD00EC-1F91-6628-9131-96A001FD4DC7}"/>
                    </a:ext>
                  </a:extLst>
                </p:cNvPr>
                <p:cNvSpPr txBox="1">
                  <a:spLocks noRot="1" noChangeAspect="1" noMove="1" noResize="1" noEditPoints="1" noAdjustHandles="1" noChangeArrowheads="1" noChangeShapeType="1" noTextEdit="1"/>
                </p:cNvSpPr>
                <p:nvPr/>
              </p:nvSpPr>
              <p:spPr>
                <a:xfrm>
                  <a:off x="2855964" y="4149008"/>
                  <a:ext cx="1080012"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5A13CE6-FAD0-8FAC-E64F-9BB44F7B2C27}"/>
                    </a:ext>
                  </a:extLst>
                </p:cNvPr>
                <p:cNvSpPr txBox="1"/>
                <p:nvPr/>
              </p:nvSpPr>
              <p:spPr>
                <a:xfrm>
                  <a:off x="3575972" y="4149008"/>
                  <a:ext cx="1260014"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𝑇</m:t>
                            </m:r>
                          </m:e>
                        </m:d>
                      </m:oMath>
                    </m:oMathPara>
                  </a14:m>
                  <a:endParaRPr lang="en-GB" sz="4800" dirty="0">
                    <a:solidFill>
                      <a:schemeClr val="tx1"/>
                    </a:solidFill>
                  </a:endParaRPr>
                </a:p>
              </p:txBody>
            </p:sp>
          </mc:Choice>
          <mc:Fallback xmlns="">
            <p:sp>
              <p:nvSpPr>
                <p:cNvPr id="32" name="TextBox 31">
                  <a:extLst>
                    <a:ext uri="{FF2B5EF4-FFF2-40B4-BE49-F238E27FC236}">
                      <a16:creationId xmlns:a16="http://schemas.microsoft.com/office/drawing/2014/main" id="{C5A13CE6-FAD0-8FAC-E64F-9BB44F7B2C27}"/>
                    </a:ext>
                  </a:extLst>
                </p:cNvPr>
                <p:cNvSpPr txBox="1">
                  <a:spLocks noRot="1" noChangeAspect="1" noMove="1" noResize="1" noEditPoints="1" noAdjustHandles="1" noChangeArrowheads="1" noChangeShapeType="1" noTextEdit="1"/>
                </p:cNvSpPr>
                <p:nvPr/>
              </p:nvSpPr>
              <p:spPr>
                <a:xfrm>
                  <a:off x="3575972" y="4149008"/>
                  <a:ext cx="1260014"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E565C4D-FA7E-24E6-0C36-B81AB1A9791F}"/>
                    </a:ext>
                  </a:extLst>
                </p:cNvPr>
                <p:cNvSpPr txBox="1"/>
                <p:nvPr/>
              </p:nvSpPr>
              <p:spPr>
                <a:xfrm>
                  <a:off x="7716018" y="4149008"/>
                  <a:ext cx="1530017"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accent1"/>
                                </a:solidFill>
                                <a:latin typeface="Cambria Math" panose="02040503050406030204" pitchFamily="18" charset="0"/>
                              </a:rPr>
                            </m:ctrlPr>
                          </m:dPr>
                          <m:e>
                            <m:r>
                              <a:rPr lang="en-GB" sz="4800" b="0" i="1" smtClean="0">
                                <a:solidFill>
                                  <a:schemeClr val="accent1"/>
                                </a:solidFill>
                                <a:latin typeface="Cambria Math" panose="02040503050406030204" pitchFamily="18" charset="0"/>
                              </a:rPr>
                              <m:t>𝑉</m:t>
                            </m:r>
                          </m:e>
                        </m:d>
                      </m:oMath>
                    </m:oMathPara>
                  </a14:m>
                  <a:endParaRPr lang="en-GB" sz="4800" dirty="0">
                    <a:solidFill>
                      <a:schemeClr val="tx1"/>
                    </a:solidFill>
                  </a:endParaRPr>
                </a:p>
              </p:txBody>
            </p:sp>
          </mc:Choice>
          <mc:Fallback xmlns="">
            <p:sp>
              <p:nvSpPr>
                <p:cNvPr id="34" name="TextBox 33">
                  <a:extLst>
                    <a:ext uri="{FF2B5EF4-FFF2-40B4-BE49-F238E27FC236}">
                      <a16:creationId xmlns:a16="http://schemas.microsoft.com/office/drawing/2014/main" id="{AE565C4D-FA7E-24E6-0C36-B81AB1A9791F}"/>
                    </a:ext>
                  </a:extLst>
                </p:cNvPr>
                <p:cNvSpPr txBox="1">
                  <a:spLocks noRot="1" noChangeAspect="1" noMove="1" noResize="1" noEditPoints="1" noAdjustHandles="1" noChangeArrowheads="1" noChangeShapeType="1" noTextEdit="1"/>
                </p:cNvSpPr>
                <p:nvPr/>
              </p:nvSpPr>
              <p:spPr>
                <a:xfrm>
                  <a:off x="7716018" y="4149008"/>
                  <a:ext cx="1530017" cy="830997"/>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C4460D6-F284-1574-85FD-4E6841C2CB96}"/>
                    </a:ext>
                  </a:extLst>
                </p:cNvPr>
                <p:cNvSpPr txBox="1"/>
                <p:nvPr/>
              </p:nvSpPr>
              <p:spPr>
                <a:xfrm>
                  <a:off x="4655984" y="4149008"/>
                  <a:ext cx="1170013" cy="830997"/>
                </a:xfrm>
                <a:prstGeom prst="rect">
                  <a:avLst/>
                </a:prstGeom>
                <a:noFill/>
              </p:spPr>
              <p:txBody>
                <a:bodyPr wrap="square">
                  <a:spAutoFit/>
                </a:bodyPr>
                <a:lstStyle/>
                <a:p>
                  <a:pPr algn="ctr"/>
                  <a14:m>
                    <m:oMathPara xmlns:m="http://schemas.openxmlformats.org/officeDocument/2006/math">
                      <m:oMath>
                        <m:r>
                          <a:rPr lang="en-GB" sz="4800" i="1">
                            <a:solidFill>
                              <a:schemeClr val="tx1"/>
                            </a:solidFill>
                            <a:latin typeface="Cambria Math" panose="02040503050406030204" pitchFamily="18" charset="0"/>
                          </a:rPr>
                          <m:t>≤</m:t>
                        </m:r>
                      </m:oMath>
                    </m:oMathPara>
                  </a14:m>
                  <a:endParaRPr lang="en-GB" sz="4800" dirty="0">
                    <a:solidFill>
                      <a:schemeClr val="tx1"/>
                    </a:solidFill>
                  </a:endParaRPr>
                </a:p>
              </p:txBody>
            </p:sp>
          </mc:Choice>
          <mc:Fallback xmlns="">
            <p:sp>
              <p:nvSpPr>
                <p:cNvPr id="35" name="TextBox 34">
                  <a:extLst>
                    <a:ext uri="{FF2B5EF4-FFF2-40B4-BE49-F238E27FC236}">
                      <a16:creationId xmlns:a16="http://schemas.microsoft.com/office/drawing/2014/main" id="{7C4460D6-F284-1574-85FD-4E6841C2CB96}"/>
                    </a:ext>
                  </a:extLst>
                </p:cNvPr>
                <p:cNvSpPr txBox="1">
                  <a:spLocks noRot="1" noChangeAspect="1" noMove="1" noResize="1" noEditPoints="1" noAdjustHandles="1" noChangeArrowheads="1" noChangeShapeType="1" noTextEdit="1"/>
                </p:cNvSpPr>
                <p:nvPr/>
              </p:nvSpPr>
              <p:spPr>
                <a:xfrm>
                  <a:off x="4655984" y="4149008"/>
                  <a:ext cx="1170013" cy="830997"/>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860D334-CBCD-4DF9-20C5-ED80565C99B0}"/>
                    </a:ext>
                  </a:extLst>
                </p:cNvPr>
                <p:cNvSpPr txBox="1"/>
                <p:nvPr/>
              </p:nvSpPr>
              <p:spPr>
                <a:xfrm>
                  <a:off x="5915998" y="4149008"/>
                  <a:ext cx="1890021" cy="830997"/>
                </a:xfrm>
                <a:prstGeom prst="rect">
                  <a:avLst/>
                </a:prstGeom>
                <a:noFill/>
              </p:spPr>
              <p:txBody>
                <a:bodyPr wrap="square">
                  <a:spAutoFit/>
                </a:bodyPr>
                <a:lstStyle/>
                <a:p>
                  <a:pPr algn="ctr"/>
                  <a14:m>
                    <m:oMathPara xmlns:m="http://schemas.openxmlformats.org/officeDocument/2006/math">
                      <m:oMath>
                        <m:d>
                          <m:dPr>
                            <m:ctrlPr>
                              <a:rPr lang="en-GB" sz="4800" b="0" i="1" smtClean="0">
                                <a:solidFill>
                                  <a:schemeClr val="accent6"/>
                                </a:solidFill>
                                <a:latin typeface="Cambria Math" panose="02040503050406030204" pitchFamily="18" charset="0"/>
                              </a:rPr>
                            </m:ctrlPr>
                          </m:dPr>
                          <m:e>
                            <m:r>
                              <a:rPr lang="en-GB" sz="4800" b="0" i="1" smtClean="0">
                                <a:solidFill>
                                  <a:schemeClr val="accent6"/>
                                </a:solidFill>
                                <a:latin typeface="Cambria Math" panose="02040503050406030204" pitchFamily="18" charset="0"/>
                              </a:rPr>
                              <m:t>𝑈</m:t>
                            </m:r>
                          </m:e>
                        </m:d>
                      </m:oMath>
                    </m:oMathPara>
                  </a14:m>
                  <a:endParaRPr lang="en-GB" sz="4800" dirty="0">
                    <a:solidFill>
                      <a:schemeClr val="tx1"/>
                    </a:solidFill>
                  </a:endParaRPr>
                </a:p>
              </p:txBody>
            </p:sp>
          </mc:Choice>
          <mc:Fallback xmlns="">
            <p:sp>
              <p:nvSpPr>
                <p:cNvPr id="36" name="TextBox 35">
                  <a:extLst>
                    <a:ext uri="{FF2B5EF4-FFF2-40B4-BE49-F238E27FC236}">
                      <a16:creationId xmlns:a16="http://schemas.microsoft.com/office/drawing/2014/main" id="{6860D334-CBCD-4DF9-20C5-ED80565C99B0}"/>
                    </a:ext>
                  </a:extLst>
                </p:cNvPr>
                <p:cNvSpPr txBox="1">
                  <a:spLocks noRot="1" noChangeAspect="1" noMove="1" noResize="1" noEditPoints="1" noAdjustHandles="1" noChangeArrowheads="1" noChangeShapeType="1" noTextEdit="1"/>
                </p:cNvSpPr>
                <p:nvPr/>
              </p:nvSpPr>
              <p:spPr>
                <a:xfrm>
                  <a:off x="5915998" y="4149008"/>
                  <a:ext cx="1890021" cy="830997"/>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BF1068F-0632-026A-B4B5-468462BF51CA}"/>
                    </a:ext>
                  </a:extLst>
                </p:cNvPr>
                <p:cNvSpPr txBox="1"/>
                <p:nvPr/>
              </p:nvSpPr>
              <p:spPr>
                <a:xfrm>
                  <a:off x="5465993" y="4149008"/>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3">
                                    <a:lumMod val="75000"/>
                                  </a:schemeClr>
                                </a:solidFill>
                                <a:latin typeface="Cambria Math" panose="02040503050406030204" pitchFamily="18" charset="0"/>
                              </a:rPr>
                            </m:ctrlPr>
                          </m:accPr>
                          <m:e>
                            <m:r>
                              <a:rPr lang="en-GB" sz="4800" i="1">
                                <a:solidFill>
                                  <a:schemeClr val="accent3">
                                    <a:lumMod val="75000"/>
                                  </a:schemeClr>
                                </a:solidFill>
                                <a:latin typeface="Cambria Math" panose="02040503050406030204" pitchFamily="18" charset="0"/>
                              </a:rPr>
                              <m:t>𝑅</m:t>
                            </m:r>
                          </m:e>
                        </m:acc>
                      </m:oMath>
                    </m:oMathPara>
                  </a14:m>
                  <a:endParaRPr lang="en-GB" sz="4800" dirty="0">
                    <a:solidFill>
                      <a:schemeClr val="tx1"/>
                    </a:solidFill>
                  </a:endParaRPr>
                </a:p>
              </p:txBody>
            </p:sp>
          </mc:Choice>
          <mc:Fallback xmlns="">
            <p:sp>
              <p:nvSpPr>
                <p:cNvPr id="38" name="TextBox 37">
                  <a:extLst>
                    <a:ext uri="{FF2B5EF4-FFF2-40B4-BE49-F238E27FC236}">
                      <a16:creationId xmlns:a16="http://schemas.microsoft.com/office/drawing/2014/main" id="{8BF1068F-0632-026A-B4B5-468462BF51CA}"/>
                    </a:ext>
                  </a:extLst>
                </p:cNvPr>
                <p:cNvSpPr txBox="1">
                  <a:spLocks noRot="1" noChangeAspect="1" noMove="1" noResize="1" noEditPoints="1" noAdjustHandles="1" noChangeArrowheads="1" noChangeShapeType="1" noTextEdit="1"/>
                </p:cNvSpPr>
                <p:nvPr/>
              </p:nvSpPr>
              <p:spPr>
                <a:xfrm>
                  <a:off x="5465993" y="4149008"/>
                  <a:ext cx="1080012" cy="830997"/>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C57867C-3DD1-E0C0-EB9F-9F50C3F8B533}"/>
                    </a:ext>
                  </a:extLst>
                </p:cNvPr>
                <p:cNvSpPr txBox="1"/>
                <p:nvPr/>
              </p:nvSpPr>
              <p:spPr>
                <a:xfrm>
                  <a:off x="7176012" y="4149008"/>
                  <a:ext cx="1080012"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2">
                                    <a:lumMod val="75000"/>
                                  </a:schemeClr>
                                </a:solidFill>
                                <a:latin typeface="Cambria Math" panose="02040503050406030204" pitchFamily="18" charset="0"/>
                              </a:rPr>
                            </m:ctrlPr>
                          </m:accPr>
                          <m:e>
                            <m:r>
                              <a:rPr lang="en-GB" sz="4800" i="1">
                                <a:solidFill>
                                  <a:schemeClr val="accent2">
                                    <a:lumMod val="75000"/>
                                  </a:schemeClr>
                                </a:solidFill>
                                <a:latin typeface="Cambria Math" panose="02040503050406030204" pitchFamily="18" charset="0"/>
                              </a:rPr>
                              <m:t>𝐶</m:t>
                            </m:r>
                          </m:e>
                        </m:acc>
                      </m:oMath>
                    </m:oMathPara>
                  </a14:m>
                  <a:endParaRPr lang="en-GB" sz="4800" dirty="0">
                    <a:solidFill>
                      <a:schemeClr val="tx1"/>
                    </a:solidFill>
                  </a:endParaRPr>
                </a:p>
              </p:txBody>
            </p:sp>
          </mc:Choice>
          <mc:Fallback xmlns="">
            <p:sp>
              <p:nvSpPr>
                <p:cNvPr id="39" name="TextBox 38">
                  <a:extLst>
                    <a:ext uri="{FF2B5EF4-FFF2-40B4-BE49-F238E27FC236}">
                      <a16:creationId xmlns:a16="http://schemas.microsoft.com/office/drawing/2014/main" id="{6C57867C-3DD1-E0C0-EB9F-9F50C3F8B533}"/>
                    </a:ext>
                  </a:extLst>
                </p:cNvPr>
                <p:cNvSpPr txBox="1">
                  <a:spLocks noRot="1" noChangeAspect="1" noMove="1" noResize="1" noEditPoints="1" noAdjustHandles="1" noChangeArrowheads="1" noChangeShapeType="1" noTextEdit="1"/>
                </p:cNvSpPr>
                <p:nvPr/>
              </p:nvSpPr>
              <p:spPr>
                <a:xfrm>
                  <a:off x="7176012" y="4149008"/>
                  <a:ext cx="1080012" cy="830997"/>
                </a:xfrm>
                <a:prstGeom prst="rect">
                  <a:avLst/>
                </a:prstGeom>
                <a:blipFill>
                  <a:blip r:embed="rId19"/>
                  <a:stretch>
                    <a:fillRect/>
                  </a:stretch>
                </a:blipFill>
              </p:spPr>
              <p:txBody>
                <a:bodyPr/>
                <a:lstStyle/>
                <a:p>
                  <a:r>
                    <a:rPr lang="en-GB">
                      <a:noFill/>
                    </a:rPr>
                    <a:t> </a:t>
                  </a:r>
                </a:p>
              </p:txBody>
            </p:sp>
          </mc:Fallback>
        </mc:AlternateContent>
      </p:grpSp>
      <p:sp>
        <p:nvSpPr>
          <p:cNvPr id="42" name="TextBox 41">
            <a:extLst>
              <a:ext uri="{FF2B5EF4-FFF2-40B4-BE49-F238E27FC236}">
                <a16:creationId xmlns:a16="http://schemas.microsoft.com/office/drawing/2014/main" id="{3155AC8D-60FF-4D7D-0207-09E45C0C9269}"/>
              </a:ext>
            </a:extLst>
          </p:cNvPr>
          <p:cNvSpPr txBox="1"/>
          <p:nvPr/>
        </p:nvSpPr>
        <p:spPr>
          <a:xfrm>
            <a:off x="12309044" y="6878585"/>
            <a:ext cx="3375038" cy="1107996"/>
          </a:xfrm>
          <a:prstGeom prst="rect">
            <a:avLst/>
          </a:prstGeom>
          <a:noFill/>
        </p:spPr>
        <p:txBody>
          <a:bodyPr wrap="square" rtlCol="0">
            <a:spAutoFit/>
          </a:bodyPr>
          <a:lstStyle/>
          <a:p>
            <a:pPr algn="ctr"/>
            <a:r>
              <a:rPr lang="en-GB" sz="6600" dirty="0">
                <a:solidFill>
                  <a:schemeClr val="accent6"/>
                </a:solidFill>
              </a:rPr>
              <a:t>?</a:t>
            </a:r>
          </a:p>
        </p:txBody>
      </p:sp>
    </p:spTree>
    <p:extLst>
      <p:ext uri="{BB962C8B-B14F-4D97-AF65-F5344CB8AC3E}">
        <p14:creationId xmlns:p14="http://schemas.microsoft.com/office/powerpoint/2010/main" val="86430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DB20-F75B-83B6-C298-A40A1A6CBA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EE1B91-DFA7-1395-ED4C-446EBE843B47}"/>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Strassen’s Theorem</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AB99A2-7E65-A113-6087-8D5553047D5B}"/>
                  </a:ext>
                </a:extLst>
              </p:cNvPr>
              <p:cNvSpPr txBox="1"/>
              <p:nvPr/>
            </p:nvSpPr>
            <p:spPr>
              <a:xfrm>
                <a:off x="2991000" y="2722381"/>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5" name="TextBox 4">
                <a:extLst>
                  <a:ext uri="{FF2B5EF4-FFF2-40B4-BE49-F238E27FC236}">
                    <a16:creationId xmlns:a16="http://schemas.microsoft.com/office/drawing/2014/main" id="{A3AB99A2-7E65-A113-6087-8D5553047D5B}"/>
                  </a:ext>
                </a:extLst>
              </p:cNvPr>
              <p:cNvSpPr txBox="1">
                <a:spLocks noRot="1" noChangeAspect="1" noMove="1" noResize="1" noEditPoints="1" noAdjustHandles="1" noChangeArrowheads="1" noChangeShapeType="1" noTextEdit="1"/>
              </p:cNvSpPr>
              <p:nvPr/>
            </p:nvSpPr>
            <p:spPr>
              <a:xfrm>
                <a:off x="2991000" y="2722381"/>
                <a:ext cx="3375000" cy="1050288"/>
              </a:xfrm>
              <a:prstGeom prst="rect">
                <a:avLst/>
              </a:prstGeom>
              <a:blipFill>
                <a:blip r:embed="rId2"/>
                <a:stretch>
                  <a:fillRect/>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99BED95A-BD89-A34E-D572-1D9A879AB068}"/>
              </a:ext>
            </a:extLst>
          </p:cNvPr>
          <p:cNvCxnSpPr>
            <a:cxnSpLocks/>
          </p:cNvCxnSpPr>
          <p:nvPr/>
        </p:nvCxnSpPr>
        <p:spPr>
          <a:xfrm flipV="1">
            <a:off x="4431000" y="3772669"/>
            <a:ext cx="0" cy="495000"/>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8B272C-1064-293B-B2D2-996BA1A17E14}"/>
                  </a:ext>
                </a:extLst>
              </p:cNvPr>
              <p:cNvSpPr txBox="1"/>
              <p:nvPr/>
            </p:nvSpPr>
            <p:spPr>
              <a:xfrm>
                <a:off x="2766000" y="4222669"/>
                <a:ext cx="3690041" cy="646331"/>
              </a:xfrm>
              <a:prstGeom prst="rect">
                <a:avLst/>
              </a:prstGeom>
              <a:noFill/>
            </p:spPr>
            <p:txBody>
              <a:bodyPr wrap="square">
                <a:spAutoFit/>
              </a:bodyPr>
              <a:lstStyle/>
              <a:p>
                <a:pPr algn="ct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a:t>
                </a:r>
              </a:p>
            </p:txBody>
          </p:sp>
        </mc:Choice>
        <mc:Fallback xmlns="">
          <p:sp>
            <p:nvSpPr>
              <p:cNvPr id="8" name="TextBox 7">
                <a:extLst>
                  <a:ext uri="{FF2B5EF4-FFF2-40B4-BE49-F238E27FC236}">
                    <a16:creationId xmlns:a16="http://schemas.microsoft.com/office/drawing/2014/main" id="{698B272C-1064-293B-B2D2-996BA1A17E14}"/>
                  </a:ext>
                </a:extLst>
              </p:cNvPr>
              <p:cNvSpPr txBox="1">
                <a:spLocks noRot="1" noChangeAspect="1" noMove="1" noResize="1" noEditPoints="1" noAdjustHandles="1" noChangeArrowheads="1" noChangeShapeType="1" noTextEdit="1"/>
              </p:cNvSpPr>
              <p:nvPr/>
            </p:nvSpPr>
            <p:spPr>
              <a:xfrm>
                <a:off x="2766000" y="4222669"/>
                <a:ext cx="3690041" cy="646331"/>
              </a:xfrm>
              <a:prstGeom prst="rect">
                <a:avLst/>
              </a:prstGeom>
              <a:blipFill>
                <a:blip r:embed="rId3"/>
                <a:stretch>
                  <a:fillRect t="-15094"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D38190C-04AA-51DB-A3F7-D039BD78F156}"/>
                  </a:ext>
                </a:extLst>
              </p:cNvPr>
              <p:cNvSpPr txBox="1"/>
              <p:nvPr/>
            </p:nvSpPr>
            <p:spPr>
              <a:xfrm>
                <a:off x="5241000" y="2722381"/>
                <a:ext cx="4905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b="0" i="1" smtClean="0">
                              <a:solidFill>
                                <a:schemeClr val="tx1"/>
                              </a:solidFill>
                              <a:latin typeface="Cambria Math" panose="02040503050406030204" pitchFamily="18" charset="0"/>
                            </a:rPr>
                            <m:t>(</m:t>
                          </m:r>
                          <m:r>
                            <a:rPr lang="en-GB" sz="6000" b="0" i="1" smtClean="0">
                              <a:solidFill>
                                <a:schemeClr val="tx1"/>
                              </a:solidFill>
                              <a:latin typeface="Cambria Math" panose="02040503050406030204" pitchFamily="18" charset="0"/>
                            </a:rPr>
                            <m:t>𝑑</m:t>
                          </m:r>
                          <m:r>
                            <a:rPr lang="en-GB" sz="6000" b="0" i="1" smtClean="0">
                              <a:solidFill>
                                <a:schemeClr val="tx1"/>
                              </a:solidFill>
                              <a:latin typeface="Cambria Math" panose="02040503050406030204" pitchFamily="18" charset="0"/>
                            </a:rPr>
                            <m:t>−1)</m:t>
                          </m:r>
                          <m:r>
                            <a:rPr lang="en-GB" sz="6000" b="0" i="1" smtClean="0">
                              <a:solidFill>
                                <a:schemeClr val="accent6"/>
                              </a:solidFill>
                              <a:latin typeface="Cambria Math" panose="02040503050406030204" pitchFamily="18" charset="0"/>
                            </a:rPr>
                            <m:t>𝜔</m:t>
                          </m:r>
                          <m:r>
                            <a:rPr lang="en-GB" sz="6000" b="0" i="1" smtClean="0">
                              <a:solidFill>
                                <a:schemeClr val="accent6"/>
                              </a:solidFill>
                              <a:latin typeface="Cambria Math" panose="02040503050406030204" pitchFamily="18" charset="0"/>
                            </a:rPr>
                            <m:t>/3</m:t>
                          </m:r>
                        </m:sup>
                      </m:sSup>
                    </m:oMath>
                  </m:oMathPara>
                </a14:m>
                <a:endParaRPr lang="en-GB" sz="6000" dirty="0"/>
              </a:p>
            </p:txBody>
          </p:sp>
        </mc:Choice>
        <mc:Fallback xmlns="">
          <p:sp>
            <p:nvSpPr>
              <p:cNvPr id="12" name="TextBox 11">
                <a:extLst>
                  <a:ext uri="{FF2B5EF4-FFF2-40B4-BE49-F238E27FC236}">
                    <a16:creationId xmlns:a16="http://schemas.microsoft.com/office/drawing/2014/main" id="{CD38190C-04AA-51DB-A3F7-D039BD78F156}"/>
                  </a:ext>
                </a:extLst>
              </p:cNvPr>
              <p:cNvSpPr txBox="1">
                <a:spLocks noRot="1" noChangeAspect="1" noMove="1" noResize="1" noEditPoints="1" noAdjustHandles="1" noChangeArrowheads="1" noChangeShapeType="1" noTextEdit="1"/>
              </p:cNvSpPr>
              <p:nvPr/>
            </p:nvSpPr>
            <p:spPr>
              <a:xfrm>
                <a:off x="5241000" y="2722381"/>
                <a:ext cx="4905000" cy="1050288"/>
              </a:xfrm>
              <a:prstGeom prst="rect">
                <a:avLst/>
              </a:prstGeom>
              <a:blipFill>
                <a:blip r:embed="rId4"/>
                <a:stretch>
                  <a:fillRect/>
                </a:stretch>
              </a:blipFill>
            </p:spPr>
            <p:txBody>
              <a:bodyPr/>
              <a:lstStyle/>
              <a:p>
                <a:r>
                  <a:rPr lang="en-GB">
                    <a:noFill/>
                  </a:rPr>
                  <a:t> </a:t>
                </a:r>
              </a:p>
            </p:txBody>
          </p:sp>
        </mc:Fallback>
      </mc:AlternateContent>
      <p:sp>
        <p:nvSpPr>
          <p:cNvPr id="35" name="Rectangle 34">
            <a:extLst>
              <a:ext uri="{FF2B5EF4-FFF2-40B4-BE49-F238E27FC236}">
                <a16:creationId xmlns:a16="http://schemas.microsoft.com/office/drawing/2014/main" id="{CD18789E-2D43-C792-B84F-7EB02040F7C6}"/>
              </a:ext>
            </a:extLst>
          </p:cNvPr>
          <p:cNvSpPr/>
          <p:nvPr/>
        </p:nvSpPr>
        <p:spPr>
          <a:xfrm rot="20787341">
            <a:off x="289418" y="571947"/>
            <a:ext cx="3751511" cy="81627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solidFill>
                  <a:schemeClr val="tx1"/>
                </a:solidFill>
              </a:rPr>
              <a:t>Generalised</a:t>
            </a:r>
          </a:p>
        </p:txBody>
      </p:sp>
    </p:spTree>
    <p:extLst>
      <p:ext uri="{BB962C8B-B14F-4D97-AF65-F5344CB8AC3E}">
        <p14:creationId xmlns:p14="http://schemas.microsoft.com/office/powerpoint/2010/main" val="18398085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05B0B-388F-C8EA-8F14-344BD32F9A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AA5BE1-3A8E-94E9-6D9F-D563F480245E}"/>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Strassen’s Theorem</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744DAF-BC22-3A4C-8497-C76B50E2669D}"/>
                  </a:ext>
                </a:extLst>
              </p:cNvPr>
              <p:cNvSpPr txBox="1"/>
              <p:nvPr/>
            </p:nvSpPr>
            <p:spPr>
              <a:xfrm>
                <a:off x="2991000" y="2722381"/>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5" name="TextBox 4">
                <a:extLst>
                  <a:ext uri="{FF2B5EF4-FFF2-40B4-BE49-F238E27FC236}">
                    <a16:creationId xmlns:a16="http://schemas.microsoft.com/office/drawing/2014/main" id="{F2744DAF-BC22-3A4C-8497-C76B50E2669D}"/>
                  </a:ext>
                </a:extLst>
              </p:cNvPr>
              <p:cNvSpPr txBox="1">
                <a:spLocks noRot="1" noChangeAspect="1" noMove="1" noResize="1" noEditPoints="1" noAdjustHandles="1" noChangeArrowheads="1" noChangeShapeType="1" noTextEdit="1"/>
              </p:cNvSpPr>
              <p:nvPr/>
            </p:nvSpPr>
            <p:spPr>
              <a:xfrm>
                <a:off x="2991000" y="2722381"/>
                <a:ext cx="3375000" cy="1050288"/>
              </a:xfrm>
              <a:prstGeom prst="rect">
                <a:avLst/>
              </a:prstGeom>
              <a:blipFill>
                <a:blip r:embed="rId2"/>
                <a:stretch>
                  <a:fillRect/>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6EB0DFEB-2E82-02E2-370B-2FA7238528AE}"/>
              </a:ext>
            </a:extLst>
          </p:cNvPr>
          <p:cNvCxnSpPr>
            <a:cxnSpLocks/>
          </p:cNvCxnSpPr>
          <p:nvPr/>
        </p:nvCxnSpPr>
        <p:spPr>
          <a:xfrm flipV="1">
            <a:off x="4431000" y="3772669"/>
            <a:ext cx="0" cy="495000"/>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4441DC-2934-861D-6E71-EBEC2C01F5A4}"/>
                  </a:ext>
                </a:extLst>
              </p:cNvPr>
              <p:cNvSpPr txBox="1"/>
              <p:nvPr/>
            </p:nvSpPr>
            <p:spPr>
              <a:xfrm>
                <a:off x="2766000" y="4222669"/>
                <a:ext cx="3690041" cy="646331"/>
              </a:xfrm>
              <a:prstGeom prst="rect">
                <a:avLst/>
              </a:prstGeom>
              <a:noFill/>
            </p:spPr>
            <p:txBody>
              <a:bodyPr wrap="square">
                <a:spAutoFit/>
              </a:bodyPr>
              <a:lstStyle/>
              <a:p>
                <a:pPr algn="ct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a:t>
                </a:r>
              </a:p>
            </p:txBody>
          </p:sp>
        </mc:Choice>
        <mc:Fallback xmlns="">
          <p:sp>
            <p:nvSpPr>
              <p:cNvPr id="8" name="TextBox 7">
                <a:extLst>
                  <a:ext uri="{FF2B5EF4-FFF2-40B4-BE49-F238E27FC236}">
                    <a16:creationId xmlns:a16="http://schemas.microsoft.com/office/drawing/2014/main" id="{784441DC-2934-861D-6E71-EBEC2C01F5A4}"/>
                  </a:ext>
                </a:extLst>
              </p:cNvPr>
              <p:cNvSpPr txBox="1">
                <a:spLocks noRot="1" noChangeAspect="1" noMove="1" noResize="1" noEditPoints="1" noAdjustHandles="1" noChangeArrowheads="1" noChangeShapeType="1" noTextEdit="1"/>
              </p:cNvSpPr>
              <p:nvPr/>
            </p:nvSpPr>
            <p:spPr>
              <a:xfrm>
                <a:off x="2766000" y="4222669"/>
                <a:ext cx="3690041" cy="646331"/>
              </a:xfrm>
              <a:prstGeom prst="rect">
                <a:avLst/>
              </a:prstGeom>
              <a:blipFill>
                <a:blip r:embed="rId3"/>
                <a:stretch>
                  <a:fillRect t="-15094"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671AC51-A9CD-5275-D7EA-B3B4DF82D27E}"/>
                  </a:ext>
                </a:extLst>
              </p:cNvPr>
              <p:cNvSpPr txBox="1"/>
              <p:nvPr/>
            </p:nvSpPr>
            <p:spPr>
              <a:xfrm>
                <a:off x="5556000" y="2722381"/>
                <a:ext cx="4905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b="0" i="1" smtClean="0">
                              <a:solidFill>
                                <a:schemeClr val="accent6"/>
                              </a:solidFill>
                              <a:latin typeface="Cambria Math" panose="02040503050406030204" pitchFamily="18" charset="0"/>
                            </a:rPr>
                            <m:t>0.7905</m:t>
                          </m:r>
                          <m:r>
                            <a:rPr lang="en-GB" sz="6000" b="0" i="1" smtClean="0">
                              <a:solidFill>
                                <a:schemeClr val="tx1"/>
                              </a:solidFill>
                              <a:latin typeface="Cambria Math" panose="02040503050406030204" pitchFamily="18" charset="0"/>
                            </a:rPr>
                            <m:t>(</m:t>
                          </m:r>
                          <m:r>
                            <a:rPr lang="en-GB" sz="6000" b="0" i="1" smtClean="0">
                              <a:solidFill>
                                <a:schemeClr val="tx1"/>
                              </a:solidFill>
                              <a:latin typeface="Cambria Math" panose="02040503050406030204" pitchFamily="18" charset="0"/>
                            </a:rPr>
                            <m:t>𝑑</m:t>
                          </m:r>
                          <m:r>
                            <a:rPr lang="en-GB" sz="6000" b="0" i="1" smtClean="0">
                              <a:solidFill>
                                <a:schemeClr val="tx1"/>
                              </a:solidFill>
                              <a:latin typeface="Cambria Math" panose="02040503050406030204" pitchFamily="18" charset="0"/>
                            </a:rPr>
                            <m:t>−1)</m:t>
                          </m:r>
                        </m:sup>
                      </m:sSup>
                    </m:oMath>
                  </m:oMathPara>
                </a14:m>
                <a:endParaRPr lang="en-GB" sz="6000" dirty="0"/>
              </a:p>
            </p:txBody>
          </p:sp>
        </mc:Choice>
        <mc:Fallback xmlns="">
          <p:sp>
            <p:nvSpPr>
              <p:cNvPr id="12" name="TextBox 11">
                <a:extLst>
                  <a:ext uri="{FF2B5EF4-FFF2-40B4-BE49-F238E27FC236}">
                    <a16:creationId xmlns:a16="http://schemas.microsoft.com/office/drawing/2014/main" id="{B671AC51-A9CD-5275-D7EA-B3B4DF82D27E}"/>
                  </a:ext>
                </a:extLst>
              </p:cNvPr>
              <p:cNvSpPr txBox="1">
                <a:spLocks noRot="1" noChangeAspect="1" noMove="1" noResize="1" noEditPoints="1" noAdjustHandles="1" noChangeArrowheads="1" noChangeShapeType="1" noTextEdit="1"/>
              </p:cNvSpPr>
              <p:nvPr/>
            </p:nvSpPr>
            <p:spPr>
              <a:xfrm>
                <a:off x="5556000" y="2722381"/>
                <a:ext cx="4905000" cy="1050288"/>
              </a:xfrm>
              <a:prstGeom prst="rect">
                <a:avLst/>
              </a:prstGeom>
              <a:blipFill>
                <a:blip r:embed="rId4"/>
                <a:stretch>
                  <a:fillRect/>
                </a:stretch>
              </a:blipFill>
            </p:spPr>
            <p:txBody>
              <a:bodyPr/>
              <a:lstStyle/>
              <a:p>
                <a:r>
                  <a:rPr lang="en-GB">
                    <a:noFill/>
                  </a:rPr>
                  <a:t> </a:t>
                </a:r>
              </a:p>
            </p:txBody>
          </p:sp>
        </mc:Fallback>
      </mc:AlternateContent>
      <p:sp>
        <p:nvSpPr>
          <p:cNvPr id="39" name="Rectangle 38">
            <a:extLst>
              <a:ext uri="{FF2B5EF4-FFF2-40B4-BE49-F238E27FC236}">
                <a16:creationId xmlns:a16="http://schemas.microsoft.com/office/drawing/2014/main" id="{EBD40E52-0B3E-954E-EE49-8E2092F02D7C}"/>
              </a:ext>
            </a:extLst>
          </p:cNvPr>
          <p:cNvSpPr/>
          <p:nvPr/>
        </p:nvSpPr>
        <p:spPr>
          <a:xfrm rot="20787341">
            <a:off x="289418" y="571947"/>
            <a:ext cx="3751511" cy="81627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solidFill>
                  <a:schemeClr val="tx1"/>
                </a:solidFill>
              </a:rPr>
              <a:t>Generalised</a:t>
            </a:r>
          </a:p>
        </p:txBody>
      </p:sp>
    </p:spTree>
    <p:extLst>
      <p:ext uri="{BB962C8B-B14F-4D97-AF65-F5344CB8AC3E}">
        <p14:creationId xmlns:p14="http://schemas.microsoft.com/office/powerpoint/2010/main" val="1189825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D95B8-6CA8-E897-556A-4770F44C3F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A89862-448B-8E56-3370-80D1B6DFFC56}"/>
              </a:ext>
            </a:extLst>
          </p:cNvPr>
          <p:cNvSpPr txBox="1"/>
          <p:nvPr/>
        </p:nvSpPr>
        <p:spPr>
          <a:xfrm>
            <a:off x="1775952" y="975653"/>
            <a:ext cx="8640096" cy="1015663"/>
          </a:xfrm>
          <a:prstGeom prst="rect">
            <a:avLst/>
          </a:prstGeom>
          <a:noFill/>
        </p:spPr>
        <p:txBody>
          <a:bodyPr wrap="square">
            <a:spAutoFit/>
          </a:bodyPr>
          <a:lstStyle/>
          <a:p>
            <a:pPr algn="ctr"/>
            <a:r>
              <a:rPr lang="en-GB" sz="6000" i="1" dirty="0">
                <a:solidFill>
                  <a:schemeClr val="tx1"/>
                </a:solidFill>
              </a:rPr>
              <a:t>Strassen’s Theorem</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DCEDF37-B96B-43A9-50D7-4EEC79FD5051}"/>
                  </a:ext>
                </a:extLst>
              </p:cNvPr>
              <p:cNvSpPr txBox="1"/>
              <p:nvPr/>
            </p:nvSpPr>
            <p:spPr>
              <a:xfrm>
                <a:off x="2991000" y="2722381"/>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5" name="TextBox 4">
                <a:extLst>
                  <a:ext uri="{FF2B5EF4-FFF2-40B4-BE49-F238E27FC236}">
                    <a16:creationId xmlns:a16="http://schemas.microsoft.com/office/drawing/2014/main" id="{4DCEDF37-B96B-43A9-50D7-4EEC79FD5051}"/>
                  </a:ext>
                </a:extLst>
              </p:cNvPr>
              <p:cNvSpPr txBox="1">
                <a:spLocks noRot="1" noChangeAspect="1" noMove="1" noResize="1" noEditPoints="1" noAdjustHandles="1" noChangeArrowheads="1" noChangeShapeType="1" noTextEdit="1"/>
              </p:cNvSpPr>
              <p:nvPr/>
            </p:nvSpPr>
            <p:spPr>
              <a:xfrm>
                <a:off x="2991000" y="2722381"/>
                <a:ext cx="3375000" cy="1050288"/>
              </a:xfrm>
              <a:prstGeom prst="rect">
                <a:avLst/>
              </a:prstGeom>
              <a:blipFill>
                <a:blip r:embed="rId2"/>
                <a:stretch>
                  <a:fillRect/>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99ED7B4B-8C51-3D8C-4D37-E3AA070E0F77}"/>
              </a:ext>
            </a:extLst>
          </p:cNvPr>
          <p:cNvCxnSpPr>
            <a:cxnSpLocks/>
          </p:cNvCxnSpPr>
          <p:nvPr/>
        </p:nvCxnSpPr>
        <p:spPr>
          <a:xfrm flipV="1">
            <a:off x="4431000" y="3772669"/>
            <a:ext cx="0" cy="495000"/>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865AD40-B793-4B7E-55F3-E4CC5DB2616C}"/>
                  </a:ext>
                </a:extLst>
              </p:cNvPr>
              <p:cNvSpPr txBox="1"/>
              <p:nvPr/>
            </p:nvSpPr>
            <p:spPr>
              <a:xfrm>
                <a:off x="2766000" y="4222669"/>
                <a:ext cx="3690041" cy="646331"/>
              </a:xfrm>
              <a:prstGeom prst="rect">
                <a:avLst/>
              </a:prstGeom>
              <a:noFill/>
            </p:spPr>
            <p:txBody>
              <a:bodyPr wrap="square">
                <a:spAutoFit/>
              </a:bodyPr>
              <a:lstStyle/>
              <a:p>
                <a:pPr algn="ctr"/>
                <a14:m>
                  <m:oMath xmlns:m="http://schemas.openxmlformats.org/officeDocument/2006/math">
                    <m:r>
                      <a:rPr lang="en-GB" sz="3600" b="0" i="1" smtClean="0">
                        <a:solidFill>
                          <a:schemeClr val="tx1"/>
                        </a:solidFill>
                        <a:latin typeface="Cambria Math" panose="02040503050406030204" pitchFamily="18" charset="0"/>
                      </a:rPr>
                      <m:t>𝑑</m:t>
                    </m:r>
                  </m:oMath>
                </a14:m>
                <a:r>
                  <a:rPr lang="en-GB" sz="3600" dirty="0">
                    <a:solidFill>
                      <a:schemeClr val="tx1"/>
                    </a:solidFill>
                  </a:rPr>
                  <a:t>-tensor</a:t>
                </a:r>
              </a:p>
            </p:txBody>
          </p:sp>
        </mc:Choice>
        <mc:Fallback xmlns="">
          <p:sp>
            <p:nvSpPr>
              <p:cNvPr id="8" name="TextBox 7">
                <a:extLst>
                  <a:ext uri="{FF2B5EF4-FFF2-40B4-BE49-F238E27FC236}">
                    <a16:creationId xmlns:a16="http://schemas.microsoft.com/office/drawing/2014/main" id="{A865AD40-B793-4B7E-55F3-E4CC5DB2616C}"/>
                  </a:ext>
                </a:extLst>
              </p:cNvPr>
              <p:cNvSpPr txBox="1">
                <a:spLocks noRot="1" noChangeAspect="1" noMove="1" noResize="1" noEditPoints="1" noAdjustHandles="1" noChangeArrowheads="1" noChangeShapeType="1" noTextEdit="1"/>
              </p:cNvSpPr>
              <p:nvPr/>
            </p:nvSpPr>
            <p:spPr>
              <a:xfrm>
                <a:off x="2766000" y="4222669"/>
                <a:ext cx="3690041" cy="646331"/>
              </a:xfrm>
              <a:prstGeom prst="rect">
                <a:avLst/>
              </a:prstGeom>
              <a:blipFill>
                <a:blip r:embed="rId3"/>
                <a:stretch>
                  <a:fillRect t="-15094"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4D3792F-D50F-9115-0F31-571DA5978088}"/>
                  </a:ext>
                </a:extLst>
              </p:cNvPr>
              <p:cNvSpPr txBox="1"/>
              <p:nvPr/>
            </p:nvSpPr>
            <p:spPr>
              <a:xfrm>
                <a:off x="5556000" y="2722381"/>
                <a:ext cx="4905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b="0" i="1" smtClean="0">
                              <a:solidFill>
                                <a:schemeClr val="accent6"/>
                              </a:solidFill>
                              <a:latin typeface="Cambria Math" panose="02040503050406030204" pitchFamily="18" charset="0"/>
                            </a:rPr>
                            <m:t>0.7724</m:t>
                          </m:r>
                          <m:r>
                            <a:rPr lang="en-GB" sz="6000" b="0" i="1" smtClean="0">
                              <a:solidFill>
                                <a:schemeClr val="tx1"/>
                              </a:solidFill>
                              <a:latin typeface="Cambria Math" panose="02040503050406030204" pitchFamily="18" charset="0"/>
                            </a:rPr>
                            <m:t>(</m:t>
                          </m:r>
                          <m:r>
                            <a:rPr lang="en-GB" sz="6000" b="0" i="1" smtClean="0">
                              <a:solidFill>
                                <a:schemeClr val="tx1"/>
                              </a:solidFill>
                              <a:latin typeface="Cambria Math" panose="02040503050406030204" pitchFamily="18" charset="0"/>
                            </a:rPr>
                            <m:t>𝑑</m:t>
                          </m:r>
                          <m:r>
                            <a:rPr lang="en-GB" sz="6000" b="0" i="1" smtClean="0">
                              <a:solidFill>
                                <a:schemeClr val="tx1"/>
                              </a:solidFill>
                              <a:latin typeface="Cambria Math" panose="02040503050406030204" pitchFamily="18" charset="0"/>
                            </a:rPr>
                            <m:t>−1)</m:t>
                          </m:r>
                        </m:sup>
                      </m:sSup>
                    </m:oMath>
                  </m:oMathPara>
                </a14:m>
                <a:endParaRPr lang="en-GB" sz="6000" dirty="0"/>
              </a:p>
            </p:txBody>
          </p:sp>
        </mc:Choice>
        <mc:Fallback xmlns="">
          <p:sp>
            <p:nvSpPr>
              <p:cNvPr id="12" name="TextBox 11">
                <a:extLst>
                  <a:ext uri="{FF2B5EF4-FFF2-40B4-BE49-F238E27FC236}">
                    <a16:creationId xmlns:a16="http://schemas.microsoft.com/office/drawing/2014/main" id="{E4D3792F-D50F-9115-0F31-571DA5978088}"/>
                  </a:ext>
                </a:extLst>
              </p:cNvPr>
              <p:cNvSpPr txBox="1">
                <a:spLocks noRot="1" noChangeAspect="1" noMove="1" noResize="1" noEditPoints="1" noAdjustHandles="1" noChangeArrowheads="1" noChangeShapeType="1" noTextEdit="1"/>
              </p:cNvSpPr>
              <p:nvPr/>
            </p:nvSpPr>
            <p:spPr>
              <a:xfrm>
                <a:off x="5556000" y="2722381"/>
                <a:ext cx="4905000" cy="1050288"/>
              </a:xfrm>
              <a:prstGeom prst="rect">
                <a:avLst/>
              </a:prstGeom>
              <a:blipFill>
                <a:blip r:embed="rId4"/>
                <a:stretch>
                  <a:fillRect/>
                </a:stretch>
              </a:blipFill>
            </p:spPr>
            <p:txBody>
              <a:bodyPr/>
              <a:lstStyle/>
              <a:p>
                <a:r>
                  <a:rPr lang="en-GB">
                    <a:noFill/>
                  </a:rPr>
                  <a:t> </a:t>
                </a:r>
              </a:p>
            </p:txBody>
          </p:sp>
        </mc:Fallback>
      </mc:AlternateContent>
      <p:sp>
        <p:nvSpPr>
          <p:cNvPr id="44" name="Rectangle 43">
            <a:extLst>
              <a:ext uri="{FF2B5EF4-FFF2-40B4-BE49-F238E27FC236}">
                <a16:creationId xmlns:a16="http://schemas.microsoft.com/office/drawing/2014/main" id="{57BDEFA9-0723-4E0B-F34A-BB79469B6EC8}"/>
              </a:ext>
            </a:extLst>
          </p:cNvPr>
          <p:cNvSpPr/>
          <p:nvPr/>
        </p:nvSpPr>
        <p:spPr>
          <a:xfrm rot="20787341">
            <a:off x="289418" y="571947"/>
            <a:ext cx="3751511" cy="81627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solidFill>
                  <a:schemeClr val="tx1"/>
                </a:solidFill>
              </a:rPr>
              <a:t>Generalised</a:t>
            </a:r>
          </a:p>
        </p:txBody>
      </p:sp>
      <p:sp>
        <p:nvSpPr>
          <p:cNvPr id="48" name="Rectangle 47">
            <a:extLst>
              <a:ext uri="{FF2B5EF4-FFF2-40B4-BE49-F238E27FC236}">
                <a16:creationId xmlns:a16="http://schemas.microsoft.com/office/drawing/2014/main" id="{302A3524-4D42-057F-3975-F21DF770DFD2}"/>
              </a:ext>
            </a:extLst>
          </p:cNvPr>
          <p:cNvSpPr/>
          <p:nvPr/>
        </p:nvSpPr>
        <p:spPr>
          <a:xfrm rot="20787341">
            <a:off x="-925582" y="211947"/>
            <a:ext cx="3751511" cy="81627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solidFill>
                  <a:schemeClr val="tx1"/>
                </a:solidFill>
              </a:rPr>
              <a:t>Better</a:t>
            </a:r>
          </a:p>
        </p:txBody>
      </p:sp>
    </p:spTree>
    <p:extLst>
      <p:ext uri="{BB962C8B-B14F-4D97-AF65-F5344CB8AC3E}">
        <p14:creationId xmlns:p14="http://schemas.microsoft.com/office/powerpoint/2010/main" val="3897822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2860-F76D-179C-BDFC-448947B055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9584F3E-90F8-DC52-713A-BA0CF8B2477B}"/>
                  </a:ext>
                </a:extLst>
              </p:cNvPr>
              <p:cNvSpPr txBox="1"/>
              <p:nvPr/>
            </p:nvSpPr>
            <p:spPr>
              <a:xfrm>
                <a:off x="2541000" y="2394000"/>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5" name="TextBox 4">
                <a:extLst>
                  <a:ext uri="{FF2B5EF4-FFF2-40B4-BE49-F238E27FC236}">
                    <a16:creationId xmlns:a16="http://schemas.microsoft.com/office/drawing/2014/main" id="{69584F3E-90F8-DC52-713A-BA0CF8B2477B}"/>
                  </a:ext>
                </a:extLst>
              </p:cNvPr>
              <p:cNvSpPr txBox="1">
                <a:spLocks noRot="1" noChangeAspect="1" noMove="1" noResize="1" noEditPoints="1" noAdjustHandles="1" noChangeArrowheads="1" noChangeShapeType="1" noTextEdit="1"/>
              </p:cNvSpPr>
              <p:nvPr/>
            </p:nvSpPr>
            <p:spPr>
              <a:xfrm>
                <a:off x="2541000" y="2394000"/>
                <a:ext cx="3375000" cy="1050288"/>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8FBD29D-280E-6C10-BFAC-D0ECE06930C3}"/>
                  </a:ext>
                </a:extLst>
              </p:cNvPr>
              <p:cNvSpPr txBox="1"/>
              <p:nvPr/>
            </p:nvSpPr>
            <p:spPr>
              <a:xfrm>
                <a:off x="5106000" y="2394000"/>
                <a:ext cx="5400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i="1" smtClean="0">
                              <a:solidFill>
                                <a:schemeClr val="accent6"/>
                              </a:solidFill>
                              <a:latin typeface="Cambria Math" panose="02040503050406030204" pitchFamily="18" charset="0"/>
                            </a:rPr>
                            <m:t>0.5</m:t>
                          </m:r>
                          <m:r>
                            <a:rPr lang="en-GB" sz="6000" b="0" i="1" smtClean="0">
                              <a:latin typeface="Cambria Math" panose="02040503050406030204" pitchFamily="18" charset="0"/>
                            </a:rPr>
                            <m:t>𝑑</m:t>
                          </m:r>
                          <m:r>
                            <a:rPr lang="en-GB" sz="6000" b="0" i="1" smtClean="0">
                              <a:latin typeface="Cambria Math" panose="02040503050406030204" pitchFamily="18" charset="0"/>
                            </a:rPr>
                            <m:t>+1−1.5/</m:t>
                          </m:r>
                          <m:r>
                            <a:rPr lang="en-GB" sz="6000" b="0" i="1" smtClean="0">
                              <a:latin typeface="Cambria Math" panose="02040503050406030204" pitchFamily="18" charset="0"/>
                            </a:rPr>
                            <m:t>𝑑</m:t>
                          </m:r>
                        </m:sup>
                      </m:sSup>
                    </m:oMath>
                  </m:oMathPara>
                </a14:m>
                <a:endParaRPr lang="en-GB" sz="6000" dirty="0"/>
              </a:p>
            </p:txBody>
          </p:sp>
        </mc:Choice>
        <mc:Fallback xmlns="">
          <p:sp>
            <p:nvSpPr>
              <p:cNvPr id="12" name="TextBox 11">
                <a:extLst>
                  <a:ext uri="{FF2B5EF4-FFF2-40B4-BE49-F238E27FC236}">
                    <a16:creationId xmlns:a16="http://schemas.microsoft.com/office/drawing/2014/main" id="{38FBD29D-280E-6C10-BFAC-D0ECE06930C3}"/>
                  </a:ext>
                </a:extLst>
              </p:cNvPr>
              <p:cNvSpPr txBox="1">
                <a:spLocks noRot="1" noChangeAspect="1" noMove="1" noResize="1" noEditPoints="1" noAdjustHandles="1" noChangeArrowheads="1" noChangeShapeType="1" noTextEdit="1"/>
              </p:cNvSpPr>
              <p:nvPr/>
            </p:nvSpPr>
            <p:spPr>
              <a:xfrm>
                <a:off x="5106000" y="2394000"/>
                <a:ext cx="5400000" cy="105028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0950552-F9EB-520D-C6AE-D88F74BCC5A2}"/>
                  </a:ext>
                </a:extLst>
              </p:cNvPr>
              <p:cNvSpPr txBox="1"/>
              <p:nvPr/>
            </p:nvSpPr>
            <p:spPr>
              <a:xfrm>
                <a:off x="2586000" y="1028712"/>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3">
                                  <a:lumMod val="75000"/>
                                </a:schemeClr>
                              </a:solidFill>
                              <a:latin typeface="Cambria Math" panose="02040503050406030204" pitchFamily="18" charset="0"/>
                            </a:rPr>
                          </m:ctrlPr>
                        </m:accPr>
                        <m:e>
                          <m:r>
                            <a:rPr lang="en-GB" sz="6000" i="1">
                              <a:solidFill>
                                <a:schemeClr val="accent3">
                                  <a:lumMod val="75000"/>
                                </a:schemeClr>
                              </a:solidFill>
                              <a:latin typeface="Cambria Math" panose="02040503050406030204" pitchFamily="18" charset="0"/>
                            </a:rPr>
                            <m:t>𝑅</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11" name="TextBox 10">
                <a:extLst>
                  <a:ext uri="{FF2B5EF4-FFF2-40B4-BE49-F238E27FC236}">
                    <a16:creationId xmlns:a16="http://schemas.microsoft.com/office/drawing/2014/main" id="{B0950552-F9EB-520D-C6AE-D88F74BCC5A2}"/>
                  </a:ext>
                </a:extLst>
              </p:cNvPr>
              <p:cNvSpPr txBox="1">
                <a:spLocks noRot="1" noChangeAspect="1" noMove="1" noResize="1" noEditPoints="1" noAdjustHandles="1" noChangeArrowheads="1" noChangeShapeType="1" noTextEdit="1"/>
              </p:cNvSpPr>
              <p:nvPr/>
            </p:nvSpPr>
            <p:spPr>
              <a:xfrm>
                <a:off x="2586000" y="1028712"/>
                <a:ext cx="3375000" cy="105028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201DD2F-A8E7-CAF2-6A20-34B866BC708C}"/>
                  </a:ext>
                </a:extLst>
              </p:cNvPr>
              <p:cNvSpPr txBox="1"/>
              <p:nvPr/>
            </p:nvSpPr>
            <p:spPr>
              <a:xfrm>
                <a:off x="5151000" y="1028712"/>
                <a:ext cx="4905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b="0" i="1" smtClean="0">
                              <a:solidFill>
                                <a:schemeClr val="accent6"/>
                              </a:solidFill>
                              <a:latin typeface="Cambria Math" panose="02040503050406030204" pitchFamily="18" charset="0"/>
                            </a:rPr>
                            <m:t>0.7724</m:t>
                          </m:r>
                          <m:r>
                            <a:rPr lang="en-GB" sz="6000" b="0" i="1" smtClean="0">
                              <a:solidFill>
                                <a:schemeClr val="tx1"/>
                              </a:solidFill>
                              <a:latin typeface="Cambria Math" panose="02040503050406030204" pitchFamily="18" charset="0"/>
                            </a:rPr>
                            <m:t>(</m:t>
                          </m:r>
                          <m:r>
                            <a:rPr lang="en-GB" sz="6000" b="0" i="1" smtClean="0">
                              <a:solidFill>
                                <a:schemeClr val="tx1"/>
                              </a:solidFill>
                              <a:latin typeface="Cambria Math" panose="02040503050406030204" pitchFamily="18" charset="0"/>
                            </a:rPr>
                            <m:t>𝑑</m:t>
                          </m:r>
                          <m:r>
                            <a:rPr lang="en-GB" sz="6000" b="0" i="1" smtClean="0">
                              <a:solidFill>
                                <a:schemeClr val="tx1"/>
                              </a:solidFill>
                              <a:latin typeface="Cambria Math" panose="02040503050406030204" pitchFamily="18" charset="0"/>
                            </a:rPr>
                            <m:t>−1)</m:t>
                          </m:r>
                        </m:sup>
                      </m:sSup>
                    </m:oMath>
                  </m:oMathPara>
                </a14:m>
                <a:endParaRPr lang="en-GB" sz="6000" dirty="0"/>
              </a:p>
            </p:txBody>
          </p:sp>
        </mc:Choice>
        <mc:Fallback xmlns="">
          <p:sp>
            <p:nvSpPr>
              <p:cNvPr id="14" name="TextBox 13">
                <a:extLst>
                  <a:ext uri="{FF2B5EF4-FFF2-40B4-BE49-F238E27FC236}">
                    <a16:creationId xmlns:a16="http://schemas.microsoft.com/office/drawing/2014/main" id="{0201DD2F-A8E7-CAF2-6A20-34B866BC708C}"/>
                  </a:ext>
                </a:extLst>
              </p:cNvPr>
              <p:cNvSpPr txBox="1">
                <a:spLocks noRot="1" noChangeAspect="1" noMove="1" noResize="1" noEditPoints="1" noAdjustHandles="1" noChangeArrowheads="1" noChangeShapeType="1" noTextEdit="1"/>
              </p:cNvSpPr>
              <p:nvPr/>
            </p:nvSpPr>
            <p:spPr>
              <a:xfrm>
                <a:off x="5151000" y="1028712"/>
                <a:ext cx="4905000" cy="105028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FAC4E2B-CBA5-D801-12A6-86354B2BD35B}"/>
                  </a:ext>
                </a:extLst>
              </p:cNvPr>
              <p:cNvSpPr txBox="1"/>
              <p:nvPr/>
            </p:nvSpPr>
            <p:spPr>
              <a:xfrm>
                <a:off x="2541000" y="3564000"/>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16" name="TextBox 15">
                <a:extLst>
                  <a:ext uri="{FF2B5EF4-FFF2-40B4-BE49-F238E27FC236}">
                    <a16:creationId xmlns:a16="http://schemas.microsoft.com/office/drawing/2014/main" id="{EFAC4E2B-CBA5-D801-12A6-86354B2BD35B}"/>
                  </a:ext>
                </a:extLst>
              </p:cNvPr>
              <p:cNvSpPr txBox="1">
                <a:spLocks noRot="1" noChangeAspect="1" noMove="1" noResize="1" noEditPoints="1" noAdjustHandles="1" noChangeArrowheads="1" noChangeShapeType="1" noTextEdit="1"/>
              </p:cNvSpPr>
              <p:nvPr/>
            </p:nvSpPr>
            <p:spPr>
              <a:xfrm>
                <a:off x="2541000" y="3564000"/>
                <a:ext cx="3375000" cy="105028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5E0CF06-A20F-6EC0-E2E6-CEF4A371CB25}"/>
                  </a:ext>
                </a:extLst>
              </p:cNvPr>
              <p:cNvSpPr txBox="1"/>
              <p:nvPr/>
            </p:nvSpPr>
            <p:spPr>
              <a:xfrm>
                <a:off x="5106000" y="3564000"/>
                <a:ext cx="3420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i="1" smtClean="0">
                              <a:solidFill>
                                <a:schemeClr val="accent6"/>
                              </a:solidFill>
                              <a:latin typeface="Cambria Math" panose="02040503050406030204" pitchFamily="18" charset="0"/>
                            </a:rPr>
                            <m:t>2</m:t>
                          </m:r>
                          <m:r>
                            <a:rPr lang="en-GB" sz="6000" b="0" i="1" smtClean="0">
                              <a:solidFill>
                                <a:schemeClr val="accent6"/>
                              </a:solidFill>
                              <a:latin typeface="Cambria Math" panose="02040503050406030204" pitchFamily="18" charset="0"/>
                            </a:rPr>
                            <m:t>.2928</m:t>
                          </m:r>
                        </m:sup>
                      </m:sSup>
                    </m:oMath>
                  </m:oMathPara>
                </a14:m>
                <a:endParaRPr lang="en-GB" sz="6000" dirty="0"/>
              </a:p>
            </p:txBody>
          </p:sp>
        </mc:Choice>
        <mc:Fallback xmlns="">
          <p:sp>
            <p:nvSpPr>
              <p:cNvPr id="18" name="TextBox 17">
                <a:extLst>
                  <a:ext uri="{FF2B5EF4-FFF2-40B4-BE49-F238E27FC236}">
                    <a16:creationId xmlns:a16="http://schemas.microsoft.com/office/drawing/2014/main" id="{05E0CF06-A20F-6EC0-E2E6-CEF4A371CB25}"/>
                  </a:ext>
                </a:extLst>
              </p:cNvPr>
              <p:cNvSpPr txBox="1">
                <a:spLocks noRot="1" noChangeAspect="1" noMove="1" noResize="1" noEditPoints="1" noAdjustHandles="1" noChangeArrowheads="1" noChangeShapeType="1" noTextEdit="1"/>
              </p:cNvSpPr>
              <p:nvPr/>
            </p:nvSpPr>
            <p:spPr>
              <a:xfrm>
                <a:off x="5106000" y="3564000"/>
                <a:ext cx="3420000" cy="105028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8E3F798-2E44-E2DD-9661-B3DE5F6E17DB}"/>
                  </a:ext>
                </a:extLst>
              </p:cNvPr>
              <p:cNvSpPr txBox="1"/>
              <p:nvPr/>
            </p:nvSpPr>
            <p:spPr>
              <a:xfrm>
                <a:off x="2541000" y="4689000"/>
                <a:ext cx="3375000" cy="1050288"/>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6000" i="1">
                              <a:solidFill>
                                <a:schemeClr val="accent2">
                                  <a:lumMod val="75000"/>
                                </a:schemeClr>
                              </a:solidFill>
                              <a:latin typeface="Cambria Math" panose="02040503050406030204" pitchFamily="18" charset="0"/>
                            </a:rPr>
                          </m:ctrlPr>
                        </m:accPr>
                        <m:e>
                          <m:r>
                            <a:rPr lang="en-GB" sz="6000" i="1">
                              <a:solidFill>
                                <a:schemeClr val="accent2">
                                  <a:lumMod val="75000"/>
                                </a:schemeClr>
                              </a:solidFill>
                              <a:latin typeface="Cambria Math" panose="02040503050406030204" pitchFamily="18" charset="0"/>
                            </a:rPr>
                            <m:t>𝐶</m:t>
                          </m:r>
                        </m:e>
                      </m:acc>
                      <m:d>
                        <m:dPr>
                          <m:ctrlPr>
                            <a:rPr lang="en-GB" sz="6000" b="0" i="1" smtClean="0">
                              <a:solidFill>
                                <a:schemeClr val="tx1"/>
                              </a:solidFill>
                              <a:latin typeface="Cambria Math" panose="02040503050406030204" pitchFamily="18" charset="0"/>
                            </a:rPr>
                          </m:ctrlPr>
                        </m:dPr>
                        <m:e>
                          <m:r>
                            <a:rPr lang="en-GB" sz="6000" b="0" i="1" smtClean="0">
                              <a:solidFill>
                                <a:schemeClr val="tx1"/>
                              </a:solidFill>
                              <a:latin typeface="Cambria Math" panose="02040503050406030204" pitchFamily="18" charset="0"/>
                            </a:rPr>
                            <m:t>𝑇</m:t>
                          </m:r>
                        </m:e>
                      </m:d>
                      <m:r>
                        <a:rPr lang="en-GB" sz="6000" b="0" i="1" smtClean="0">
                          <a:solidFill>
                            <a:schemeClr val="tx1"/>
                          </a:solidFill>
                          <a:latin typeface="Cambria Math" panose="02040503050406030204" pitchFamily="18" charset="0"/>
                        </a:rPr>
                        <m:t>≤</m:t>
                      </m:r>
                    </m:oMath>
                  </m:oMathPara>
                </a14:m>
                <a:endParaRPr lang="en-GB" sz="6000" dirty="0"/>
              </a:p>
            </p:txBody>
          </p:sp>
        </mc:Choice>
        <mc:Fallback xmlns="">
          <p:sp>
            <p:nvSpPr>
              <p:cNvPr id="20" name="TextBox 19">
                <a:extLst>
                  <a:ext uri="{FF2B5EF4-FFF2-40B4-BE49-F238E27FC236}">
                    <a16:creationId xmlns:a16="http://schemas.microsoft.com/office/drawing/2014/main" id="{F8E3F798-2E44-E2DD-9661-B3DE5F6E17DB}"/>
                  </a:ext>
                </a:extLst>
              </p:cNvPr>
              <p:cNvSpPr txBox="1">
                <a:spLocks noRot="1" noChangeAspect="1" noMove="1" noResize="1" noEditPoints="1" noAdjustHandles="1" noChangeArrowheads="1" noChangeShapeType="1" noTextEdit="1"/>
              </p:cNvSpPr>
              <p:nvPr/>
            </p:nvSpPr>
            <p:spPr>
              <a:xfrm>
                <a:off x="2541000" y="4689000"/>
                <a:ext cx="3375000" cy="1050288"/>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E685150-3E66-9687-9360-B96A5D2A7203}"/>
                  </a:ext>
                </a:extLst>
              </p:cNvPr>
              <p:cNvSpPr txBox="1"/>
              <p:nvPr/>
            </p:nvSpPr>
            <p:spPr>
              <a:xfrm>
                <a:off x="5106000" y="4689000"/>
                <a:ext cx="3420000" cy="1050288"/>
              </a:xfrm>
              <a:prstGeom prst="rect">
                <a:avLst/>
              </a:prstGeom>
              <a:noFill/>
            </p:spPr>
            <p:txBody>
              <a:bodyPr wrap="square">
                <a:spAutoFit/>
              </a:bodyPr>
              <a:lstStyle/>
              <a:p>
                <a:pPr algn="ctr"/>
                <a14:m>
                  <m:oMathPara xmlns:m="http://schemas.openxmlformats.org/officeDocument/2006/math">
                    <m:oMathParaPr>
                      <m:jc m:val="center"/>
                    </m:oMathParaPr>
                    <m:oMath>
                      <m:sSup>
                        <m:sSupPr>
                          <m:ctrlPr>
                            <a:rPr lang="en-GB" sz="6000" b="0" i="1" smtClean="0">
                              <a:solidFill>
                                <a:schemeClr val="tx1"/>
                              </a:solidFill>
                              <a:latin typeface="Cambria Math" panose="02040503050406030204" pitchFamily="18" charset="0"/>
                            </a:rPr>
                          </m:ctrlPr>
                        </m:sSupPr>
                        <m:e>
                          <m:r>
                            <a:rPr lang="en-GB" sz="6000" b="0" i="1" smtClean="0">
                              <a:solidFill>
                                <a:schemeClr val="tx1"/>
                              </a:solidFill>
                              <a:latin typeface="Cambria Math" panose="02040503050406030204" pitchFamily="18" charset="0"/>
                            </a:rPr>
                            <m:t>𝑛</m:t>
                          </m:r>
                        </m:e>
                        <m:sup>
                          <m:r>
                            <a:rPr lang="en-GB" sz="6000" i="1" smtClean="0">
                              <a:solidFill>
                                <a:schemeClr val="accent6"/>
                              </a:solidFill>
                              <a:latin typeface="Cambria Math" panose="02040503050406030204" pitchFamily="18" charset="0"/>
                            </a:rPr>
                            <m:t>2</m:t>
                          </m:r>
                          <m:r>
                            <a:rPr lang="en-GB" sz="6000" b="0" i="1" smtClean="0">
                              <a:solidFill>
                                <a:schemeClr val="accent6"/>
                              </a:solidFill>
                              <a:latin typeface="Cambria Math" panose="02040503050406030204" pitchFamily="18" charset="0"/>
                            </a:rPr>
                            <m:t>.8738</m:t>
                          </m:r>
                        </m:sup>
                      </m:sSup>
                    </m:oMath>
                  </m:oMathPara>
                </a14:m>
                <a:endParaRPr lang="en-GB" sz="6000" dirty="0"/>
              </a:p>
            </p:txBody>
          </p:sp>
        </mc:Choice>
        <mc:Fallback xmlns="">
          <p:sp>
            <p:nvSpPr>
              <p:cNvPr id="22" name="TextBox 21">
                <a:extLst>
                  <a:ext uri="{FF2B5EF4-FFF2-40B4-BE49-F238E27FC236}">
                    <a16:creationId xmlns:a16="http://schemas.microsoft.com/office/drawing/2014/main" id="{AE685150-3E66-9687-9360-B96A5D2A7203}"/>
                  </a:ext>
                </a:extLst>
              </p:cNvPr>
              <p:cNvSpPr txBox="1">
                <a:spLocks noRot="1" noChangeAspect="1" noMove="1" noResize="1" noEditPoints="1" noAdjustHandles="1" noChangeArrowheads="1" noChangeShapeType="1" noTextEdit="1"/>
              </p:cNvSpPr>
              <p:nvPr/>
            </p:nvSpPr>
            <p:spPr>
              <a:xfrm>
                <a:off x="5106000" y="4689000"/>
                <a:ext cx="3420000" cy="1050288"/>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C8680FF-F13E-1138-B270-9D2216391A62}"/>
                  </a:ext>
                </a:extLst>
              </p:cNvPr>
              <p:cNvSpPr txBox="1"/>
              <p:nvPr/>
            </p:nvSpPr>
            <p:spPr>
              <a:xfrm>
                <a:off x="7266000" y="3609000"/>
                <a:ext cx="3375000" cy="830997"/>
              </a:xfrm>
              <a:prstGeom prst="rect">
                <a:avLst/>
              </a:prstGeom>
              <a:noFill/>
            </p:spPr>
            <p:txBody>
              <a:bodyPr wrap="square">
                <a:spAutoFit/>
              </a:bodyPr>
              <a:lstStyle/>
              <a:p>
                <a:pPr algn="ctr"/>
                <a14:m>
                  <m:oMathPara xmlns:m="http://schemas.openxmlformats.org/officeDocument/2006/math">
                    <m:oMathParaPr>
                      <m:jc m:val="center"/>
                    </m:oMathParaPr>
                    <m:oMath>
                      <m:r>
                        <a:rPr lang="en-GB" sz="4800" b="0" i="1" smtClean="0">
                          <a:solidFill>
                            <a:schemeClr val="tx1"/>
                          </a:solidFill>
                          <a:latin typeface="Cambria Math" panose="02040503050406030204" pitchFamily="18" charset="0"/>
                        </a:rPr>
                        <m:t>,</m:t>
                      </m:r>
                      <m:r>
                        <a:rPr lang="en-GB" sz="4800" b="0" i="1" smtClean="0">
                          <a:solidFill>
                            <a:schemeClr val="tx1"/>
                          </a:solidFill>
                          <a:latin typeface="Cambria Math" panose="02040503050406030204" pitchFamily="18" charset="0"/>
                        </a:rPr>
                        <m:t>𝑑</m:t>
                      </m:r>
                      <m:r>
                        <a:rPr lang="en-GB" sz="4800" b="0" i="1" smtClean="0">
                          <a:solidFill>
                            <a:schemeClr val="tx1"/>
                          </a:solidFill>
                          <a:latin typeface="Cambria Math" panose="02040503050406030204" pitchFamily="18" charset="0"/>
                        </a:rPr>
                        <m:t>=4</m:t>
                      </m:r>
                    </m:oMath>
                  </m:oMathPara>
                </a14:m>
                <a:endParaRPr lang="en-GB" sz="4800" dirty="0"/>
              </a:p>
            </p:txBody>
          </p:sp>
        </mc:Choice>
        <mc:Fallback xmlns="">
          <p:sp>
            <p:nvSpPr>
              <p:cNvPr id="24" name="TextBox 23">
                <a:extLst>
                  <a:ext uri="{FF2B5EF4-FFF2-40B4-BE49-F238E27FC236}">
                    <a16:creationId xmlns:a16="http://schemas.microsoft.com/office/drawing/2014/main" id="{FC8680FF-F13E-1138-B270-9D2216391A62}"/>
                  </a:ext>
                </a:extLst>
              </p:cNvPr>
              <p:cNvSpPr txBox="1">
                <a:spLocks noRot="1" noChangeAspect="1" noMove="1" noResize="1" noEditPoints="1" noAdjustHandles="1" noChangeArrowheads="1" noChangeShapeType="1" noTextEdit="1"/>
              </p:cNvSpPr>
              <p:nvPr/>
            </p:nvSpPr>
            <p:spPr>
              <a:xfrm>
                <a:off x="7266000" y="3609000"/>
                <a:ext cx="3375000"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0143A42-58A3-2326-6B25-3D08264A2CC3}"/>
                  </a:ext>
                </a:extLst>
              </p:cNvPr>
              <p:cNvSpPr txBox="1"/>
              <p:nvPr/>
            </p:nvSpPr>
            <p:spPr>
              <a:xfrm>
                <a:off x="7266000" y="4758003"/>
                <a:ext cx="3375000" cy="830997"/>
              </a:xfrm>
              <a:prstGeom prst="rect">
                <a:avLst/>
              </a:prstGeom>
              <a:noFill/>
            </p:spPr>
            <p:txBody>
              <a:bodyPr wrap="square">
                <a:spAutoFit/>
              </a:bodyPr>
              <a:lstStyle/>
              <a:p>
                <a:pPr algn="ctr"/>
                <a14:m>
                  <m:oMathPara xmlns:m="http://schemas.openxmlformats.org/officeDocument/2006/math">
                    <m:oMathParaPr>
                      <m:jc m:val="center"/>
                    </m:oMathParaPr>
                    <m:oMath>
                      <m:r>
                        <a:rPr lang="en-GB" sz="4800" b="0" i="1" smtClean="0">
                          <a:solidFill>
                            <a:schemeClr val="tx1"/>
                          </a:solidFill>
                          <a:latin typeface="Cambria Math" panose="02040503050406030204" pitchFamily="18" charset="0"/>
                        </a:rPr>
                        <m:t>,</m:t>
                      </m:r>
                      <m:r>
                        <a:rPr lang="en-GB" sz="4800" b="0" i="1" smtClean="0">
                          <a:solidFill>
                            <a:schemeClr val="tx1"/>
                          </a:solidFill>
                          <a:latin typeface="Cambria Math" panose="02040503050406030204" pitchFamily="18" charset="0"/>
                        </a:rPr>
                        <m:t>𝑑</m:t>
                      </m:r>
                      <m:r>
                        <a:rPr lang="en-GB" sz="4800" b="0" i="1" smtClean="0">
                          <a:solidFill>
                            <a:schemeClr val="tx1"/>
                          </a:solidFill>
                          <a:latin typeface="Cambria Math" panose="02040503050406030204" pitchFamily="18" charset="0"/>
                        </a:rPr>
                        <m:t>=5</m:t>
                      </m:r>
                    </m:oMath>
                  </m:oMathPara>
                </a14:m>
                <a:endParaRPr lang="en-GB" sz="4800" dirty="0"/>
              </a:p>
            </p:txBody>
          </p:sp>
        </mc:Choice>
        <mc:Fallback xmlns="">
          <p:sp>
            <p:nvSpPr>
              <p:cNvPr id="26" name="TextBox 25">
                <a:extLst>
                  <a:ext uri="{FF2B5EF4-FFF2-40B4-BE49-F238E27FC236}">
                    <a16:creationId xmlns:a16="http://schemas.microsoft.com/office/drawing/2014/main" id="{A0143A42-58A3-2326-6B25-3D08264A2CC3}"/>
                  </a:ext>
                </a:extLst>
              </p:cNvPr>
              <p:cNvSpPr txBox="1">
                <a:spLocks noRot="1" noChangeAspect="1" noMove="1" noResize="1" noEditPoints="1" noAdjustHandles="1" noChangeArrowheads="1" noChangeShapeType="1" noTextEdit="1"/>
              </p:cNvSpPr>
              <p:nvPr/>
            </p:nvSpPr>
            <p:spPr>
              <a:xfrm>
                <a:off x="7266000" y="4758003"/>
                <a:ext cx="3375000" cy="830997"/>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241672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20" grpId="0"/>
      <p:bldP spid="22" grpId="0"/>
      <p:bldP spid="24" grpId="0"/>
      <p:bldP spid="2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189A-BD94-9B44-D12B-EEBF37B83C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3B087F-F0DA-09DA-3881-D36CF0311029}"/>
              </a:ext>
            </a:extLst>
          </p:cNvPr>
          <p:cNvSpPr txBox="1"/>
          <p:nvPr/>
        </p:nvSpPr>
        <p:spPr>
          <a:xfrm>
            <a:off x="1775952" y="2863337"/>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352346745"/>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48BA-C278-2275-A11C-5F2417C62C0E}"/>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49B16191-1B4A-0F4B-AC36-03728E2C95F3}"/>
              </a:ext>
            </a:extLst>
          </p:cNvPr>
          <p:cNvGrpSpPr/>
          <p:nvPr/>
        </p:nvGrpSpPr>
        <p:grpSpPr>
          <a:xfrm>
            <a:off x="1595950" y="2438989"/>
            <a:ext cx="3510039" cy="2834800"/>
            <a:chOff x="5825997" y="2978995"/>
            <a:chExt cx="3510039" cy="2834800"/>
          </a:xfrm>
        </p:grpSpPr>
        <p:cxnSp>
          <p:nvCxnSpPr>
            <p:cNvPr id="18" name="Straight Connector 17">
              <a:extLst>
                <a:ext uri="{FF2B5EF4-FFF2-40B4-BE49-F238E27FC236}">
                  <a16:creationId xmlns:a16="http://schemas.microsoft.com/office/drawing/2014/main" id="{338F24AB-677B-5403-88FF-147E6B2C4AC6}"/>
                </a:ext>
              </a:extLst>
            </p:cNvPr>
            <p:cNvCxnSpPr>
              <a:cxnSpLocks/>
            </p:cNvCxnSpPr>
            <p:nvPr/>
          </p:nvCxnSpPr>
          <p:spPr>
            <a:xfrm flipH="1">
              <a:off x="6096000" y="3248998"/>
              <a:ext cx="1170013" cy="234002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ABD6D43-B07B-DC31-E6BB-C042C7035892}"/>
                </a:ext>
              </a:extLst>
            </p:cNvPr>
            <p:cNvCxnSpPr>
              <a:cxnSpLocks/>
            </p:cNvCxnSpPr>
            <p:nvPr/>
          </p:nvCxnSpPr>
          <p:spPr>
            <a:xfrm>
              <a:off x="7266013" y="3248998"/>
              <a:ext cx="1710019" cy="153001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F97BAA9-467C-8CD2-595C-4C43DCCB8659}"/>
                </a:ext>
              </a:extLst>
            </p:cNvPr>
            <p:cNvCxnSpPr>
              <a:cxnSpLocks/>
            </p:cNvCxnSpPr>
            <p:nvPr/>
          </p:nvCxnSpPr>
          <p:spPr>
            <a:xfrm flipH="1">
              <a:off x="6096000" y="4779015"/>
              <a:ext cx="2880032" cy="81000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338DECB5-140F-E343-8AD9-A803C1CE768C}"/>
                </a:ext>
              </a:extLst>
            </p:cNvPr>
            <p:cNvGrpSpPr/>
            <p:nvPr/>
          </p:nvGrpSpPr>
          <p:grpSpPr>
            <a:xfrm>
              <a:off x="6906009" y="2978995"/>
              <a:ext cx="720008" cy="584775"/>
              <a:chOff x="3125967" y="2528990"/>
              <a:chExt cx="720008" cy="584775"/>
            </a:xfrm>
          </p:grpSpPr>
          <p:sp>
            <p:nvSpPr>
              <p:cNvPr id="4" name="Oval 3">
                <a:extLst>
                  <a:ext uri="{FF2B5EF4-FFF2-40B4-BE49-F238E27FC236}">
                    <a16:creationId xmlns:a16="http://schemas.microsoft.com/office/drawing/2014/main" id="{BECB74C8-494C-2D36-219B-7C61718C43C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AF2B26-5FD7-6CFD-E15C-FF3B9D0712A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9" name="TextBox 8">
                    <a:extLst>
                      <a:ext uri="{FF2B5EF4-FFF2-40B4-BE49-F238E27FC236}">
                        <a16:creationId xmlns:a16="http://schemas.microsoft.com/office/drawing/2014/main" id="{02AF2B26-5FD7-6CFD-E15C-FF3B9D0712A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11" name="Group 10">
              <a:extLst>
                <a:ext uri="{FF2B5EF4-FFF2-40B4-BE49-F238E27FC236}">
                  <a16:creationId xmlns:a16="http://schemas.microsoft.com/office/drawing/2014/main" id="{D1A0E4DA-99AF-E5FE-1A94-94EB8D48DB9B}"/>
                </a:ext>
              </a:extLst>
            </p:cNvPr>
            <p:cNvGrpSpPr/>
            <p:nvPr/>
          </p:nvGrpSpPr>
          <p:grpSpPr>
            <a:xfrm>
              <a:off x="5825997" y="5229020"/>
              <a:ext cx="720008" cy="584775"/>
              <a:chOff x="3125967" y="2528990"/>
              <a:chExt cx="720008" cy="584775"/>
            </a:xfrm>
          </p:grpSpPr>
          <p:sp>
            <p:nvSpPr>
              <p:cNvPr id="12" name="Oval 11">
                <a:extLst>
                  <a:ext uri="{FF2B5EF4-FFF2-40B4-BE49-F238E27FC236}">
                    <a16:creationId xmlns:a16="http://schemas.microsoft.com/office/drawing/2014/main" id="{F247020D-A254-0DCC-1841-E4B3541C935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6E2173C-38F9-B501-95D7-BE353B6ACD1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13" name="TextBox 12">
                    <a:extLst>
                      <a:ext uri="{FF2B5EF4-FFF2-40B4-BE49-F238E27FC236}">
                        <a16:creationId xmlns:a16="http://schemas.microsoft.com/office/drawing/2014/main" id="{66E2173C-38F9-B501-95D7-BE353B6ACD1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14" name="Group 13">
              <a:extLst>
                <a:ext uri="{FF2B5EF4-FFF2-40B4-BE49-F238E27FC236}">
                  <a16:creationId xmlns:a16="http://schemas.microsoft.com/office/drawing/2014/main" id="{3D83FD21-6112-4EB5-B8BD-5F12C38152CF}"/>
                </a:ext>
              </a:extLst>
            </p:cNvPr>
            <p:cNvGrpSpPr/>
            <p:nvPr/>
          </p:nvGrpSpPr>
          <p:grpSpPr>
            <a:xfrm>
              <a:off x="8616028" y="4509012"/>
              <a:ext cx="720008" cy="584775"/>
              <a:chOff x="3125967" y="2528990"/>
              <a:chExt cx="720008" cy="584775"/>
            </a:xfrm>
          </p:grpSpPr>
          <p:sp>
            <p:nvSpPr>
              <p:cNvPr id="15" name="Oval 14">
                <a:extLst>
                  <a:ext uri="{FF2B5EF4-FFF2-40B4-BE49-F238E27FC236}">
                    <a16:creationId xmlns:a16="http://schemas.microsoft.com/office/drawing/2014/main" id="{4C7191E3-B6CB-CD55-BAE0-03AD882C98A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93052D-46F5-3362-AE78-ACE2C07F093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6" name="TextBox 15">
                    <a:extLst>
                      <a:ext uri="{FF2B5EF4-FFF2-40B4-BE49-F238E27FC236}">
                        <a16:creationId xmlns:a16="http://schemas.microsoft.com/office/drawing/2014/main" id="{1593052D-46F5-3362-AE78-ACE2C07F093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sp>
        <p:nvSpPr>
          <p:cNvPr id="5" name="TextBox 4">
            <a:extLst>
              <a:ext uri="{FF2B5EF4-FFF2-40B4-BE49-F238E27FC236}">
                <a16:creationId xmlns:a16="http://schemas.microsoft.com/office/drawing/2014/main" id="{819FAFF3-F535-8666-155B-1AC029394C7B}"/>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9109924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ACE62-B0F3-6C8D-6F51-43539DFDAA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4D72C8-6ED9-8ADB-0017-92F338DC9CD0}"/>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33B4BB0-DB53-6494-5FB4-C4F0C7DE82A6}"/>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533B4BB0-DB53-6494-5FB4-C4F0C7DE82A6}"/>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2B16DC0-A347-FE1B-AB1C-5D00230C7533}"/>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02B16DC0-A347-FE1B-AB1C-5D00230C7533}"/>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5A0355C-62C8-4CC6-F3C2-3D37D7F09761}"/>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1</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F5A0355C-62C8-4CC6-F3C2-3D37D7F09761}"/>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5F7A1AC8-B31F-F78E-BE5F-035B94835452}"/>
              </a:ext>
            </a:extLst>
          </p:cNvPr>
          <p:cNvGrpSpPr/>
          <p:nvPr/>
        </p:nvGrpSpPr>
        <p:grpSpPr>
          <a:xfrm>
            <a:off x="1595950" y="2438989"/>
            <a:ext cx="3510039" cy="2834800"/>
            <a:chOff x="5825997" y="2978995"/>
            <a:chExt cx="3510039" cy="2834800"/>
          </a:xfrm>
        </p:grpSpPr>
        <p:cxnSp>
          <p:nvCxnSpPr>
            <p:cNvPr id="5" name="Straight Connector 4">
              <a:extLst>
                <a:ext uri="{FF2B5EF4-FFF2-40B4-BE49-F238E27FC236}">
                  <a16:creationId xmlns:a16="http://schemas.microsoft.com/office/drawing/2014/main" id="{A29A7DDD-7918-B6C5-E947-8DB1ABC412DA}"/>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024C78A-0D6A-5ECC-BEFE-FE4BCD2A8D41}"/>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4891A4-9AA7-54FE-F582-F3E85853B4E6}"/>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13E230CD-FDE5-5F73-EE56-2A8B2617B166}"/>
                </a:ext>
              </a:extLst>
            </p:cNvPr>
            <p:cNvGrpSpPr/>
            <p:nvPr/>
          </p:nvGrpSpPr>
          <p:grpSpPr>
            <a:xfrm>
              <a:off x="6906009" y="2978995"/>
              <a:ext cx="720008" cy="584775"/>
              <a:chOff x="3125967" y="2528990"/>
              <a:chExt cx="720008" cy="584775"/>
            </a:xfrm>
          </p:grpSpPr>
          <p:sp>
            <p:nvSpPr>
              <p:cNvPr id="25" name="Oval 24">
                <a:extLst>
                  <a:ext uri="{FF2B5EF4-FFF2-40B4-BE49-F238E27FC236}">
                    <a16:creationId xmlns:a16="http://schemas.microsoft.com/office/drawing/2014/main" id="{599E09D1-046B-D6C8-627C-8E6CCE62604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ACBA180-16A3-D97F-B408-744294DB517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CACBA180-16A3-D97F-B408-744294DB517B}"/>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nvGrpSpPr>
            <p:cNvPr id="17" name="Group 16">
              <a:extLst>
                <a:ext uri="{FF2B5EF4-FFF2-40B4-BE49-F238E27FC236}">
                  <a16:creationId xmlns:a16="http://schemas.microsoft.com/office/drawing/2014/main" id="{DAD41D55-CDFE-73D2-526C-2D391A76187D}"/>
                </a:ext>
              </a:extLst>
            </p:cNvPr>
            <p:cNvGrpSpPr/>
            <p:nvPr/>
          </p:nvGrpSpPr>
          <p:grpSpPr>
            <a:xfrm>
              <a:off x="5825997" y="5229020"/>
              <a:ext cx="720008" cy="584775"/>
              <a:chOff x="3125967" y="2528990"/>
              <a:chExt cx="720008" cy="584775"/>
            </a:xfrm>
          </p:grpSpPr>
          <p:sp>
            <p:nvSpPr>
              <p:cNvPr id="23" name="Oval 22">
                <a:extLst>
                  <a:ext uri="{FF2B5EF4-FFF2-40B4-BE49-F238E27FC236}">
                    <a16:creationId xmlns:a16="http://schemas.microsoft.com/office/drawing/2014/main" id="{4E410AE3-A87B-255F-8D06-E96FDE47AC4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ED88FBA-DA0A-DA31-0C03-C994466CE8D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4" name="TextBox 23">
                    <a:extLst>
                      <a:ext uri="{FF2B5EF4-FFF2-40B4-BE49-F238E27FC236}">
                        <a16:creationId xmlns:a16="http://schemas.microsoft.com/office/drawing/2014/main" id="{FED88FBA-DA0A-DA31-0C03-C994466CE8D6}"/>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19" name="Group 18">
              <a:extLst>
                <a:ext uri="{FF2B5EF4-FFF2-40B4-BE49-F238E27FC236}">
                  <a16:creationId xmlns:a16="http://schemas.microsoft.com/office/drawing/2014/main" id="{92BC1217-8F84-C108-4253-F9289861A99B}"/>
                </a:ext>
              </a:extLst>
            </p:cNvPr>
            <p:cNvGrpSpPr/>
            <p:nvPr/>
          </p:nvGrpSpPr>
          <p:grpSpPr>
            <a:xfrm>
              <a:off x="8616028" y="4509012"/>
              <a:ext cx="720008" cy="584775"/>
              <a:chOff x="3125967" y="2528990"/>
              <a:chExt cx="720008" cy="584775"/>
            </a:xfrm>
          </p:grpSpPr>
          <p:sp>
            <p:nvSpPr>
              <p:cNvPr id="20" name="Oval 19">
                <a:extLst>
                  <a:ext uri="{FF2B5EF4-FFF2-40B4-BE49-F238E27FC236}">
                    <a16:creationId xmlns:a16="http://schemas.microsoft.com/office/drawing/2014/main" id="{D3BCF35C-21FE-EE83-80C4-B62060BF200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B00107-202A-07DE-769E-474DA4F9362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2" name="TextBox 21">
                    <a:extLst>
                      <a:ext uri="{FF2B5EF4-FFF2-40B4-BE49-F238E27FC236}">
                        <a16:creationId xmlns:a16="http://schemas.microsoft.com/office/drawing/2014/main" id="{80B00107-202A-07DE-769E-474DA4F9362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7"/>
                    <a:stretch>
                      <a:fillRect/>
                    </a:stretch>
                  </a:blipFill>
                </p:spPr>
                <p:txBody>
                  <a:bodyPr/>
                  <a:lstStyle/>
                  <a:p>
                    <a:r>
                      <a:rPr lang="en-GB">
                        <a:noFill/>
                      </a:rPr>
                      <a:t> </a:t>
                    </a:r>
                  </a:p>
                </p:txBody>
              </p:sp>
            </mc:Fallback>
          </mc:AlternateContent>
        </p:grpSp>
      </p:grpSp>
    </p:spTree>
    <p:extLst>
      <p:ext uri="{BB962C8B-B14F-4D97-AF65-F5344CB8AC3E}">
        <p14:creationId xmlns:p14="http://schemas.microsoft.com/office/powerpoint/2010/main" val="1930041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73A96D3-C5A0-BE58-8D93-687039ACBBD5}"/>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C73A96D3-C5A0-BE58-8D93-687039ACBBD5}"/>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F17482E-02E0-2746-8BE5-BED2E91456ED}"/>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CF17482E-02E0-2746-8BE5-BED2E91456ED}"/>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374C9EA-332A-4837-54EE-9B9136607075}"/>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1</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3374C9EA-332A-4837-54EE-9B9136607075}"/>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DF8F8D5-EF9D-6171-194A-926310611A96}"/>
                  </a:ext>
                </a:extLst>
              </p:cNvPr>
              <p:cNvSpPr txBox="1"/>
              <p:nvPr/>
            </p:nvSpPr>
            <p:spPr>
              <a:xfrm>
                <a:off x="6546005" y="3699003"/>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1</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39" name="TextBox 38">
                <a:extLst>
                  <a:ext uri="{FF2B5EF4-FFF2-40B4-BE49-F238E27FC236}">
                    <a16:creationId xmlns:a16="http://schemas.microsoft.com/office/drawing/2014/main" id="{1DF8F8D5-EF9D-6171-194A-926310611A96}"/>
                  </a:ext>
                </a:extLst>
              </p:cNvPr>
              <p:cNvSpPr txBox="1">
                <a:spLocks noRot="1" noChangeAspect="1" noMove="1" noResize="1" noEditPoints="1" noAdjustHandles="1" noChangeArrowheads="1" noChangeShapeType="1" noTextEdit="1"/>
              </p:cNvSpPr>
              <p:nvPr/>
            </p:nvSpPr>
            <p:spPr>
              <a:xfrm>
                <a:off x="6546005" y="3699003"/>
                <a:ext cx="3330037" cy="830997"/>
              </a:xfrm>
              <a:prstGeom prst="rect">
                <a:avLst/>
              </a:prstGeom>
              <a:blipFill>
                <a:blip r:embed="rId5"/>
                <a:stretch>
                  <a:fillRect/>
                </a:stretch>
              </a:blipFill>
            </p:spPr>
            <p:txBody>
              <a:bodyPr/>
              <a:lstStyle/>
              <a:p>
                <a:r>
                  <a:rPr lang="en-GB">
                    <a:noFill/>
                  </a:rPr>
                  <a:t> </a:t>
                </a:r>
              </a:p>
            </p:txBody>
          </p:sp>
        </mc:Fallback>
      </mc:AlternateContent>
      <p:grpSp>
        <p:nvGrpSpPr>
          <p:cNvPr id="40" name="Group 39">
            <a:extLst>
              <a:ext uri="{FF2B5EF4-FFF2-40B4-BE49-F238E27FC236}">
                <a16:creationId xmlns:a16="http://schemas.microsoft.com/office/drawing/2014/main" id="{8497F041-33D7-011A-E6BC-3BD0C6D4D651}"/>
              </a:ext>
            </a:extLst>
          </p:cNvPr>
          <p:cNvGrpSpPr/>
          <p:nvPr/>
        </p:nvGrpSpPr>
        <p:grpSpPr>
          <a:xfrm>
            <a:off x="1595950" y="2438989"/>
            <a:ext cx="3510039" cy="2834800"/>
            <a:chOff x="5825997" y="2978995"/>
            <a:chExt cx="3510039" cy="2834800"/>
          </a:xfrm>
        </p:grpSpPr>
        <p:cxnSp>
          <p:nvCxnSpPr>
            <p:cNvPr id="41" name="Straight Connector 40">
              <a:extLst>
                <a:ext uri="{FF2B5EF4-FFF2-40B4-BE49-F238E27FC236}">
                  <a16:creationId xmlns:a16="http://schemas.microsoft.com/office/drawing/2014/main" id="{3B553892-BD2B-F142-4608-2BA9BAA162A9}"/>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3511C48-6FE4-B2CC-5FFB-95833CFC7B8C}"/>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4AF840-3EFE-A137-2195-823863ED63F9}"/>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9F85CCCC-9761-1BEB-EFE0-56B5A23E8700}"/>
                </a:ext>
              </a:extLst>
            </p:cNvPr>
            <p:cNvGrpSpPr/>
            <p:nvPr/>
          </p:nvGrpSpPr>
          <p:grpSpPr>
            <a:xfrm>
              <a:off x="6906009" y="2978995"/>
              <a:ext cx="720008" cy="584775"/>
              <a:chOff x="3125967" y="2528990"/>
              <a:chExt cx="720008" cy="584775"/>
            </a:xfrm>
          </p:grpSpPr>
          <p:sp>
            <p:nvSpPr>
              <p:cNvPr id="51" name="Oval 50">
                <a:extLst>
                  <a:ext uri="{FF2B5EF4-FFF2-40B4-BE49-F238E27FC236}">
                    <a16:creationId xmlns:a16="http://schemas.microsoft.com/office/drawing/2014/main" id="{3ED83CF7-2B7F-0A9E-7E40-557CF536EBA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40102BD2-7414-150C-1E86-45114F31B92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52" name="TextBox 51">
                    <a:extLst>
                      <a:ext uri="{FF2B5EF4-FFF2-40B4-BE49-F238E27FC236}">
                        <a16:creationId xmlns:a16="http://schemas.microsoft.com/office/drawing/2014/main" id="{40102BD2-7414-150C-1E86-45114F31B92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45" name="Group 44">
              <a:extLst>
                <a:ext uri="{FF2B5EF4-FFF2-40B4-BE49-F238E27FC236}">
                  <a16:creationId xmlns:a16="http://schemas.microsoft.com/office/drawing/2014/main" id="{EAD9121F-77E8-2A0D-BBC4-921D9DB15CF3}"/>
                </a:ext>
              </a:extLst>
            </p:cNvPr>
            <p:cNvGrpSpPr/>
            <p:nvPr/>
          </p:nvGrpSpPr>
          <p:grpSpPr>
            <a:xfrm>
              <a:off x="5825997" y="5229020"/>
              <a:ext cx="720008" cy="584775"/>
              <a:chOff x="3125967" y="2528990"/>
              <a:chExt cx="720008" cy="584775"/>
            </a:xfrm>
          </p:grpSpPr>
          <p:sp>
            <p:nvSpPr>
              <p:cNvPr id="49" name="Oval 48">
                <a:extLst>
                  <a:ext uri="{FF2B5EF4-FFF2-40B4-BE49-F238E27FC236}">
                    <a16:creationId xmlns:a16="http://schemas.microsoft.com/office/drawing/2014/main" id="{5C90C835-466B-86A8-DEBA-D0F9B4132D9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CF2ED3C-7F65-40B3-B9D6-7A9853402B4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50" name="TextBox 49">
                    <a:extLst>
                      <a:ext uri="{FF2B5EF4-FFF2-40B4-BE49-F238E27FC236}">
                        <a16:creationId xmlns:a16="http://schemas.microsoft.com/office/drawing/2014/main" id="{9CF2ED3C-7F65-40B3-B9D6-7A9853402B4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7"/>
                    <a:stretch>
                      <a:fillRect/>
                    </a:stretch>
                  </a:blipFill>
                </p:spPr>
                <p:txBody>
                  <a:bodyPr/>
                  <a:lstStyle/>
                  <a:p>
                    <a:r>
                      <a:rPr lang="en-GB">
                        <a:noFill/>
                      </a:rPr>
                      <a:t> </a:t>
                    </a:r>
                  </a:p>
                </p:txBody>
              </p:sp>
            </mc:Fallback>
          </mc:AlternateContent>
        </p:grpSp>
        <p:grpSp>
          <p:nvGrpSpPr>
            <p:cNvPr id="46" name="Group 45">
              <a:extLst>
                <a:ext uri="{FF2B5EF4-FFF2-40B4-BE49-F238E27FC236}">
                  <a16:creationId xmlns:a16="http://schemas.microsoft.com/office/drawing/2014/main" id="{64E7DA44-2C07-B1AE-B216-EE627B235B2B}"/>
                </a:ext>
              </a:extLst>
            </p:cNvPr>
            <p:cNvGrpSpPr/>
            <p:nvPr/>
          </p:nvGrpSpPr>
          <p:grpSpPr>
            <a:xfrm>
              <a:off x="8616028" y="4509012"/>
              <a:ext cx="720008" cy="584775"/>
              <a:chOff x="3125967" y="2528990"/>
              <a:chExt cx="720008" cy="584775"/>
            </a:xfrm>
          </p:grpSpPr>
          <p:sp>
            <p:nvSpPr>
              <p:cNvPr id="47" name="Oval 46">
                <a:extLst>
                  <a:ext uri="{FF2B5EF4-FFF2-40B4-BE49-F238E27FC236}">
                    <a16:creationId xmlns:a16="http://schemas.microsoft.com/office/drawing/2014/main" id="{22E1C93D-4FB5-219E-5B77-3256B6C6E6B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87623F3-193A-16C3-F763-C39128FE46E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48" name="TextBox 47">
                    <a:extLst>
                      <a:ext uri="{FF2B5EF4-FFF2-40B4-BE49-F238E27FC236}">
                        <a16:creationId xmlns:a16="http://schemas.microsoft.com/office/drawing/2014/main" id="{387623F3-193A-16C3-F763-C39128FE46E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8"/>
                    <a:stretch>
                      <a:fillRect/>
                    </a:stretch>
                  </a:blipFill>
                </p:spPr>
                <p:txBody>
                  <a:bodyPr/>
                  <a:lstStyle/>
                  <a:p>
                    <a:r>
                      <a:rPr lang="en-GB">
                        <a:noFill/>
                      </a:rPr>
                      <a:t> </a:t>
                    </a:r>
                  </a:p>
                </p:txBody>
              </p:sp>
            </mc:Fallback>
          </mc:AlternateContent>
        </p:grpSp>
      </p:grpSp>
      <p:sp>
        <p:nvSpPr>
          <p:cNvPr id="54" name="TextBox 53">
            <a:extLst>
              <a:ext uri="{FF2B5EF4-FFF2-40B4-BE49-F238E27FC236}">
                <a16:creationId xmlns:a16="http://schemas.microsoft.com/office/drawing/2014/main" id="{8990DD1D-F011-D00D-CE21-5C548A31D1DE}"/>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135531468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52B12-39BC-F89C-71B8-D428CEA039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96CE673-FCBF-F1A0-FD9E-782AE3C5F08D}"/>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896CE673-FCBF-F1A0-FD9E-782AE3C5F08D}"/>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A703421-5CBE-3EB2-908C-B8D4036A6131}"/>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3A703421-5CBE-3EB2-908C-B8D4036A6131}"/>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B069D4D-BF85-0BAC-64D1-A2C5C964543B}"/>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2</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2B069D4D-BF85-0BAC-64D1-A2C5C964543B}"/>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2040B9D-07C8-0E0F-C907-841FB841506B}"/>
                  </a:ext>
                </a:extLst>
              </p:cNvPr>
              <p:cNvSpPr txBox="1"/>
              <p:nvPr/>
            </p:nvSpPr>
            <p:spPr>
              <a:xfrm>
                <a:off x="6546005" y="2868006"/>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1</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39" name="TextBox 38">
                <a:extLst>
                  <a:ext uri="{FF2B5EF4-FFF2-40B4-BE49-F238E27FC236}">
                    <a16:creationId xmlns:a16="http://schemas.microsoft.com/office/drawing/2014/main" id="{52040B9D-07C8-0E0F-C907-841FB841506B}"/>
                  </a:ext>
                </a:extLst>
              </p:cNvPr>
              <p:cNvSpPr txBox="1">
                <a:spLocks noRot="1" noChangeAspect="1" noMove="1" noResize="1" noEditPoints="1" noAdjustHandles="1" noChangeArrowheads="1" noChangeShapeType="1" noTextEdit="1"/>
              </p:cNvSpPr>
              <p:nvPr/>
            </p:nvSpPr>
            <p:spPr>
              <a:xfrm>
                <a:off x="6546005" y="2868006"/>
                <a:ext cx="3330037" cy="830997"/>
              </a:xfrm>
              <a:prstGeom prst="rect">
                <a:avLst/>
              </a:prstGeom>
              <a:blipFill>
                <a:blip r:embed="rId5"/>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BF47B458-6407-548D-8C38-41472DAD346A}"/>
              </a:ext>
            </a:extLst>
          </p:cNvPr>
          <p:cNvGrpSpPr/>
          <p:nvPr/>
        </p:nvGrpSpPr>
        <p:grpSpPr>
          <a:xfrm>
            <a:off x="1595950" y="2438989"/>
            <a:ext cx="3510039" cy="2834800"/>
            <a:chOff x="5825997" y="2978995"/>
            <a:chExt cx="3510039" cy="2834800"/>
          </a:xfrm>
        </p:grpSpPr>
        <p:cxnSp>
          <p:nvCxnSpPr>
            <p:cNvPr id="6" name="Straight Connector 5">
              <a:extLst>
                <a:ext uri="{FF2B5EF4-FFF2-40B4-BE49-F238E27FC236}">
                  <a16:creationId xmlns:a16="http://schemas.microsoft.com/office/drawing/2014/main" id="{1F77AE45-D872-E62A-B4F8-B79C8B671D44}"/>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AD19516-C764-9D00-29CC-E32552BD12A8}"/>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983285A-E74E-B4AF-08BB-69B9A5E4CFC7}"/>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652291E4-FB10-1611-D25F-B1389DB2B158}"/>
                </a:ext>
              </a:extLst>
            </p:cNvPr>
            <p:cNvGrpSpPr/>
            <p:nvPr/>
          </p:nvGrpSpPr>
          <p:grpSpPr>
            <a:xfrm>
              <a:off x="6906009" y="2978995"/>
              <a:ext cx="720008" cy="584775"/>
              <a:chOff x="3125967" y="2528990"/>
              <a:chExt cx="720008" cy="584775"/>
            </a:xfrm>
          </p:grpSpPr>
          <p:sp>
            <p:nvSpPr>
              <p:cNvPr id="28" name="Oval 27">
                <a:extLst>
                  <a:ext uri="{FF2B5EF4-FFF2-40B4-BE49-F238E27FC236}">
                    <a16:creationId xmlns:a16="http://schemas.microsoft.com/office/drawing/2014/main" id="{5E0F5D80-4F91-23D2-14A5-7A44EF57BE2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997B349-442B-9CC4-8A13-0AE7E825036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2997B349-442B-9CC4-8A13-0AE7E8250366}"/>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5D261F6F-9CA1-AAB5-0735-58E43D54F5B2}"/>
                </a:ext>
              </a:extLst>
            </p:cNvPr>
            <p:cNvGrpSpPr/>
            <p:nvPr/>
          </p:nvGrpSpPr>
          <p:grpSpPr>
            <a:xfrm>
              <a:off x="5825997" y="5229020"/>
              <a:ext cx="720008" cy="584775"/>
              <a:chOff x="3125967" y="2528990"/>
              <a:chExt cx="720008" cy="584775"/>
            </a:xfrm>
          </p:grpSpPr>
          <p:sp>
            <p:nvSpPr>
              <p:cNvPr id="25" name="Oval 24">
                <a:extLst>
                  <a:ext uri="{FF2B5EF4-FFF2-40B4-BE49-F238E27FC236}">
                    <a16:creationId xmlns:a16="http://schemas.microsoft.com/office/drawing/2014/main" id="{51310AB7-C63D-5F10-EEBB-77FCB4753C8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15539ED-1F42-2557-7E54-52C7A605C7B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E15539ED-1F42-2557-7E54-52C7A605C7B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7"/>
                    <a:stretch>
                      <a:fillRect/>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A55B1D16-C5CB-07FB-85CE-C1AD0E416F60}"/>
                </a:ext>
              </a:extLst>
            </p:cNvPr>
            <p:cNvGrpSpPr/>
            <p:nvPr/>
          </p:nvGrpSpPr>
          <p:grpSpPr>
            <a:xfrm>
              <a:off x="8616028" y="4509012"/>
              <a:ext cx="720008" cy="584775"/>
              <a:chOff x="3125967" y="2528990"/>
              <a:chExt cx="720008" cy="584775"/>
            </a:xfrm>
          </p:grpSpPr>
          <p:sp>
            <p:nvSpPr>
              <p:cNvPr id="23" name="Oval 22">
                <a:extLst>
                  <a:ext uri="{FF2B5EF4-FFF2-40B4-BE49-F238E27FC236}">
                    <a16:creationId xmlns:a16="http://schemas.microsoft.com/office/drawing/2014/main" id="{AF5E4EA9-BD40-C5C8-457B-E39ACDC0808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762635D-6874-6484-D329-8B8A2DCA5E9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4" name="TextBox 23">
                    <a:extLst>
                      <a:ext uri="{FF2B5EF4-FFF2-40B4-BE49-F238E27FC236}">
                        <a16:creationId xmlns:a16="http://schemas.microsoft.com/office/drawing/2014/main" id="{3762635D-6874-6484-D329-8B8A2DCA5E9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8"/>
                    <a:stretch>
                      <a:fillRect/>
                    </a:stretch>
                  </a:blipFill>
                </p:spPr>
                <p:txBody>
                  <a:bodyPr/>
                  <a:lstStyle/>
                  <a:p>
                    <a:r>
                      <a:rPr lang="en-GB">
                        <a:noFill/>
                      </a:rPr>
                      <a:t> </a:t>
                    </a:r>
                  </a:p>
                </p:txBody>
              </p:sp>
            </mc:Fallback>
          </mc:AlternateContent>
        </p:grpSp>
      </p:grpSp>
      <p:sp>
        <p:nvSpPr>
          <p:cNvPr id="31" name="TextBox 30">
            <a:extLst>
              <a:ext uri="{FF2B5EF4-FFF2-40B4-BE49-F238E27FC236}">
                <a16:creationId xmlns:a16="http://schemas.microsoft.com/office/drawing/2014/main" id="{2DD9A925-C140-17A1-54F3-430332D58B85}"/>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15972820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BCAD-C3DD-C840-7FA5-60B871F9146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64DAF0C-C3C8-F0C2-55FA-306628FFA9B9}"/>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464DAF0C-C3C8-F0C2-55FA-306628FFA9B9}"/>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53CFB3F-80D7-32DB-8222-7ECC1A752B88}"/>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753CFB3F-80D7-32DB-8222-7ECC1A752B88}"/>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BDB1637-8F10-E04D-BD2E-9B744C10E364}"/>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2</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BBDB1637-8F10-E04D-BD2E-9B744C10E364}"/>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800D430-A317-E1E9-86E4-767955850EDD}"/>
                  </a:ext>
                </a:extLst>
              </p:cNvPr>
              <p:cNvSpPr txBox="1"/>
              <p:nvPr/>
            </p:nvSpPr>
            <p:spPr>
              <a:xfrm>
                <a:off x="6546005" y="2868006"/>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1</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39" name="TextBox 38">
                <a:extLst>
                  <a:ext uri="{FF2B5EF4-FFF2-40B4-BE49-F238E27FC236}">
                    <a16:creationId xmlns:a16="http://schemas.microsoft.com/office/drawing/2014/main" id="{5800D430-A317-E1E9-86E4-767955850EDD}"/>
                  </a:ext>
                </a:extLst>
              </p:cNvPr>
              <p:cNvSpPr txBox="1">
                <a:spLocks noRot="1" noChangeAspect="1" noMove="1" noResize="1" noEditPoints="1" noAdjustHandles="1" noChangeArrowheads="1" noChangeShapeType="1" noTextEdit="1"/>
              </p:cNvSpPr>
              <p:nvPr/>
            </p:nvSpPr>
            <p:spPr>
              <a:xfrm>
                <a:off x="6546005" y="2868006"/>
                <a:ext cx="3330037" cy="83099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354464-6CF0-E6D6-5699-4A5686529558}"/>
                  </a:ext>
                </a:extLst>
              </p:cNvPr>
              <p:cNvSpPr txBox="1"/>
              <p:nvPr/>
            </p:nvSpPr>
            <p:spPr>
              <a:xfrm>
                <a:off x="6546005" y="3699003"/>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2</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2</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5" name="TextBox 4">
                <a:extLst>
                  <a:ext uri="{FF2B5EF4-FFF2-40B4-BE49-F238E27FC236}">
                    <a16:creationId xmlns:a16="http://schemas.microsoft.com/office/drawing/2014/main" id="{F9354464-6CF0-E6D6-5699-4A5686529558}"/>
                  </a:ext>
                </a:extLst>
              </p:cNvPr>
              <p:cNvSpPr txBox="1">
                <a:spLocks noRot="1" noChangeAspect="1" noMove="1" noResize="1" noEditPoints="1" noAdjustHandles="1" noChangeArrowheads="1" noChangeShapeType="1" noTextEdit="1"/>
              </p:cNvSpPr>
              <p:nvPr/>
            </p:nvSpPr>
            <p:spPr>
              <a:xfrm>
                <a:off x="6546005" y="3699003"/>
                <a:ext cx="3330037" cy="83099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37751E-D73E-68FF-6FE6-C80B2830D9E5}"/>
                  </a:ext>
                </a:extLst>
              </p:cNvPr>
              <p:cNvSpPr txBox="1"/>
              <p:nvPr/>
            </p:nvSpPr>
            <p:spPr>
              <a:xfrm>
                <a:off x="5915998" y="3699003"/>
                <a:ext cx="1170013"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 name="TextBox 6">
                <a:extLst>
                  <a:ext uri="{FF2B5EF4-FFF2-40B4-BE49-F238E27FC236}">
                    <a16:creationId xmlns:a16="http://schemas.microsoft.com/office/drawing/2014/main" id="{9237751E-D73E-68FF-6FE6-C80B2830D9E5}"/>
                  </a:ext>
                </a:extLst>
              </p:cNvPr>
              <p:cNvSpPr txBox="1">
                <a:spLocks noRot="1" noChangeAspect="1" noMove="1" noResize="1" noEditPoints="1" noAdjustHandles="1" noChangeArrowheads="1" noChangeShapeType="1" noTextEdit="1"/>
              </p:cNvSpPr>
              <p:nvPr/>
            </p:nvSpPr>
            <p:spPr>
              <a:xfrm>
                <a:off x="5915998" y="3699003"/>
                <a:ext cx="1170013" cy="830997"/>
              </a:xfrm>
              <a:prstGeom prst="rect">
                <a:avLst/>
              </a:prstGeom>
              <a:blipFill>
                <a:blip r:embed="rId7"/>
                <a:stretch>
                  <a:fillRect/>
                </a:stretch>
              </a:blipFill>
            </p:spPr>
            <p:txBody>
              <a:bodyPr/>
              <a:lstStyle/>
              <a:p>
                <a:r>
                  <a:rPr lang="en-GB">
                    <a:noFill/>
                  </a:rPr>
                  <a:t> </a:t>
                </a:r>
              </a:p>
            </p:txBody>
          </p:sp>
        </mc:Fallback>
      </mc:AlternateContent>
      <p:grpSp>
        <p:nvGrpSpPr>
          <p:cNvPr id="8" name="Group 7">
            <a:extLst>
              <a:ext uri="{FF2B5EF4-FFF2-40B4-BE49-F238E27FC236}">
                <a16:creationId xmlns:a16="http://schemas.microsoft.com/office/drawing/2014/main" id="{06989043-54D2-6599-59E0-963CF16D6C91}"/>
              </a:ext>
            </a:extLst>
          </p:cNvPr>
          <p:cNvGrpSpPr/>
          <p:nvPr/>
        </p:nvGrpSpPr>
        <p:grpSpPr>
          <a:xfrm>
            <a:off x="1595950" y="2438989"/>
            <a:ext cx="3510039" cy="2834800"/>
            <a:chOff x="5825997" y="2978995"/>
            <a:chExt cx="3510039" cy="2834800"/>
          </a:xfrm>
        </p:grpSpPr>
        <p:cxnSp>
          <p:nvCxnSpPr>
            <p:cNvPr id="17" name="Straight Connector 16">
              <a:extLst>
                <a:ext uri="{FF2B5EF4-FFF2-40B4-BE49-F238E27FC236}">
                  <a16:creationId xmlns:a16="http://schemas.microsoft.com/office/drawing/2014/main" id="{C7ABACD8-5E6E-4EE0-0CFA-189D52F1A92C}"/>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25F30B9-FC34-39B8-CABB-6A71DD824E52}"/>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3F6853A-99FC-2349-8B4B-A044A7A352CC}"/>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7BC87CF1-F33C-D432-958B-303B1155C8C4}"/>
                </a:ext>
              </a:extLst>
            </p:cNvPr>
            <p:cNvGrpSpPr/>
            <p:nvPr/>
          </p:nvGrpSpPr>
          <p:grpSpPr>
            <a:xfrm>
              <a:off x="6906009" y="2978995"/>
              <a:ext cx="720008" cy="584775"/>
              <a:chOff x="3125967" y="2528990"/>
              <a:chExt cx="720008" cy="584775"/>
            </a:xfrm>
          </p:grpSpPr>
          <p:sp>
            <p:nvSpPr>
              <p:cNvPr id="30" name="Oval 29">
                <a:extLst>
                  <a:ext uri="{FF2B5EF4-FFF2-40B4-BE49-F238E27FC236}">
                    <a16:creationId xmlns:a16="http://schemas.microsoft.com/office/drawing/2014/main" id="{158C6A8E-512B-F32C-A8D8-4EA4457E391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111A8E5-ADF5-72D1-BFE8-E5C72D1A942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9111A8E5-ADF5-72D1-BFE8-E5C72D1A942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8"/>
                    <a:stretch>
                      <a:fillRect/>
                    </a:stretch>
                  </a:blipFill>
                </p:spPr>
                <p:txBody>
                  <a:bodyPr/>
                  <a:lstStyle/>
                  <a:p>
                    <a:r>
                      <a:rPr lang="en-GB">
                        <a:noFill/>
                      </a:rPr>
                      <a:t> </a:t>
                    </a:r>
                  </a:p>
                </p:txBody>
              </p:sp>
            </mc:Fallback>
          </mc:AlternateContent>
        </p:grpSp>
        <p:grpSp>
          <p:nvGrpSpPr>
            <p:cNvPr id="23" name="Group 22">
              <a:extLst>
                <a:ext uri="{FF2B5EF4-FFF2-40B4-BE49-F238E27FC236}">
                  <a16:creationId xmlns:a16="http://schemas.microsoft.com/office/drawing/2014/main" id="{E6F30FA1-ACD5-0797-818A-2F2228041BB7}"/>
                </a:ext>
              </a:extLst>
            </p:cNvPr>
            <p:cNvGrpSpPr/>
            <p:nvPr/>
          </p:nvGrpSpPr>
          <p:grpSpPr>
            <a:xfrm>
              <a:off x="5825997" y="5229020"/>
              <a:ext cx="720008" cy="584775"/>
              <a:chOff x="3125967" y="2528990"/>
              <a:chExt cx="720008" cy="584775"/>
            </a:xfrm>
          </p:grpSpPr>
          <p:sp>
            <p:nvSpPr>
              <p:cNvPr id="28" name="Oval 27">
                <a:extLst>
                  <a:ext uri="{FF2B5EF4-FFF2-40B4-BE49-F238E27FC236}">
                    <a16:creationId xmlns:a16="http://schemas.microsoft.com/office/drawing/2014/main" id="{5D980C33-F762-300B-CEC8-E7006D29262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7B72D9A-34CE-2669-0E94-04BF940953A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E7B72D9A-34CE-2669-0E94-04BF940953A1}"/>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354E330F-9786-352B-4C90-30F45ED342F4}"/>
                </a:ext>
              </a:extLst>
            </p:cNvPr>
            <p:cNvGrpSpPr/>
            <p:nvPr/>
          </p:nvGrpSpPr>
          <p:grpSpPr>
            <a:xfrm>
              <a:off x="8616028" y="4509012"/>
              <a:ext cx="720008" cy="584775"/>
              <a:chOff x="3125967" y="2528990"/>
              <a:chExt cx="720008" cy="584775"/>
            </a:xfrm>
          </p:grpSpPr>
          <p:sp>
            <p:nvSpPr>
              <p:cNvPr id="25" name="Oval 24">
                <a:extLst>
                  <a:ext uri="{FF2B5EF4-FFF2-40B4-BE49-F238E27FC236}">
                    <a16:creationId xmlns:a16="http://schemas.microsoft.com/office/drawing/2014/main" id="{83D9EE22-6595-9830-D0C1-B0E3F4B1EAB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DF451A5-823D-965B-9FB8-82DDCFE38C7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BDF451A5-823D-965B-9FB8-82DDCFE38C7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0"/>
                    <a:stretch>
                      <a:fillRect/>
                    </a:stretch>
                  </a:blipFill>
                </p:spPr>
                <p:txBody>
                  <a:bodyPr/>
                  <a:lstStyle/>
                  <a:p>
                    <a:r>
                      <a:rPr lang="en-GB">
                        <a:noFill/>
                      </a:rPr>
                      <a:t> </a:t>
                    </a:r>
                  </a:p>
                </p:txBody>
              </p:sp>
            </mc:Fallback>
          </mc:AlternateContent>
        </p:grpSp>
      </p:grpSp>
      <p:sp>
        <p:nvSpPr>
          <p:cNvPr id="35" name="TextBox 34">
            <a:extLst>
              <a:ext uri="{FF2B5EF4-FFF2-40B4-BE49-F238E27FC236}">
                <a16:creationId xmlns:a16="http://schemas.microsoft.com/office/drawing/2014/main" id="{17BCE415-292C-B36C-D2F2-2AF218CB72AF}"/>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25609678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011F-4E11-39FB-B106-FE2106DBEAB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F326C86-D1D7-EDBC-E938-2EFB60F64E2A}"/>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EF326C86-D1D7-EDBC-E938-2EFB60F64E2A}"/>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260C8E8-4370-36ED-A1F3-0CC748AAE4FE}"/>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C260C8E8-4370-36ED-A1F3-0CC748AAE4FE}"/>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B9F2686-8EC9-5603-9BD6-9B6277CA1FE1}"/>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3</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BB9F2686-8EC9-5603-9BD6-9B6277CA1FE1}"/>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D96A2A4-6C2E-FEF9-446C-48198DD7C412}"/>
                  </a:ext>
                </a:extLst>
              </p:cNvPr>
              <p:cNvSpPr txBox="1"/>
              <p:nvPr/>
            </p:nvSpPr>
            <p:spPr>
              <a:xfrm>
                <a:off x="6546005" y="2037009"/>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1</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39" name="TextBox 38">
                <a:extLst>
                  <a:ext uri="{FF2B5EF4-FFF2-40B4-BE49-F238E27FC236}">
                    <a16:creationId xmlns:a16="http://schemas.microsoft.com/office/drawing/2014/main" id="{DD96A2A4-6C2E-FEF9-446C-48198DD7C412}"/>
                  </a:ext>
                </a:extLst>
              </p:cNvPr>
              <p:cNvSpPr txBox="1">
                <a:spLocks noRot="1" noChangeAspect="1" noMove="1" noResize="1" noEditPoints="1" noAdjustHandles="1" noChangeArrowheads="1" noChangeShapeType="1" noTextEdit="1"/>
              </p:cNvSpPr>
              <p:nvPr/>
            </p:nvSpPr>
            <p:spPr>
              <a:xfrm>
                <a:off x="6546005" y="2037009"/>
                <a:ext cx="3330037" cy="83099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9DED7FE-E9B7-2EF1-2A81-790625791CED}"/>
                  </a:ext>
                </a:extLst>
              </p:cNvPr>
              <p:cNvSpPr txBox="1"/>
              <p:nvPr/>
            </p:nvSpPr>
            <p:spPr>
              <a:xfrm>
                <a:off x="6546005" y="2868006"/>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2</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2</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5" name="TextBox 4">
                <a:extLst>
                  <a:ext uri="{FF2B5EF4-FFF2-40B4-BE49-F238E27FC236}">
                    <a16:creationId xmlns:a16="http://schemas.microsoft.com/office/drawing/2014/main" id="{69DED7FE-E9B7-2EF1-2A81-790625791CED}"/>
                  </a:ext>
                </a:extLst>
              </p:cNvPr>
              <p:cNvSpPr txBox="1">
                <a:spLocks noRot="1" noChangeAspect="1" noMove="1" noResize="1" noEditPoints="1" noAdjustHandles="1" noChangeArrowheads="1" noChangeShapeType="1" noTextEdit="1"/>
              </p:cNvSpPr>
              <p:nvPr/>
            </p:nvSpPr>
            <p:spPr>
              <a:xfrm>
                <a:off x="6546005" y="2868006"/>
                <a:ext cx="3330037" cy="83099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B94617-DA7F-4976-E4CF-7498266EB8FF}"/>
                  </a:ext>
                </a:extLst>
              </p:cNvPr>
              <p:cNvSpPr txBox="1"/>
              <p:nvPr/>
            </p:nvSpPr>
            <p:spPr>
              <a:xfrm>
                <a:off x="5915998" y="2868006"/>
                <a:ext cx="1170013"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 name="TextBox 6">
                <a:extLst>
                  <a:ext uri="{FF2B5EF4-FFF2-40B4-BE49-F238E27FC236}">
                    <a16:creationId xmlns:a16="http://schemas.microsoft.com/office/drawing/2014/main" id="{31B94617-DA7F-4976-E4CF-7498266EB8FF}"/>
                  </a:ext>
                </a:extLst>
              </p:cNvPr>
              <p:cNvSpPr txBox="1">
                <a:spLocks noRot="1" noChangeAspect="1" noMove="1" noResize="1" noEditPoints="1" noAdjustHandles="1" noChangeArrowheads="1" noChangeShapeType="1" noTextEdit="1"/>
              </p:cNvSpPr>
              <p:nvPr/>
            </p:nvSpPr>
            <p:spPr>
              <a:xfrm>
                <a:off x="5915998" y="2868006"/>
                <a:ext cx="1170013" cy="830997"/>
              </a:xfrm>
              <a:prstGeom prst="rect">
                <a:avLst/>
              </a:prstGeom>
              <a:blipFill>
                <a:blip r:embed="rId7"/>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C4FE821F-5F91-1C99-CC56-3F7D65A786D8}"/>
              </a:ext>
            </a:extLst>
          </p:cNvPr>
          <p:cNvGrpSpPr/>
          <p:nvPr/>
        </p:nvGrpSpPr>
        <p:grpSpPr>
          <a:xfrm>
            <a:off x="1595950" y="2438989"/>
            <a:ext cx="3510039" cy="2834800"/>
            <a:chOff x="5825997" y="2978995"/>
            <a:chExt cx="3510039" cy="2834800"/>
          </a:xfrm>
        </p:grpSpPr>
        <p:cxnSp>
          <p:nvCxnSpPr>
            <p:cNvPr id="8" name="Straight Connector 7">
              <a:extLst>
                <a:ext uri="{FF2B5EF4-FFF2-40B4-BE49-F238E27FC236}">
                  <a16:creationId xmlns:a16="http://schemas.microsoft.com/office/drawing/2014/main" id="{1A90FD29-5D14-18EC-F175-5760CE7A4AAD}"/>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5C1A94F-D185-78D7-C251-7287C736F4C4}"/>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29ED08B-AB4D-5D93-DD3E-85562C8EDBFE}"/>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8BD52A5C-39FE-606A-849B-418C8D2EB58C}"/>
                </a:ext>
              </a:extLst>
            </p:cNvPr>
            <p:cNvGrpSpPr/>
            <p:nvPr/>
          </p:nvGrpSpPr>
          <p:grpSpPr>
            <a:xfrm>
              <a:off x="6906009" y="2978995"/>
              <a:ext cx="720008" cy="584775"/>
              <a:chOff x="3125967" y="2528990"/>
              <a:chExt cx="720008" cy="584775"/>
            </a:xfrm>
          </p:grpSpPr>
          <p:sp>
            <p:nvSpPr>
              <p:cNvPr id="30" name="Oval 29">
                <a:extLst>
                  <a:ext uri="{FF2B5EF4-FFF2-40B4-BE49-F238E27FC236}">
                    <a16:creationId xmlns:a16="http://schemas.microsoft.com/office/drawing/2014/main" id="{44ED7206-8765-5399-F53E-9B7C5146C71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CA6F90A-77A1-CFD1-9196-6F1209A2AE8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6CA6F90A-77A1-CFD1-9196-6F1209A2AE8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8"/>
                    <a:stretch>
                      <a:fillRect/>
                    </a:stretch>
                  </a:blipFill>
                </p:spPr>
                <p:txBody>
                  <a:bodyPr/>
                  <a:lstStyle/>
                  <a:p>
                    <a:r>
                      <a:rPr lang="en-GB">
                        <a:noFill/>
                      </a:rPr>
                      <a:t> </a:t>
                    </a:r>
                  </a:p>
                </p:txBody>
              </p:sp>
            </mc:Fallback>
          </mc:AlternateContent>
        </p:grpSp>
        <p:grpSp>
          <p:nvGrpSpPr>
            <p:cNvPr id="23" name="Group 22">
              <a:extLst>
                <a:ext uri="{FF2B5EF4-FFF2-40B4-BE49-F238E27FC236}">
                  <a16:creationId xmlns:a16="http://schemas.microsoft.com/office/drawing/2014/main" id="{261C831D-CA89-0345-9E70-6C3A6D29A7F4}"/>
                </a:ext>
              </a:extLst>
            </p:cNvPr>
            <p:cNvGrpSpPr/>
            <p:nvPr/>
          </p:nvGrpSpPr>
          <p:grpSpPr>
            <a:xfrm>
              <a:off x="5825997" y="5229020"/>
              <a:ext cx="720008" cy="584775"/>
              <a:chOff x="3125967" y="2528990"/>
              <a:chExt cx="720008" cy="584775"/>
            </a:xfrm>
          </p:grpSpPr>
          <p:sp>
            <p:nvSpPr>
              <p:cNvPr id="28" name="Oval 27">
                <a:extLst>
                  <a:ext uri="{FF2B5EF4-FFF2-40B4-BE49-F238E27FC236}">
                    <a16:creationId xmlns:a16="http://schemas.microsoft.com/office/drawing/2014/main" id="{DB2213D1-45F6-5911-5347-F1115A62D21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14FFF0E-79CD-BB39-4924-C8D4FCAFD17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614FFF0E-79CD-BB39-4924-C8D4FCAFD17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1B59635E-5A06-CCDD-9A71-0744FE83BFF1}"/>
                </a:ext>
              </a:extLst>
            </p:cNvPr>
            <p:cNvGrpSpPr/>
            <p:nvPr/>
          </p:nvGrpSpPr>
          <p:grpSpPr>
            <a:xfrm>
              <a:off x="8616028" y="4509012"/>
              <a:ext cx="720008" cy="584775"/>
              <a:chOff x="3125967" y="2528990"/>
              <a:chExt cx="720008" cy="584775"/>
            </a:xfrm>
          </p:grpSpPr>
          <p:sp>
            <p:nvSpPr>
              <p:cNvPr id="25" name="Oval 24">
                <a:extLst>
                  <a:ext uri="{FF2B5EF4-FFF2-40B4-BE49-F238E27FC236}">
                    <a16:creationId xmlns:a16="http://schemas.microsoft.com/office/drawing/2014/main" id="{D322A7CE-B600-F995-5EA3-514A2B0FD35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1A69AB6-C2F1-6E71-8083-1584A97BD81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61A69AB6-C2F1-6E71-8083-1584A97BD81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0"/>
                    <a:stretch>
                      <a:fillRect/>
                    </a:stretch>
                  </a:blipFill>
                </p:spPr>
                <p:txBody>
                  <a:bodyPr/>
                  <a:lstStyle/>
                  <a:p>
                    <a:r>
                      <a:rPr lang="en-GB">
                        <a:noFill/>
                      </a:rPr>
                      <a:t> </a:t>
                    </a:r>
                  </a:p>
                </p:txBody>
              </p:sp>
            </mc:Fallback>
          </mc:AlternateContent>
        </p:grpSp>
      </p:grpSp>
      <p:sp>
        <p:nvSpPr>
          <p:cNvPr id="35" name="TextBox 34">
            <a:extLst>
              <a:ext uri="{FF2B5EF4-FFF2-40B4-BE49-F238E27FC236}">
                <a16:creationId xmlns:a16="http://schemas.microsoft.com/office/drawing/2014/main" id="{0BBACD04-4766-7916-8607-E357A21AE1B7}"/>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3669054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2714E-3F90-8924-1C8F-3123B78132D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8FA2F9-9FD5-1169-FDED-4F2EAEB515AC}"/>
                  </a:ext>
                </a:extLst>
              </p:cNvPr>
              <p:cNvSpPr txBox="1"/>
              <p:nvPr/>
            </p:nvSpPr>
            <p:spPr>
              <a:xfrm>
                <a:off x="1865953" y="3338999"/>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6"/>
                          </a:solidFill>
                          <a:latin typeface="Cambria Math" panose="02040503050406030204" pitchFamily="18" charset="0"/>
                        </a:rPr>
                        <m:t>1</m:t>
                      </m:r>
                    </m:oMath>
                  </m:oMathPara>
                </a14:m>
                <a:endParaRPr lang="en-GB" sz="2000" dirty="0">
                  <a:solidFill>
                    <a:schemeClr val="accent6"/>
                  </a:solidFill>
                </a:endParaRPr>
              </a:p>
            </p:txBody>
          </p:sp>
        </mc:Choice>
        <mc:Fallback xmlns="">
          <p:sp>
            <p:nvSpPr>
              <p:cNvPr id="34" name="TextBox 33">
                <a:extLst>
                  <a:ext uri="{FF2B5EF4-FFF2-40B4-BE49-F238E27FC236}">
                    <a16:creationId xmlns:a16="http://schemas.microsoft.com/office/drawing/2014/main" id="{408FA2F9-9FD5-1169-FDED-4F2EAEB515AC}"/>
                  </a:ext>
                </a:extLst>
              </p:cNvPr>
              <p:cNvSpPr txBox="1">
                <a:spLocks noRot="1" noChangeAspect="1" noMove="1" noResize="1" noEditPoints="1" noAdjustHandles="1" noChangeArrowheads="1" noChangeShapeType="1" noTextEdit="1"/>
              </p:cNvSpPr>
              <p:nvPr/>
            </p:nvSpPr>
            <p:spPr>
              <a:xfrm>
                <a:off x="1865953" y="3338999"/>
                <a:ext cx="72000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CBD34A-B036-BF60-38EA-ED1FE9F4B23A}"/>
                  </a:ext>
                </a:extLst>
              </p:cNvPr>
              <p:cNvSpPr txBox="1"/>
              <p:nvPr/>
            </p:nvSpPr>
            <p:spPr>
              <a:xfrm>
                <a:off x="3845975" y="2978995"/>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2">
                              <a:lumMod val="75000"/>
                            </a:schemeClr>
                          </a:solidFill>
                          <a:latin typeface="Cambria Math" panose="02040503050406030204" pitchFamily="18" charset="0"/>
                        </a:rPr>
                        <m:t>1</m:t>
                      </m:r>
                    </m:oMath>
                  </m:oMathPara>
                </a14:m>
                <a:endParaRPr lang="en-GB" sz="2000" dirty="0">
                  <a:solidFill>
                    <a:schemeClr val="accent2">
                      <a:lumMod val="75000"/>
                    </a:schemeClr>
                  </a:solidFill>
                </a:endParaRPr>
              </a:p>
            </p:txBody>
          </p:sp>
        </mc:Choice>
        <mc:Fallback xmlns="">
          <p:sp>
            <p:nvSpPr>
              <p:cNvPr id="36" name="TextBox 35">
                <a:extLst>
                  <a:ext uri="{FF2B5EF4-FFF2-40B4-BE49-F238E27FC236}">
                    <a16:creationId xmlns:a16="http://schemas.microsoft.com/office/drawing/2014/main" id="{78CBD34A-B036-BF60-38EA-ED1FE9F4B23A}"/>
                  </a:ext>
                </a:extLst>
              </p:cNvPr>
              <p:cNvSpPr txBox="1">
                <a:spLocks noRot="1" noChangeAspect="1" noMove="1" noResize="1" noEditPoints="1" noAdjustHandles="1" noChangeArrowheads="1" noChangeShapeType="1" noTextEdit="1"/>
              </p:cNvSpPr>
              <p:nvPr/>
            </p:nvSpPr>
            <p:spPr>
              <a:xfrm>
                <a:off x="3845975" y="2978995"/>
                <a:ext cx="720008" cy="6463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0AEBDC5-D6B3-5C0D-3663-A8775007940A}"/>
                  </a:ext>
                </a:extLst>
              </p:cNvPr>
              <p:cNvSpPr txBox="1"/>
              <p:nvPr/>
            </p:nvSpPr>
            <p:spPr>
              <a:xfrm>
                <a:off x="3035966" y="4599013"/>
                <a:ext cx="720008" cy="646331"/>
              </a:xfrm>
              <a:prstGeom prst="rect">
                <a:avLst/>
              </a:prstGeom>
              <a:noFill/>
            </p:spPr>
            <p:txBody>
              <a:bodyPr wrap="square" rtlCol="0">
                <a:spAutoFit/>
              </a:bodyPr>
              <a:lstStyle/>
              <a:p>
                <a:pPr/>
                <a14:m>
                  <m:oMathPara xmlns:m="http://schemas.openxmlformats.org/officeDocument/2006/math">
                    <m:oMath>
                      <m:r>
                        <a:rPr lang="en-GB" sz="3600" b="0" i="1" smtClean="0">
                          <a:solidFill>
                            <a:schemeClr val="accent1"/>
                          </a:solidFill>
                          <a:latin typeface="Cambria Math" panose="02040503050406030204" pitchFamily="18" charset="0"/>
                        </a:rPr>
                        <m:t>3</m:t>
                      </m:r>
                    </m:oMath>
                  </m:oMathPara>
                </a14:m>
                <a:endParaRPr lang="en-GB" sz="2000" dirty="0">
                  <a:solidFill>
                    <a:schemeClr val="accent1"/>
                  </a:solidFill>
                </a:endParaRPr>
              </a:p>
            </p:txBody>
          </p:sp>
        </mc:Choice>
        <mc:Fallback xmlns="">
          <p:sp>
            <p:nvSpPr>
              <p:cNvPr id="38" name="TextBox 37">
                <a:extLst>
                  <a:ext uri="{FF2B5EF4-FFF2-40B4-BE49-F238E27FC236}">
                    <a16:creationId xmlns:a16="http://schemas.microsoft.com/office/drawing/2014/main" id="{50AEBDC5-D6B3-5C0D-3663-A8775007940A}"/>
                  </a:ext>
                </a:extLst>
              </p:cNvPr>
              <p:cNvSpPr txBox="1">
                <a:spLocks noRot="1" noChangeAspect="1" noMove="1" noResize="1" noEditPoints="1" noAdjustHandles="1" noChangeArrowheads="1" noChangeShapeType="1" noTextEdit="1"/>
              </p:cNvSpPr>
              <p:nvPr/>
            </p:nvSpPr>
            <p:spPr>
              <a:xfrm>
                <a:off x="3035966" y="4599013"/>
                <a:ext cx="720008"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6D16558-A289-D58A-028D-9863426656E6}"/>
                  </a:ext>
                </a:extLst>
              </p:cNvPr>
              <p:cNvSpPr txBox="1"/>
              <p:nvPr/>
            </p:nvSpPr>
            <p:spPr>
              <a:xfrm>
                <a:off x="6546005" y="2037009"/>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1</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39" name="TextBox 38">
                <a:extLst>
                  <a:ext uri="{FF2B5EF4-FFF2-40B4-BE49-F238E27FC236}">
                    <a16:creationId xmlns:a16="http://schemas.microsoft.com/office/drawing/2014/main" id="{56D16558-A289-D58A-028D-9863426656E6}"/>
                  </a:ext>
                </a:extLst>
              </p:cNvPr>
              <p:cNvSpPr txBox="1">
                <a:spLocks noRot="1" noChangeAspect="1" noMove="1" noResize="1" noEditPoints="1" noAdjustHandles="1" noChangeArrowheads="1" noChangeShapeType="1" noTextEdit="1"/>
              </p:cNvSpPr>
              <p:nvPr/>
            </p:nvSpPr>
            <p:spPr>
              <a:xfrm>
                <a:off x="6546005" y="2037009"/>
                <a:ext cx="3330037" cy="83099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75FA97F-AFD5-E720-89FE-51F7D2723694}"/>
                  </a:ext>
                </a:extLst>
              </p:cNvPr>
              <p:cNvSpPr txBox="1"/>
              <p:nvPr/>
            </p:nvSpPr>
            <p:spPr>
              <a:xfrm>
                <a:off x="6546005" y="2868006"/>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2</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2</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5" name="TextBox 4">
                <a:extLst>
                  <a:ext uri="{FF2B5EF4-FFF2-40B4-BE49-F238E27FC236}">
                    <a16:creationId xmlns:a16="http://schemas.microsoft.com/office/drawing/2014/main" id="{D75FA97F-AFD5-E720-89FE-51F7D2723694}"/>
                  </a:ext>
                </a:extLst>
              </p:cNvPr>
              <p:cNvSpPr txBox="1">
                <a:spLocks noRot="1" noChangeAspect="1" noMove="1" noResize="1" noEditPoints="1" noAdjustHandles="1" noChangeArrowheads="1" noChangeShapeType="1" noTextEdit="1"/>
              </p:cNvSpPr>
              <p:nvPr/>
            </p:nvSpPr>
            <p:spPr>
              <a:xfrm>
                <a:off x="6546005" y="2868006"/>
                <a:ext cx="3330037" cy="83099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58798C-A331-D4DB-CC12-266C5FF8EB54}"/>
                  </a:ext>
                </a:extLst>
              </p:cNvPr>
              <p:cNvSpPr txBox="1"/>
              <p:nvPr/>
            </p:nvSpPr>
            <p:spPr>
              <a:xfrm>
                <a:off x="5915998" y="2868006"/>
                <a:ext cx="1170013"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 name="TextBox 6">
                <a:extLst>
                  <a:ext uri="{FF2B5EF4-FFF2-40B4-BE49-F238E27FC236}">
                    <a16:creationId xmlns:a16="http://schemas.microsoft.com/office/drawing/2014/main" id="{AB58798C-A331-D4DB-CC12-266C5FF8EB54}"/>
                  </a:ext>
                </a:extLst>
              </p:cNvPr>
              <p:cNvSpPr txBox="1">
                <a:spLocks noRot="1" noChangeAspect="1" noMove="1" noResize="1" noEditPoints="1" noAdjustHandles="1" noChangeArrowheads="1" noChangeShapeType="1" noTextEdit="1"/>
              </p:cNvSpPr>
              <p:nvPr/>
            </p:nvSpPr>
            <p:spPr>
              <a:xfrm>
                <a:off x="5915998" y="2868006"/>
                <a:ext cx="1170013" cy="83099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B25C30F-AB35-F377-C746-C396DC34DE54}"/>
                  </a:ext>
                </a:extLst>
              </p:cNvPr>
              <p:cNvSpPr txBox="1"/>
              <p:nvPr/>
            </p:nvSpPr>
            <p:spPr>
              <a:xfrm>
                <a:off x="6546005" y="3699003"/>
                <a:ext cx="3330037" cy="830997"/>
              </a:xfrm>
              <a:prstGeom prst="rect">
                <a:avLst/>
              </a:prstGeom>
              <a:noFill/>
            </p:spPr>
            <p:txBody>
              <a:bodyPr wrap="square" rtlCol="0">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𝑋</m:t>
                          </m:r>
                        </m:e>
                        <m:sub>
                          <m:r>
                            <a:rPr lang="en-GB" sz="4800" b="0" i="1" smtClean="0">
                              <a:solidFill>
                                <a:schemeClr val="accent6"/>
                              </a:solidFill>
                              <a:latin typeface="Cambria Math" panose="02040503050406030204" pitchFamily="18" charset="0"/>
                            </a:rPr>
                            <m:t>1</m:t>
                          </m:r>
                          <m:r>
                            <a:rPr lang="en-GB" sz="4800" b="0" i="1" smtClean="0">
                              <a:solidFill>
                                <a:schemeClr val="accent2">
                                  <a:lumMod val="75000"/>
                                </a:schemeClr>
                              </a:solidFill>
                              <a:latin typeface="Cambria Math" panose="02040503050406030204" pitchFamily="18" charset="0"/>
                            </a:rPr>
                            <m:t>1</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𝑌</m:t>
                          </m:r>
                        </m:e>
                        <m:sub>
                          <m:r>
                            <a:rPr lang="en-GB" sz="4800" b="0" i="1" smtClean="0">
                              <a:solidFill>
                                <a:schemeClr val="accent2">
                                  <a:lumMod val="75000"/>
                                </a:schemeClr>
                              </a:solidFill>
                              <a:latin typeface="Cambria Math" panose="02040503050406030204" pitchFamily="18" charset="0"/>
                            </a:rPr>
                            <m:t>1</m:t>
                          </m:r>
                          <m:r>
                            <a:rPr lang="en-GB" sz="4800" b="0" i="1" smtClean="0">
                              <a:solidFill>
                                <a:schemeClr val="accent1"/>
                              </a:solidFill>
                              <a:latin typeface="Cambria Math" panose="02040503050406030204" pitchFamily="18" charset="0"/>
                            </a:rPr>
                            <m:t>3</m:t>
                          </m:r>
                        </m:sub>
                      </m:s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𝑍</m:t>
                          </m:r>
                        </m:e>
                        <m:sub>
                          <m:r>
                            <a:rPr lang="en-GB" sz="4800" b="0" i="1" smtClean="0">
                              <a:solidFill>
                                <a:schemeClr val="accent1"/>
                              </a:solidFill>
                              <a:latin typeface="Cambria Math" panose="02040503050406030204" pitchFamily="18" charset="0"/>
                            </a:rPr>
                            <m:t>3</m:t>
                          </m:r>
                          <m:r>
                            <a:rPr lang="en-GB" sz="4800" b="0" i="1" smtClean="0">
                              <a:solidFill>
                                <a:schemeClr val="accent6"/>
                              </a:solidFill>
                              <a:latin typeface="Cambria Math" panose="02040503050406030204" pitchFamily="18" charset="0"/>
                            </a:rPr>
                            <m:t>1</m:t>
                          </m:r>
                        </m:sub>
                      </m:sSub>
                    </m:oMath>
                  </m:oMathPara>
                </a14:m>
                <a:endParaRPr lang="en-GB" sz="4800" dirty="0"/>
              </a:p>
            </p:txBody>
          </p:sp>
        </mc:Choice>
        <mc:Fallback xmlns="">
          <p:sp>
            <p:nvSpPr>
              <p:cNvPr id="6" name="TextBox 5">
                <a:extLst>
                  <a:ext uri="{FF2B5EF4-FFF2-40B4-BE49-F238E27FC236}">
                    <a16:creationId xmlns:a16="http://schemas.microsoft.com/office/drawing/2014/main" id="{AB25C30F-AB35-F377-C746-C396DC34DE54}"/>
                  </a:ext>
                </a:extLst>
              </p:cNvPr>
              <p:cNvSpPr txBox="1">
                <a:spLocks noRot="1" noChangeAspect="1" noMove="1" noResize="1" noEditPoints="1" noAdjustHandles="1" noChangeArrowheads="1" noChangeShapeType="1" noTextEdit="1"/>
              </p:cNvSpPr>
              <p:nvPr/>
            </p:nvSpPr>
            <p:spPr>
              <a:xfrm>
                <a:off x="6546005" y="3699003"/>
                <a:ext cx="3330037" cy="83099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0BFF1DF-5D5E-B066-A65F-66DEC8AEE1CE}"/>
                  </a:ext>
                </a:extLst>
              </p:cNvPr>
              <p:cNvSpPr txBox="1"/>
              <p:nvPr/>
            </p:nvSpPr>
            <p:spPr>
              <a:xfrm>
                <a:off x="5915998" y="3699003"/>
                <a:ext cx="1170013"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17" name="TextBox 16">
                <a:extLst>
                  <a:ext uri="{FF2B5EF4-FFF2-40B4-BE49-F238E27FC236}">
                    <a16:creationId xmlns:a16="http://schemas.microsoft.com/office/drawing/2014/main" id="{C0BFF1DF-5D5E-B066-A65F-66DEC8AEE1CE}"/>
                  </a:ext>
                </a:extLst>
              </p:cNvPr>
              <p:cNvSpPr txBox="1">
                <a:spLocks noRot="1" noChangeAspect="1" noMove="1" noResize="1" noEditPoints="1" noAdjustHandles="1" noChangeArrowheads="1" noChangeShapeType="1" noTextEdit="1"/>
              </p:cNvSpPr>
              <p:nvPr/>
            </p:nvSpPr>
            <p:spPr>
              <a:xfrm>
                <a:off x="5915998" y="3699003"/>
                <a:ext cx="1170013" cy="830997"/>
              </a:xfrm>
              <a:prstGeom prst="rect">
                <a:avLst/>
              </a:prstGeom>
              <a:blipFill>
                <a:blip r:embed="rId9"/>
                <a:stretch>
                  <a:fillRect/>
                </a:stretch>
              </a:blipFill>
            </p:spPr>
            <p:txBody>
              <a:bodyPr/>
              <a:lstStyle/>
              <a:p>
                <a:r>
                  <a:rPr lang="en-GB">
                    <a:noFill/>
                  </a:rPr>
                  <a:t> </a:t>
                </a:r>
              </a:p>
            </p:txBody>
          </p:sp>
        </mc:Fallback>
      </mc:AlternateContent>
      <p:grpSp>
        <p:nvGrpSpPr>
          <p:cNvPr id="19" name="Group 18">
            <a:extLst>
              <a:ext uri="{FF2B5EF4-FFF2-40B4-BE49-F238E27FC236}">
                <a16:creationId xmlns:a16="http://schemas.microsoft.com/office/drawing/2014/main" id="{3D3E6E0B-F01F-4E43-DBDB-97F288462258}"/>
              </a:ext>
            </a:extLst>
          </p:cNvPr>
          <p:cNvGrpSpPr/>
          <p:nvPr/>
        </p:nvGrpSpPr>
        <p:grpSpPr>
          <a:xfrm>
            <a:off x="1595950" y="2438989"/>
            <a:ext cx="3510039" cy="2834800"/>
            <a:chOff x="5825997" y="2978995"/>
            <a:chExt cx="3510039" cy="2834800"/>
          </a:xfrm>
        </p:grpSpPr>
        <p:cxnSp>
          <p:nvCxnSpPr>
            <p:cNvPr id="20" name="Straight Connector 19">
              <a:extLst>
                <a:ext uri="{FF2B5EF4-FFF2-40B4-BE49-F238E27FC236}">
                  <a16:creationId xmlns:a16="http://schemas.microsoft.com/office/drawing/2014/main" id="{9084FB04-E4D8-A769-47B1-22185F9A9266}"/>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AF6C6E4-0EF4-3489-7D3D-D386252F79E0}"/>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4343B0D-4718-98AA-0025-719F8DC05868}"/>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1A4A0743-8491-5B12-037A-BF5AE8A1790A}"/>
                </a:ext>
              </a:extLst>
            </p:cNvPr>
            <p:cNvGrpSpPr/>
            <p:nvPr/>
          </p:nvGrpSpPr>
          <p:grpSpPr>
            <a:xfrm>
              <a:off x="6906009" y="2978995"/>
              <a:ext cx="720008" cy="584775"/>
              <a:chOff x="3125967" y="2528990"/>
              <a:chExt cx="720008" cy="584775"/>
            </a:xfrm>
          </p:grpSpPr>
          <p:sp>
            <p:nvSpPr>
              <p:cNvPr id="33" name="Oval 32">
                <a:extLst>
                  <a:ext uri="{FF2B5EF4-FFF2-40B4-BE49-F238E27FC236}">
                    <a16:creationId xmlns:a16="http://schemas.microsoft.com/office/drawing/2014/main" id="{2CCE36A2-50D2-5D1A-0D28-2C5EAAB96C0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9F0062C-7C87-5A31-06CA-66C6ACB421B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35" name="TextBox 34">
                    <a:extLst>
                      <a:ext uri="{FF2B5EF4-FFF2-40B4-BE49-F238E27FC236}">
                        <a16:creationId xmlns:a16="http://schemas.microsoft.com/office/drawing/2014/main" id="{19F0062C-7C87-5A31-06CA-66C6ACB421B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0"/>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A790A5E6-A6B7-9BC8-7EEB-978EB71BD8DA}"/>
                </a:ext>
              </a:extLst>
            </p:cNvPr>
            <p:cNvGrpSpPr/>
            <p:nvPr/>
          </p:nvGrpSpPr>
          <p:grpSpPr>
            <a:xfrm>
              <a:off x="5825997" y="5229020"/>
              <a:ext cx="720008" cy="584775"/>
              <a:chOff x="3125967" y="2528990"/>
              <a:chExt cx="720008" cy="584775"/>
            </a:xfrm>
          </p:grpSpPr>
          <p:sp>
            <p:nvSpPr>
              <p:cNvPr id="30" name="Oval 29">
                <a:extLst>
                  <a:ext uri="{FF2B5EF4-FFF2-40B4-BE49-F238E27FC236}">
                    <a16:creationId xmlns:a16="http://schemas.microsoft.com/office/drawing/2014/main" id="{0F76D901-9722-1867-35B2-E4E65E6EBA5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3BD4EE7-C2ED-92DB-CA9F-4AACD680D03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13BD4EE7-C2ED-92DB-CA9F-4AACD680D03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1"/>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003CE97F-284B-A481-8E9D-9656E77D1029}"/>
                </a:ext>
              </a:extLst>
            </p:cNvPr>
            <p:cNvGrpSpPr/>
            <p:nvPr/>
          </p:nvGrpSpPr>
          <p:grpSpPr>
            <a:xfrm>
              <a:off x="8616028" y="4509012"/>
              <a:ext cx="720008" cy="584775"/>
              <a:chOff x="3125967" y="2528990"/>
              <a:chExt cx="720008" cy="584775"/>
            </a:xfrm>
          </p:grpSpPr>
          <p:sp>
            <p:nvSpPr>
              <p:cNvPr id="28" name="Oval 27">
                <a:extLst>
                  <a:ext uri="{FF2B5EF4-FFF2-40B4-BE49-F238E27FC236}">
                    <a16:creationId xmlns:a16="http://schemas.microsoft.com/office/drawing/2014/main" id="{AA602820-6F9C-310D-1CAA-D55093DEC04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26A7296-EFAB-852C-9615-83BE80197AD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B26A7296-EFAB-852C-9615-83BE80197AD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2"/>
                    <a:stretch>
                      <a:fillRect/>
                    </a:stretch>
                  </a:blipFill>
                </p:spPr>
                <p:txBody>
                  <a:bodyPr/>
                  <a:lstStyle/>
                  <a:p>
                    <a:r>
                      <a:rPr lang="en-GB">
                        <a:noFill/>
                      </a:rPr>
                      <a:t> </a:t>
                    </a:r>
                  </a:p>
                </p:txBody>
              </p:sp>
            </mc:Fallback>
          </mc:AlternateContent>
        </p:grpSp>
      </p:grpSp>
      <p:sp>
        <p:nvSpPr>
          <p:cNvPr id="40" name="TextBox 39">
            <a:extLst>
              <a:ext uri="{FF2B5EF4-FFF2-40B4-BE49-F238E27FC236}">
                <a16:creationId xmlns:a16="http://schemas.microsoft.com/office/drawing/2014/main" id="{393BB93B-A153-B8AC-8512-8857D38C906F}"/>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28565885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07AA2-A844-7984-2090-9340D30F4D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A8C6A2-1C33-0A0C-FA91-A9D5027AEAF0}"/>
                  </a:ext>
                </a:extLst>
              </p:cNvPr>
              <p:cNvSpPr txBox="1"/>
              <p:nvPr/>
            </p:nvSpPr>
            <p:spPr>
              <a:xfrm>
                <a:off x="4925987" y="2348988"/>
                <a:ext cx="6390071" cy="1667316"/>
              </a:xfrm>
              <a:prstGeom prst="rect">
                <a:avLst/>
              </a:prstGeom>
              <a:noFill/>
            </p:spPr>
            <p:txBody>
              <a:bodyPr wrap="square" rtlCol="0">
                <a:spAutoFit/>
              </a:bodyPr>
              <a:lstStyle/>
              <a:p>
                <a:pPr/>
                <a14:m>
                  <m:oMathPara xmlns:m="http://schemas.openxmlformats.org/officeDocument/2006/math">
                    <m:o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𝑇</m:t>
                          </m:r>
                        </m:e>
                        <m:sub>
                          <m:r>
                            <a:rPr lang="en-GB" sz="3600" i="1">
                              <a:latin typeface="Cambria Math" panose="02040503050406030204" pitchFamily="18" charset="0"/>
                            </a:rPr>
                            <m:t>△</m:t>
                          </m:r>
                          <m:r>
                            <a:rPr lang="en-GB" sz="3600" b="0" i="1" smtClean="0">
                              <a:latin typeface="Cambria Math" panose="02040503050406030204" pitchFamily="18" charset="0"/>
                            </a:rPr>
                            <m:t>,</m:t>
                          </m:r>
                          <m:r>
                            <a:rPr lang="en-GB" sz="3600" b="0" i="1" smtClean="0">
                              <a:latin typeface="Cambria Math" panose="02040503050406030204" pitchFamily="18" charset="0"/>
                            </a:rPr>
                            <m:t>𝑛</m:t>
                          </m:r>
                        </m:sub>
                      </m:sSub>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=1</m:t>
                          </m:r>
                        </m:sub>
                        <m:sup>
                          <m:r>
                            <a:rPr lang="en-GB" sz="3600" b="0" i="1" smtClean="0">
                              <a:solidFill>
                                <a:schemeClr val="accent6"/>
                              </a:solidFill>
                              <a:latin typeface="Cambria Math" panose="02040503050406030204" pitchFamily="18" charset="0"/>
                            </a:rPr>
                            <m:t>𝑛</m:t>
                          </m:r>
                        </m:sup>
                        <m:e>
                          <m:nary>
                            <m:naryPr>
                              <m:chr m:val="∑"/>
                              <m:ctrlPr>
                                <a:rPr lang="en-GB" sz="3600" b="0" i="1" smtClean="0">
                                  <a:solidFill>
                                    <a:schemeClr val="accent2">
                                      <a:lumMod val="75000"/>
                                    </a:schemeClr>
                                  </a:solidFill>
                                  <a:latin typeface="Cambria Math" panose="02040503050406030204" pitchFamily="18" charset="0"/>
                                </a:rPr>
                              </m:ctrlPr>
                            </m:naryPr>
                            <m:sub>
                              <m:r>
                                <m:rPr>
                                  <m:brk m:alnAt="23"/>
                                </m:rPr>
                                <a:rPr lang="en-GB" sz="3600" b="0" i="1" smtClean="0">
                                  <a:solidFill>
                                    <a:schemeClr val="accent2">
                                      <a:lumMod val="75000"/>
                                    </a:schemeClr>
                                  </a:solidFill>
                                  <a:latin typeface="Cambria Math" panose="02040503050406030204" pitchFamily="18" charset="0"/>
                                </a:rPr>
                                <m:t>𝑗</m:t>
                              </m:r>
                              <m:r>
                                <a:rPr lang="en-GB" sz="3600" b="0" i="1" smtClean="0">
                                  <a:solidFill>
                                    <a:schemeClr val="accent2">
                                      <a:lumMod val="75000"/>
                                    </a:schemeClr>
                                  </a:solidFill>
                                  <a:latin typeface="Cambria Math" panose="02040503050406030204" pitchFamily="18" charset="0"/>
                                </a:rPr>
                                <m:t>=1</m:t>
                              </m:r>
                            </m:sub>
                            <m:sup>
                              <m:r>
                                <a:rPr lang="en-GB" sz="3600" b="0" i="1" smtClean="0">
                                  <a:solidFill>
                                    <a:schemeClr val="accent2">
                                      <a:lumMod val="75000"/>
                                    </a:schemeClr>
                                  </a:solidFill>
                                  <a:latin typeface="Cambria Math" panose="02040503050406030204" pitchFamily="18" charset="0"/>
                                </a:rPr>
                                <m:t>𝑛</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𝑘</m:t>
                                  </m:r>
                                  <m:r>
                                    <a:rPr lang="en-GB" sz="3600" b="0" i="1" smtClean="0">
                                      <a:solidFill>
                                        <a:schemeClr val="accent1"/>
                                      </a:solidFill>
                                      <a:latin typeface="Cambria Math" panose="02040503050406030204" pitchFamily="18" charset="0"/>
                                    </a:rPr>
                                    <m:t>=1</m:t>
                                  </m:r>
                                </m:sub>
                                <m:sup>
                                  <m:r>
                                    <a:rPr lang="en-GB" sz="3600" b="0" i="1" smtClean="0">
                                      <a:solidFill>
                                        <a:schemeClr val="accent1"/>
                                      </a:solidFill>
                                      <a:latin typeface="Cambria Math" panose="02040503050406030204" pitchFamily="18" charset="0"/>
                                    </a:rPr>
                                    <m:t>𝑛</m:t>
                                  </m:r>
                                </m:sup>
                                <m:e>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𝑋</m:t>
                                      </m:r>
                                    </m:e>
                                    <m:sub>
                                      <m:r>
                                        <a:rPr lang="en-GB" sz="3600" b="0" i="1" smtClean="0">
                                          <a:solidFill>
                                            <a:schemeClr val="accent6"/>
                                          </a:solidFill>
                                          <a:latin typeface="Cambria Math" panose="02040503050406030204" pitchFamily="18" charset="0"/>
                                        </a:rPr>
                                        <m:t>𝑖</m:t>
                                      </m:r>
                                      <m:r>
                                        <a:rPr lang="en-GB" sz="3600" b="0" i="1" smtClean="0">
                                          <a:solidFill>
                                            <a:schemeClr val="accent2">
                                              <a:lumMod val="75000"/>
                                            </a:schemeClr>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𝑗</m:t>
                                      </m:r>
                                      <m:r>
                                        <a:rPr lang="en-GB" sz="3600" b="0" i="1" smtClean="0">
                                          <a:solidFill>
                                            <a:schemeClr val="accent1"/>
                                          </a:solidFill>
                                          <a:latin typeface="Cambria Math" panose="02040503050406030204" pitchFamily="18" charset="0"/>
                                        </a:rPr>
                                        <m:t>𝑘</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𝑘</m:t>
                                      </m:r>
                                      <m:r>
                                        <a:rPr lang="en-GB" sz="3600" b="0" i="1" smtClean="0">
                                          <a:solidFill>
                                            <a:schemeClr val="accent6"/>
                                          </a:solidFill>
                                          <a:latin typeface="Cambria Math" panose="02040503050406030204" pitchFamily="18" charset="0"/>
                                        </a:rPr>
                                        <m:t>𝑖</m:t>
                                      </m:r>
                                    </m:sub>
                                  </m:sSub>
                                </m:e>
                              </m:nary>
                            </m:e>
                          </m:nary>
                        </m:e>
                      </m:nary>
                    </m:oMath>
                  </m:oMathPara>
                </a14:m>
                <a:endParaRPr lang="en-GB" sz="3600" dirty="0"/>
              </a:p>
            </p:txBody>
          </p:sp>
        </mc:Choice>
        <mc:Fallback xmlns="">
          <p:sp>
            <p:nvSpPr>
              <p:cNvPr id="5" name="TextBox 4">
                <a:extLst>
                  <a:ext uri="{FF2B5EF4-FFF2-40B4-BE49-F238E27FC236}">
                    <a16:creationId xmlns:a16="http://schemas.microsoft.com/office/drawing/2014/main" id="{A7A8C6A2-1C33-0A0C-FA91-A9D5027AEAF0}"/>
                  </a:ext>
                </a:extLst>
              </p:cNvPr>
              <p:cNvSpPr txBox="1">
                <a:spLocks noRot="1" noChangeAspect="1" noMove="1" noResize="1" noEditPoints="1" noAdjustHandles="1" noChangeArrowheads="1" noChangeShapeType="1" noTextEdit="1"/>
              </p:cNvSpPr>
              <p:nvPr/>
            </p:nvSpPr>
            <p:spPr>
              <a:xfrm>
                <a:off x="4925987" y="2348988"/>
                <a:ext cx="6390071" cy="1667316"/>
              </a:xfrm>
              <a:prstGeom prst="rect">
                <a:avLst/>
              </a:prstGeom>
              <a:blipFill>
                <a:blip r:embed="rId2"/>
                <a:stretch>
                  <a:fillRect/>
                </a:stretch>
              </a:blipFill>
            </p:spPr>
            <p:txBody>
              <a:bodyPr/>
              <a:lstStyle/>
              <a:p>
                <a:r>
                  <a:rPr lang="en-GB">
                    <a:noFill/>
                  </a:rPr>
                  <a:t> </a:t>
                </a:r>
              </a:p>
            </p:txBody>
          </p:sp>
        </mc:Fallback>
      </mc:AlternateContent>
      <p:grpSp>
        <p:nvGrpSpPr>
          <p:cNvPr id="6" name="Group 5">
            <a:extLst>
              <a:ext uri="{FF2B5EF4-FFF2-40B4-BE49-F238E27FC236}">
                <a16:creationId xmlns:a16="http://schemas.microsoft.com/office/drawing/2014/main" id="{E17F716E-09EE-D295-1A1B-24EDEBBDD29F}"/>
              </a:ext>
            </a:extLst>
          </p:cNvPr>
          <p:cNvGrpSpPr/>
          <p:nvPr/>
        </p:nvGrpSpPr>
        <p:grpSpPr>
          <a:xfrm>
            <a:off x="1595950" y="2438989"/>
            <a:ext cx="3510039" cy="2834800"/>
            <a:chOff x="5825997" y="2978995"/>
            <a:chExt cx="3510039" cy="2834800"/>
          </a:xfrm>
        </p:grpSpPr>
        <p:cxnSp>
          <p:nvCxnSpPr>
            <p:cNvPr id="7" name="Straight Connector 6">
              <a:extLst>
                <a:ext uri="{FF2B5EF4-FFF2-40B4-BE49-F238E27FC236}">
                  <a16:creationId xmlns:a16="http://schemas.microsoft.com/office/drawing/2014/main" id="{DA5D7885-86F3-F6C7-1E6C-9CEE3253CE87}"/>
                </a:ext>
              </a:extLst>
            </p:cNvPr>
            <p:cNvCxnSpPr>
              <a:cxnSpLocks/>
            </p:cNvCxnSpPr>
            <p:nvPr/>
          </p:nvCxnSpPr>
          <p:spPr>
            <a:xfrm flipH="1">
              <a:off x="6096000" y="3248998"/>
              <a:ext cx="1170013" cy="234002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ACCC22E-9A7E-A0B9-8981-F55623F58E31}"/>
                </a:ext>
              </a:extLst>
            </p:cNvPr>
            <p:cNvCxnSpPr>
              <a:cxnSpLocks/>
            </p:cNvCxnSpPr>
            <p:nvPr/>
          </p:nvCxnSpPr>
          <p:spPr>
            <a:xfrm>
              <a:off x="7266013" y="3248998"/>
              <a:ext cx="1710019" cy="1530017"/>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86AD617-60B5-C779-009C-7CF4B739FD4F}"/>
                </a:ext>
              </a:extLst>
            </p:cNvPr>
            <p:cNvCxnSpPr>
              <a:cxnSpLocks/>
            </p:cNvCxnSpPr>
            <p:nvPr/>
          </p:nvCxnSpPr>
          <p:spPr>
            <a:xfrm flipH="1">
              <a:off x="6096000" y="4779015"/>
              <a:ext cx="2880032" cy="81000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5464DDD0-8E38-044E-8F4F-0CBA05FE8FF9}"/>
                </a:ext>
              </a:extLst>
            </p:cNvPr>
            <p:cNvGrpSpPr/>
            <p:nvPr/>
          </p:nvGrpSpPr>
          <p:grpSpPr>
            <a:xfrm>
              <a:off x="6906009" y="2978995"/>
              <a:ext cx="720008" cy="584775"/>
              <a:chOff x="3125967" y="2528990"/>
              <a:chExt cx="720008" cy="584775"/>
            </a:xfrm>
          </p:grpSpPr>
          <p:sp>
            <p:nvSpPr>
              <p:cNvPr id="28" name="Oval 27">
                <a:extLst>
                  <a:ext uri="{FF2B5EF4-FFF2-40B4-BE49-F238E27FC236}">
                    <a16:creationId xmlns:a16="http://schemas.microsoft.com/office/drawing/2014/main" id="{4471F254-16FA-CE3B-B7FB-2FAD83961D8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92C0E83-669F-6674-C623-4AA74D63DA8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A92C0E83-669F-6674-C623-4AA74D63DA8D}"/>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765F5D65-2BE7-F08B-E9D4-3934EDF8CF28}"/>
                </a:ext>
              </a:extLst>
            </p:cNvPr>
            <p:cNvGrpSpPr/>
            <p:nvPr/>
          </p:nvGrpSpPr>
          <p:grpSpPr>
            <a:xfrm>
              <a:off x="5825997" y="5229020"/>
              <a:ext cx="720008" cy="584775"/>
              <a:chOff x="3125967" y="2528990"/>
              <a:chExt cx="720008" cy="584775"/>
            </a:xfrm>
          </p:grpSpPr>
          <p:sp>
            <p:nvSpPr>
              <p:cNvPr id="25" name="Oval 24">
                <a:extLst>
                  <a:ext uri="{FF2B5EF4-FFF2-40B4-BE49-F238E27FC236}">
                    <a16:creationId xmlns:a16="http://schemas.microsoft.com/office/drawing/2014/main" id="{2EFD3441-A0D1-C869-F9FA-BFC02D6C7CC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2DF56CA-8614-6DD2-7BAF-67D1F06AB19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A2DF56CA-8614-6DD2-7BAF-67D1F06AB19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E48C785D-F33B-1172-5668-F43A3980FF17}"/>
                </a:ext>
              </a:extLst>
            </p:cNvPr>
            <p:cNvGrpSpPr/>
            <p:nvPr/>
          </p:nvGrpSpPr>
          <p:grpSpPr>
            <a:xfrm>
              <a:off x="8616028" y="4509012"/>
              <a:ext cx="720008" cy="584775"/>
              <a:chOff x="3125967" y="2528990"/>
              <a:chExt cx="720008" cy="584775"/>
            </a:xfrm>
          </p:grpSpPr>
          <p:sp>
            <p:nvSpPr>
              <p:cNvPr id="23" name="Oval 22">
                <a:extLst>
                  <a:ext uri="{FF2B5EF4-FFF2-40B4-BE49-F238E27FC236}">
                    <a16:creationId xmlns:a16="http://schemas.microsoft.com/office/drawing/2014/main" id="{C74AD267-914D-93A8-7082-EE99197CCBE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E6B8B91-562D-FE55-3343-241A562D9DF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4" name="TextBox 23">
                    <a:extLst>
                      <a:ext uri="{FF2B5EF4-FFF2-40B4-BE49-F238E27FC236}">
                        <a16:creationId xmlns:a16="http://schemas.microsoft.com/office/drawing/2014/main" id="{EE6B8B91-562D-FE55-3343-241A562D9DF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B2569E6-61AC-7A4F-B958-99B03F2C073E}"/>
                  </a:ext>
                </a:extLst>
              </p:cNvPr>
              <p:cNvSpPr txBox="1"/>
              <p:nvPr/>
            </p:nvSpPr>
            <p:spPr>
              <a:xfrm>
                <a:off x="5105989" y="4419011"/>
                <a:ext cx="6096000" cy="830997"/>
              </a:xfrm>
              <a:prstGeom prst="rect">
                <a:avLst/>
              </a:prstGeom>
              <a:noFill/>
            </p:spPr>
            <p:txBody>
              <a:bodyPr wrap="square">
                <a:spAutoFit/>
              </a:bodyPr>
              <a:lstStyle/>
              <a:p>
                <a:pPr/>
                <a14:m>
                  <m:oMathPara xmlns:m="http://schemas.openxmlformats.org/officeDocument/2006/math">
                    <m:oMath>
                      <m:sSub>
                        <m:sSubPr>
                          <m:ctrlPr>
                            <a:rPr kumimoji="0" lang="en-GB" sz="4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GB" sz="4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MM</m:t>
                          </m:r>
                        </m:e>
                        <m:sub>
                          <m:r>
                            <a:rPr kumimoji="0" lang="en-GB" sz="4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b>
                      </m:sSub>
                    </m:oMath>
                  </m:oMathPara>
                </a14:m>
                <a:endParaRPr lang="en-GB" sz="2800" dirty="0"/>
              </a:p>
            </p:txBody>
          </p:sp>
        </mc:Choice>
        <mc:Fallback xmlns="">
          <p:sp>
            <p:nvSpPr>
              <p:cNvPr id="34" name="TextBox 33">
                <a:extLst>
                  <a:ext uri="{FF2B5EF4-FFF2-40B4-BE49-F238E27FC236}">
                    <a16:creationId xmlns:a16="http://schemas.microsoft.com/office/drawing/2014/main" id="{DB2569E6-61AC-7A4F-B958-99B03F2C073E}"/>
                  </a:ext>
                </a:extLst>
              </p:cNvPr>
              <p:cNvSpPr txBox="1">
                <a:spLocks noRot="1" noChangeAspect="1" noMove="1" noResize="1" noEditPoints="1" noAdjustHandles="1" noChangeArrowheads="1" noChangeShapeType="1" noTextEdit="1"/>
              </p:cNvSpPr>
              <p:nvPr/>
            </p:nvSpPr>
            <p:spPr>
              <a:xfrm>
                <a:off x="5105989" y="4419011"/>
                <a:ext cx="6096000" cy="830997"/>
              </a:xfrm>
              <a:prstGeom prst="rect">
                <a:avLst/>
              </a:prstGeom>
              <a:blipFill>
                <a:blip r:embed="rId6"/>
                <a:stretch>
                  <a:fillRect/>
                </a:stretch>
              </a:blipFill>
            </p:spPr>
            <p:txBody>
              <a:bodyPr/>
              <a:lstStyle/>
              <a:p>
                <a:r>
                  <a:rPr lang="en-GB">
                    <a:noFill/>
                  </a:rPr>
                  <a:t> </a:t>
                </a:r>
              </a:p>
            </p:txBody>
          </p:sp>
        </mc:Fallback>
      </mc:AlternateContent>
      <p:sp>
        <p:nvSpPr>
          <p:cNvPr id="36" name="TextBox 35">
            <a:extLst>
              <a:ext uri="{FF2B5EF4-FFF2-40B4-BE49-F238E27FC236}">
                <a16:creationId xmlns:a16="http://schemas.microsoft.com/office/drawing/2014/main" id="{06CA004A-3B9C-4F98-5BC8-D7E7601D4D73}"/>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spTree>
    <p:extLst>
      <p:ext uri="{BB962C8B-B14F-4D97-AF65-F5344CB8AC3E}">
        <p14:creationId xmlns:p14="http://schemas.microsoft.com/office/powerpoint/2010/main" val="35192958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92F5-8B03-CB1D-3653-CCD34156A881}"/>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1272A865-F587-3D3D-BE81-DBD5B92686D3}"/>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grpSp>
        <p:nvGrpSpPr>
          <p:cNvPr id="13" name="Group 12">
            <a:extLst>
              <a:ext uri="{FF2B5EF4-FFF2-40B4-BE49-F238E27FC236}">
                <a16:creationId xmlns:a16="http://schemas.microsoft.com/office/drawing/2014/main" id="{FA8CB656-7951-3EE8-BBCD-50231D786366}"/>
              </a:ext>
            </a:extLst>
          </p:cNvPr>
          <p:cNvGrpSpPr/>
          <p:nvPr/>
        </p:nvGrpSpPr>
        <p:grpSpPr>
          <a:xfrm>
            <a:off x="1415948" y="2258987"/>
            <a:ext cx="2880032" cy="3150035"/>
            <a:chOff x="1415948" y="2078985"/>
            <a:chExt cx="2880032" cy="3150035"/>
          </a:xfrm>
        </p:grpSpPr>
        <p:cxnSp>
          <p:nvCxnSpPr>
            <p:cNvPr id="7" name="Straight Connector 6">
              <a:extLst>
                <a:ext uri="{FF2B5EF4-FFF2-40B4-BE49-F238E27FC236}">
                  <a16:creationId xmlns:a16="http://schemas.microsoft.com/office/drawing/2014/main" id="{1FF5AF3E-2A13-B0EC-D7E6-F95FB0A4DD89}"/>
                </a:ext>
              </a:extLst>
            </p:cNvPr>
            <p:cNvCxnSpPr>
              <a:cxnSpLocks/>
            </p:cNvCxnSpPr>
            <p:nvPr/>
          </p:nvCxnSpPr>
          <p:spPr>
            <a:xfrm flipH="1">
              <a:off x="1775952" y="2348988"/>
              <a:ext cx="2160024"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D87E594-5781-B020-0C97-2FBACC5BF957}"/>
                </a:ext>
              </a:extLst>
            </p:cNvPr>
            <p:cNvCxnSpPr>
              <a:cxnSpLocks/>
            </p:cNvCxnSpPr>
            <p:nvPr/>
          </p:nvCxnSpPr>
          <p:spPr>
            <a:xfrm flipH="1">
              <a:off x="1775952" y="4554244"/>
              <a:ext cx="2160024" cy="360004"/>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08488C3E-2C6F-BB73-7082-11A4440B0917}"/>
                </a:ext>
              </a:extLst>
            </p:cNvPr>
            <p:cNvGrpSpPr/>
            <p:nvPr/>
          </p:nvGrpSpPr>
          <p:grpSpPr>
            <a:xfrm>
              <a:off x="1415948" y="2438989"/>
              <a:ext cx="720008" cy="584775"/>
              <a:chOff x="3125967" y="2528990"/>
              <a:chExt cx="720008" cy="584775"/>
            </a:xfrm>
          </p:grpSpPr>
          <p:sp>
            <p:nvSpPr>
              <p:cNvPr id="28" name="Oval 27">
                <a:extLst>
                  <a:ext uri="{FF2B5EF4-FFF2-40B4-BE49-F238E27FC236}">
                    <a16:creationId xmlns:a16="http://schemas.microsoft.com/office/drawing/2014/main" id="{661DBDBB-0160-972C-4759-323519BBA24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D3DA645-8D88-F273-97EE-C74902F39E8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BD3DA645-8D88-F273-97EE-C74902F39E8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5EA6E1C7-A99E-91B2-5018-7CE59D6BB898}"/>
                </a:ext>
              </a:extLst>
            </p:cNvPr>
            <p:cNvGrpSpPr/>
            <p:nvPr/>
          </p:nvGrpSpPr>
          <p:grpSpPr>
            <a:xfrm>
              <a:off x="1415948" y="4644245"/>
              <a:ext cx="720008" cy="584775"/>
              <a:chOff x="3125967" y="2528990"/>
              <a:chExt cx="720008" cy="584775"/>
            </a:xfrm>
          </p:grpSpPr>
          <p:sp>
            <p:nvSpPr>
              <p:cNvPr id="25" name="Oval 24">
                <a:extLst>
                  <a:ext uri="{FF2B5EF4-FFF2-40B4-BE49-F238E27FC236}">
                    <a16:creationId xmlns:a16="http://schemas.microsoft.com/office/drawing/2014/main" id="{F9FE9462-8D8E-76B6-ADBD-59D7B3C3F30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277E92F-FDD2-A32D-BCBB-3EE196B66C1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A277E92F-FDD2-A32D-BCBB-3EE196B66C1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939DFB4E-0E6F-6FF1-C031-58CF2DD91941}"/>
                </a:ext>
              </a:extLst>
            </p:cNvPr>
            <p:cNvGrpSpPr/>
            <p:nvPr/>
          </p:nvGrpSpPr>
          <p:grpSpPr>
            <a:xfrm>
              <a:off x="3575972" y="2078985"/>
              <a:ext cx="720008" cy="584775"/>
              <a:chOff x="3125967" y="2528990"/>
              <a:chExt cx="720008" cy="584775"/>
            </a:xfrm>
          </p:grpSpPr>
          <p:sp>
            <p:nvSpPr>
              <p:cNvPr id="23" name="Oval 22">
                <a:extLst>
                  <a:ext uri="{FF2B5EF4-FFF2-40B4-BE49-F238E27FC236}">
                    <a16:creationId xmlns:a16="http://schemas.microsoft.com/office/drawing/2014/main" id="{D7E07216-2027-8A19-430F-2BA9F54A96F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0737124-6F26-A34E-67DF-68BA6614EA7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4" name="TextBox 23">
                    <a:extLst>
                      <a:ext uri="{FF2B5EF4-FFF2-40B4-BE49-F238E27FC236}">
                        <a16:creationId xmlns:a16="http://schemas.microsoft.com/office/drawing/2014/main" id="{10737124-6F26-A34E-67DF-68BA6614EA7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2" name="Group 1">
              <a:extLst>
                <a:ext uri="{FF2B5EF4-FFF2-40B4-BE49-F238E27FC236}">
                  <a16:creationId xmlns:a16="http://schemas.microsoft.com/office/drawing/2014/main" id="{042040E2-210F-308C-A4A7-E6C73E9E131B}"/>
                </a:ext>
              </a:extLst>
            </p:cNvPr>
            <p:cNvGrpSpPr/>
            <p:nvPr/>
          </p:nvGrpSpPr>
          <p:grpSpPr>
            <a:xfrm>
              <a:off x="3575972" y="4284241"/>
              <a:ext cx="720008" cy="584775"/>
              <a:chOff x="3125967" y="2528990"/>
              <a:chExt cx="720008" cy="584775"/>
            </a:xfrm>
          </p:grpSpPr>
          <p:sp>
            <p:nvSpPr>
              <p:cNvPr id="3" name="Oval 2">
                <a:extLst>
                  <a:ext uri="{FF2B5EF4-FFF2-40B4-BE49-F238E27FC236}">
                    <a16:creationId xmlns:a16="http://schemas.microsoft.com/office/drawing/2014/main" id="{1A34B142-2A2F-4A77-F77A-03424856BE0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9C0EC1-DF98-173C-F91D-734D44CAB5B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F99C0EC1-DF98-173C-F91D-734D44CAB5B7}"/>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spTree>
    <p:extLst>
      <p:ext uri="{BB962C8B-B14F-4D97-AF65-F5344CB8AC3E}">
        <p14:creationId xmlns:p14="http://schemas.microsoft.com/office/powerpoint/2010/main" val="39368748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5FBA2-9505-8F6F-84FB-45DE7FBF0657}"/>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AF1836FC-F333-F67F-38CB-2032EAC949EF}"/>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p:grpSp>
        <p:nvGrpSpPr>
          <p:cNvPr id="13" name="Group 12">
            <a:extLst>
              <a:ext uri="{FF2B5EF4-FFF2-40B4-BE49-F238E27FC236}">
                <a16:creationId xmlns:a16="http://schemas.microsoft.com/office/drawing/2014/main" id="{3A1E1F3D-B554-9477-FC63-DF31D4B29B8D}"/>
              </a:ext>
            </a:extLst>
          </p:cNvPr>
          <p:cNvGrpSpPr/>
          <p:nvPr/>
        </p:nvGrpSpPr>
        <p:grpSpPr>
          <a:xfrm>
            <a:off x="1415948" y="2258987"/>
            <a:ext cx="2880032" cy="3150035"/>
            <a:chOff x="1415948" y="2078985"/>
            <a:chExt cx="2880032" cy="3150035"/>
          </a:xfrm>
        </p:grpSpPr>
        <p:cxnSp>
          <p:nvCxnSpPr>
            <p:cNvPr id="7" name="Straight Connector 6">
              <a:extLst>
                <a:ext uri="{FF2B5EF4-FFF2-40B4-BE49-F238E27FC236}">
                  <a16:creationId xmlns:a16="http://schemas.microsoft.com/office/drawing/2014/main" id="{E13D3D24-26A2-944E-CC2F-DF73326A4878}"/>
                </a:ext>
              </a:extLst>
            </p:cNvPr>
            <p:cNvCxnSpPr>
              <a:cxnSpLocks/>
            </p:cNvCxnSpPr>
            <p:nvPr/>
          </p:nvCxnSpPr>
          <p:spPr>
            <a:xfrm flipH="1">
              <a:off x="1775952" y="2348988"/>
              <a:ext cx="2160024"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246518B-39F8-F085-A42A-CE891766CE41}"/>
                </a:ext>
              </a:extLst>
            </p:cNvPr>
            <p:cNvCxnSpPr>
              <a:cxnSpLocks/>
            </p:cNvCxnSpPr>
            <p:nvPr/>
          </p:nvCxnSpPr>
          <p:spPr>
            <a:xfrm flipH="1">
              <a:off x="1775952" y="4554244"/>
              <a:ext cx="2160024" cy="360004"/>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CD1BBB84-DDAC-93BA-DBE1-AD1A15689919}"/>
                </a:ext>
              </a:extLst>
            </p:cNvPr>
            <p:cNvGrpSpPr/>
            <p:nvPr/>
          </p:nvGrpSpPr>
          <p:grpSpPr>
            <a:xfrm>
              <a:off x="1415948" y="2438989"/>
              <a:ext cx="720008" cy="584775"/>
              <a:chOff x="3125967" y="2528990"/>
              <a:chExt cx="720008" cy="584775"/>
            </a:xfrm>
          </p:grpSpPr>
          <p:sp>
            <p:nvSpPr>
              <p:cNvPr id="28" name="Oval 27">
                <a:extLst>
                  <a:ext uri="{FF2B5EF4-FFF2-40B4-BE49-F238E27FC236}">
                    <a16:creationId xmlns:a16="http://schemas.microsoft.com/office/drawing/2014/main" id="{2F3D6913-2818-97D1-5E43-8FADAFF3636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6A0DE88-3E39-140A-33AF-AE42BF97BE9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2B0AF706-FF70-BD99-E636-C8F31356EC44}"/>
                </a:ext>
              </a:extLst>
            </p:cNvPr>
            <p:cNvGrpSpPr/>
            <p:nvPr/>
          </p:nvGrpSpPr>
          <p:grpSpPr>
            <a:xfrm>
              <a:off x="1415948" y="4644245"/>
              <a:ext cx="720008" cy="584775"/>
              <a:chOff x="3125967" y="2528990"/>
              <a:chExt cx="720008" cy="584775"/>
            </a:xfrm>
          </p:grpSpPr>
          <p:sp>
            <p:nvSpPr>
              <p:cNvPr id="25" name="Oval 24">
                <a:extLst>
                  <a:ext uri="{FF2B5EF4-FFF2-40B4-BE49-F238E27FC236}">
                    <a16:creationId xmlns:a16="http://schemas.microsoft.com/office/drawing/2014/main" id="{B50B8E3C-5239-E084-29A2-2657C8055A0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6BE2ECF-1D8B-498C-CECA-7AA89A96A69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49DB8C91-7436-2DE8-44CC-11CD8402D6D3}"/>
                </a:ext>
              </a:extLst>
            </p:cNvPr>
            <p:cNvGrpSpPr/>
            <p:nvPr/>
          </p:nvGrpSpPr>
          <p:grpSpPr>
            <a:xfrm>
              <a:off x="3575972" y="2078985"/>
              <a:ext cx="720008" cy="584775"/>
              <a:chOff x="3125967" y="2528990"/>
              <a:chExt cx="720008" cy="584775"/>
            </a:xfrm>
          </p:grpSpPr>
          <p:sp>
            <p:nvSpPr>
              <p:cNvPr id="23" name="Oval 22">
                <a:extLst>
                  <a:ext uri="{FF2B5EF4-FFF2-40B4-BE49-F238E27FC236}">
                    <a16:creationId xmlns:a16="http://schemas.microsoft.com/office/drawing/2014/main" id="{AB1AA4CE-1BB8-2EFC-FCB9-6E08619FC43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1C7988C-2FDE-C1EC-315C-E2D1616F094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24" name="TextBox 23">
                    <a:extLst>
                      <a:ext uri="{FF2B5EF4-FFF2-40B4-BE49-F238E27FC236}">
                        <a16:creationId xmlns:a16="http://schemas.microsoft.com/office/drawing/2014/main" id="{B1C7988C-2FDE-C1EC-315C-E2D1616F094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2" name="Group 1">
              <a:extLst>
                <a:ext uri="{FF2B5EF4-FFF2-40B4-BE49-F238E27FC236}">
                  <a16:creationId xmlns:a16="http://schemas.microsoft.com/office/drawing/2014/main" id="{59365197-CA13-F4F1-C597-60FCB52A0B2D}"/>
                </a:ext>
              </a:extLst>
            </p:cNvPr>
            <p:cNvGrpSpPr/>
            <p:nvPr/>
          </p:nvGrpSpPr>
          <p:grpSpPr>
            <a:xfrm>
              <a:off x="3575972" y="4284241"/>
              <a:ext cx="720008" cy="584775"/>
              <a:chOff x="3125967" y="2528990"/>
              <a:chExt cx="720008" cy="584775"/>
            </a:xfrm>
          </p:grpSpPr>
          <p:sp>
            <p:nvSpPr>
              <p:cNvPr id="3" name="Oval 2">
                <a:extLst>
                  <a:ext uri="{FF2B5EF4-FFF2-40B4-BE49-F238E27FC236}">
                    <a16:creationId xmlns:a16="http://schemas.microsoft.com/office/drawing/2014/main" id="{67B59F2C-B910-5875-8548-85F11CFDB10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0DE55C5-31A8-639F-CA4A-8611F6CA0A8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1F45CDA-E1D4-2F8C-759B-BE3B5962A176}"/>
                  </a:ext>
                </a:extLst>
              </p:cNvPr>
              <p:cNvSpPr txBox="1"/>
              <p:nvPr/>
            </p:nvSpPr>
            <p:spPr>
              <a:xfrm>
                <a:off x="4925987" y="2348988"/>
                <a:ext cx="6390071" cy="1667316"/>
              </a:xfrm>
              <a:prstGeom prst="rect">
                <a:avLst/>
              </a:prstGeom>
              <a:noFill/>
            </p:spPr>
            <p:txBody>
              <a:bodyPr wrap="square" rtlCol="0">
                <a:spAutoFit/>
              </a:bodyPr>
              <a:lstStyle/>
              <a:p>
                <a:pPr/>
                <a14:m>
                  <m:oMathPara xmlns:m="http://schemas.openxmlformats.org/officeDocument/2006/math">
                    <m:o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𝑇</m:t>
                          </m:r>
                        </m:e>
                        <m: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𝑀</m:t>
                              </m:r>
                            </m:e>
                            <m:sub>
                              <m:r>
                                <a:rPr lang="en-GB" sz="3600" b="0" i="1" smtClean="0">
                                  <a:latin typeface="Cambria Math" panose="02040503050406030204" pitchFamily="18" charset="0"/>
                                </a:rPr>
                                <m:t>2</m:t>
                              </m:r>
                            </m:sub>
                          </m:sSub>
                          <m:r>
                            <a:rPr lang="en-GB" sz="3600" b="0" i="1" smtClean="0">
                              <a:latin typeface="Cambria Math" panose="02040503050406030204" pitchFamily="18" charset="0"/>
                            </a:rPr>
                            <m:t>,</m:t>
                          </m:r>
                          <m:r>
                            <a:rPr lang="en-GB" sz="3600" b="0" i="1" smtClean="0">
                              <a:latin typeface="Cambria Math" panose="02040503050406030204" pitchFamily="18" charset="0"/>
                            </a:rPr>
                            <m:t>𝑛</m:t>
                          </m:r>
                        </m:sub>
                      </m:sSub>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=1</m:t>
                          </m:r>
                        </m:sub>
                        <m:sup>
                          <m:r>
                            <a:rPr lang="en-GB" sz="3600" b="0" i="1" smtClean="0">
                              <a:solidFill>
                                <a:schemeClr val="accent6"/>
                              </a:solidFill>
                              <a:latin typeface="Cambria Math" panose="02040503050406030204" pitchFamily="18" charset="0"/>
                            </a:rPr>
                            <m:t>𝑛</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𝑗</m:t>
                              </m:r>
                              <m:r>
                                <a:rPr lang="en-GB" sz="3600" i="1">
                                  <a:solidFill>
                                    <a:schemeClr val="accent1"/>
                                  </a:solidFill>
                                  <a:latin typeface="Cambria Math" panose="02040503050406030204" pitchFamily="18" charset="0"/>
                                </a:rPr>
                                <m:t>=1</m:t>
                              </m:r>
                            </m:sub>
                            <m:sup>
                              <m:r>
                                <a:rPr lang="en-GB" sz="3600" i="1">
                                  <a:solidFill>
                                    <a:schemeClr val="accent1"/>
                                  </a:solidFill>
                                  <a:latin typeface="Cambria Math" panose="02040503050406030204" pitchFamily="18" charset="0"/>
                                </a:rPr>
                                <m:t>𝑛</m:t>
                              </m:r>
                            </m:sup>
                            <m:e>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i="1">
                                      <a:solidFill>
                                        <a:schemeClr val="accent6"/>
                                      </a:solidFill>
                                      <a:latin typeface="Cambria Math" panose="02040503050406030204" pitchFamily="18" charset="0"/>
                                    </a:rPr>
                                    <m:t>𝑖</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i="1">
                                      <a:solidFill>
                                        <a:schemeClr val="accent6"/>
                                      </a:solidFill>
                                      <a:latin typeface="Cambria Math" panose="02040503050406030204" pitchFamily="18" charset="0"/>
                                    </a:rPr>
                                    <m:t>𝑖</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𝑊</m:t>
                                  </m:r>
                                </m:e>
                                <m:sub>
                                  <m:r>
                                    <a:rPr lang="en-GB" sz="3600" b="0" i="1" smtClean="0">
                                      <a:solidFill>
                                        <a:schemeClr val="accent1"/>
                                      </a:solidFill>
                                      <a:latin typeface="Cambria Math" panose="02040503050406030204" pitchFamily="18" charset="0"/>
                                    </a:rPr>
                                    <m:t>𝑗</m:t>
                                  </m:r>
                                </m:sub>
                              </m:sSub>
                            </m:e>
                          </m:nary>
                        </m:e>
                      </m:nary>
                    </m:oMath>
                  </m:oMathPara>
                </a14:m>
                <a:endParaRPr lang="en-GB" sz="3600" dirty="0"/>
              </a:p>
            </p:txBody>
          </p:sp>
        </mc:Choice>
        <mc:Fallback xmlns="">
          <p:sp>
            <p:nvSpPr>
              <p:cNvPr id="6" name="TextBox 5">
                <a:extLst>
                  <a:ext uri="{FF2B5EF4-FFF2-40B4-BE49-F238E27FC236}">
                    <a16:creationId xmlns:a16="http://schemas.microsoft.com/office/drawing/2014/main" id="{A1F45CDA-E1D4-2F8C-759B-BE3B5962A176}"/>
                  </a:ext>
                </a:extLst>
              </p:cNvPr>
              <p:cNvSpPr txBox="1">
                <a:spLocks noRot="1" noChangeAspect="1" noMove="1" noResize="1" noEditPoints="1" noAdjustHandles="1" noChangeArrowheads="1" noChangeShapeType="1" noTextEdit="1"/>
              </p:cNvSpPr>
              <p:nvPr/>
            </p:nvSpPr>
            <p:spPr>
              <a:xfrm>
                <a:off x="4925987" y="2348988"/>
                <a:ext cx="6390071" cy="166731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DDCE4B4-825B-4A80-28C7-98A0FDC67B04}"/>
                  </a:ext>
                </a:extLst>
              </p:cNvPr>
              <p:cNvSpPr txBox="1"/>
              <p:nvPr/>
            </p:nvSpPr>
            <p:spPr>
              <a:xfrm>
                <a:off x="5105989" y="4419011"/>
                <a:ext cx="6096000" cy="830997"/>
              </a:xfrm>
              <a:prstGeom prst="rect">
                <a:avLst/>
              </a:prstGeom>
              <a:noFill/>
            </p:spPr>
            <p:txBody>
              <a:bodyPr wrap="square">
                <a:spAutoFit/>
              </a:bodyPr>
              <a:lstStyle/>
              <a:p>
                <a:pPr/>
                <a14:m>
                  <m:oMathPara xmlns:m="http://schemas.openxmlformats.org/officeDocument/2006/math">
                    <m:oMath>
                      <m:sSub>
                        <m:sSubPr>
                          <m:ctrlPr>
                            <a:rPr kumimoji="0" lang="en-GB" sz="4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GB" sz="4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PIP</m:t>
                          </m:r>
                        </m:e>
                        <m:sub>
                          <m:r>
                            <a:rPr kumimoji="0" lang="en-GB" sz="4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b>
                      </m:sSub>
                    </m:oMath>
                  </m:oMathPara>
                </a14:m>
                <a:endParaRPr lang="en-GB" sz="2800" dirty="0"/>
              </a:p>
            </p:txBody>
          </p:sp>
        </mc:Choice>
        <mc:Fallback xmlns="">
          <p:sp>
            <p:nvSpPr>
              <p:cNvPr id="9" name="TextBox 8">
                <a:extLst>
                  <a:ext uri="{FF2B5EF4-FFF2-40B4-BE49-F238E27FC236}">
                    <a16:creationId xmlns:a16="http://schemas.microsoft.com/office/drawing/2014/main" id="{EDDCE4B4-825B-4A80-28C7-98A0FDC67B04}"/>
                  </a:ext>
                </a:extLst>
              </p:cNvPr>
              <p:cNvSpPr txBox="1">
                <a:spLocks noRot="1" noChangeAspect="1" noMove="1" noResize="1" noEditPoints="1" noAdjustHandles="1" noChangeArrowheads="1" noChangeShapeType="1" noTextEdit="1"/>
              </p:cNvSpPr>
              <p:nvPr/>
            </p:nvSpPr>
            <p:spPr>
              <a:xfrm>
                <a:off x="5105989" y="4419011"/>
                <a:ext cx="6096000" cy="830997"/>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244070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8279C-281F-0633-222A-022C43456978}"/>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2DD61050-2AA1-0D2C-3463-BBDFE3069B8C}"/>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E39ADE-4752-641C-CDA3-CDD555C84F22}"/>
                  </a:ext>
                </a:extLst>
              </p:cNvPr>
              <p:cNvSpPr txBox="1"/>
              <p:nvPr/>
            </p:nvSpPr>
            <p:spPr>
              <a:xfrm>
                <a:off x="2045955" y="2348988"/>
                <a:ext cx="8100090" cy="2200667"/>
              </a:xfrm>
              <a:prstGeom prst="rect">
                <a:avLst/>
              </a:prstGeom>
              <a:noFill/>
            </p:spPr>
            <p:txBody>
              <a:bodyPr wrap="square" rtlCol="0">
                <a:spAutoFit/>
              </a:bodyPr>
              <a:lstStyle/>
              <a:p>
                <a:pPr/>
                <a14:m>
                  <m:oMathPara xmlns:m="http://schemas.openxmlformats.org/officeDocument/2006/math">
                    <m:oMath>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𝑇</m:t>
                          </m:r>
                        </m:e>
                        <m:sub>
                          <m:r>
                            <a:rPr lang="en-GB" sz="5400" b="0" i="1" smtClean="0">
                              <a:latin typeface="Cambria Math" panose="02040503050406030204" pitchFamily="18" charset="0"/>
                            </a:rPr>
                            <m:t>𝐺</m:t>
                          </m:r>
                          <m:r>
                            <a:rPr lang="en-GB" sz="5400" b="0" i="1" smtClean="0">
                              <a:latin typeface="Cambria Math" panose="02040503050406030204" pitchFamily="18" charset="0"/>
                            </a:rPr>
                            <m:t>,</m:t>
                          </m:r>
                          <m:r>
                            <a:rPr lang="en-GB" sz="5400" b="0" i="1" smtClean="0">
                              <a:latin typeface="Cambria Math" panose="02040503050406030204" pitchFamily="18" charset="0"/>
                            </a:rPr>
                            <m:t>𝑛</m:t>
                          </m:r>
                        </m:sub>
                      </m:sSub>
                      <m:r>
                        <a:rPr lang="en-GB" sz="5400" b="0" i="1" smtClean="0">
                          <a:latin typeface="Cambria Math" panose="02040503050406030204" pitchFamily="18" charset="0"/>
                        </a:rPr>
                        <m:t>≔</m:t>
                      </m:r>
                      <m:nary>
                        <m:naryPr>
                          <m:chr m:val="∑"/>
                          <m:supHide m:val="on"/>
                          <m:ctrlPr>
                            <a:rPr lang="en-GB" sz="5400" b="0" i="1" smtClean="0">
                              <a:solidFill>
                                <a:schemeClr val="accent2">
                                  <a:lumMod val="75000"/>
                                </a:schemeClr>
                              </a:solidFill>
                              <a:latin typeface="Cambria Math" panose="02040503050406030204" pitchFamily="18" charset="0"/>
                            </a:rPr>
                          </m:ctrlPr>
                        </m:naryPr>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𝐸</m:t>
                          </m:r>
                          <m:r>
                            <a:rPr lang="en-GB" sz="5400" b="0" i="1" smtClean="0">
                              <a:solidFill>
                                <a:schemeClr val="accent2">
                                  <a:lumMod val="75000"/>
                                </a:schemeClr>
                              </a:solidFill>
                              <a:latin typeface="Cambria Math" panose="02040503050406030204" pitchFamily="18" charset="0"/>
                            </a:rPr>
                            <m:t>→</m:t>
                          </m:r>
                          <m:d>
                            <m:dPr>
                              <m:begChr m:val="["/>
                              <m:endChr m:val="]"/>
                              <m:ctrlPr>
                                <a:rPr lang="en-GB" sz="5400" b="0" i="1" smtClean="0">
                                  <a:solidFill>
                                    <a:schemeClr val="accent2">
                                      <a:lumMod val="75000"/>
                                    </a:schemeClr>
                                  </a:solidFill>
                                  <a:latin typeface="Cambria Math" panose="02040503050406030204" pitchFamily="18" charset="0"/>
                                </a:rPr>
                              </m:ctrlPr>
                            </m:dPr>
                            <m:e>
                              <m:r>
                                <a:rPr lang="en-GB" sz="5400" b="0" i="1" smtClean="0">
                                  <a:solidFill>
                                    <a:schemeClr val="accent2">
                                      <a:lumMod val="75000"/>
                                    </a:schemeClr>
                                  </a:solidFill>
                                  <a:latin typeface="Cambria Math" panose="02040503050406030204" pitchFamily="18" charset="0"/>
                                </a:rPr>
                                <m:t>𝑛</m:t>
                              </m:r>
                            </m:e>
                          </m:d>
                        </m:sub>
                        <m:sup/>
                        <m:e>
                          <m:nary>
                            <m:naryPr>
                              <m:chr m:val="∏"/>
                              <m:supHide m:val="on"/>
                              <m:ctrlPr>
                                <a:rPr lang="en-GB" sz="5400" b="0" i="1" smtClean="0">
                                  <a:solidFill>
                                    <a:schemeClr val="accent6"/>
                                  </a:solidFill>
                                  <a:latin typeface="Cambria Math" panose="02040503050406030204" pitchFamily="18" charset="0"/>
                                </a:rPr>
                              </m:ctrlPr>
                            </m:naryPr>
                            <m:sub>
                              <m:r>
                                <m:rPr>
                                  <m:brk m:alnAt="7"/>
                                </m:rPr>
                                <a:rPr lang="en-GB" sz="5400" b="0" i="1" smtClean="0">
                                  <a:solidFill>
                                    <a:schemeClr val="accent6"/>
                                  </a:solidFill>
                                  <a:latin typeface="Cambria Math" panose="02040503050406030204" pitchFamily="18" charset="0"/>
                                </a:rPr>
                                <m:t>𝑣</m:t>
                              </m:r>
                              <m:r>
                                <a:rPr lang="en-GB" sz="5400" b="0" i="1" smtClean="0">
                                  <a:solidFill>
                                    <a:schemeClr val="accent6"/>
                                  </a:solidFill>
                                  <a:latin typeface="Cambria Math" panose="02040503050406030204" pitchFamily="18" charset="0"/>
                                </a:rPr>
                                <m:t>∈</m:t>
                              </m:r>
                              <m:r>
                                <a:rPr lang="en-GB" sz="5400" b="0" i="1" smtClean="0">
                                  <a:solidFill>
                                    <a:schemeClr val="accent6"/>
                                  </a:solidFill>
                                  <a:latin typeface="Cambria Math" panose="02040503050406030204" pitchFamily="18" charset="0"/>
                                </a:rPr>
                                <m:t>𝑉</m:t>
                              </m:r>
                            </m:sub>
                            <m:sup/>
                            <m:e>
                              <m:sSubSup>
                                <m:sSubSupPr>
                                  <m:ctrlPr>
                                    <a:rPr lang="en-GB" sz="5400" b="0" i="1" smtClean="0">
                                      <a:solidFill>
                                        <a:schemeClr val="accent6"/>
                                      </a:solidFill>
                                      <a:latin typeface="Cambria Math" panose="02040503050406030204" pitchFamily="18" charset="0"/>
                                    </a:rPr>
                                  </m:ctrlPr>
                                </m:sSubSupPr>
                                <m:e>
                                  <m:r>
                                    <a:rPr lang="en-GB" sz="5400" b="0" i="1" smtClean="0">
                                      <a:solidFill>
                                        <a:schemeClr val="accent6"/>
                                      </a:solidFill>
                                      <a:latin typeface="Cambria Math" panose="02040503050406030204" pitchFamily="18" charset="0"/>
                                    </a:rPr>
                                    <m:t>𝑋</m:t>
                                  </m:r>
                                </m:e>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𝐼</m:t>
                                  </m:r>
                                  <m:d>
                                    <m:dPr>
                                      <m:ctrlPr>
                                        <a:rPr lang="en-GB" sz="5400" b="0" i="1" smtClean="0">
                                          <a:solidFill>
                                            <a:schemeClr val="accent2">
                                              <a:lumMod val="75000"/>
                                            </a:schemeClr>
                                          </a:solidFill>
                                          <a:latin typeface="Cambria Math" panose="02040503050406030204" pitchFamily="18" charset="0"/>
                                        </a:rPr>
                                      </m:ctrlPr>
                                    </m:dPr>
                                    <m:e>
                                      <m:r>
                                        <a:rPr lang="en-GB" sz="5400" b="0" i="1" smtClean="0">
                                          <a:solidFill>
                                            <a:schemeClr val="accent2">
                                              <a:lumMod val="75000"/>
                                            </a:schemeClr>
                                          </a:solidFill>
                                          <a:latin typeface="Cambria Math" panose="02040503050406030204" pitchFamily="18" charset="0"/>
                                        </a:rPr>
                                        <m:t>𝑣</m:t>
                                      </m:r>
                                    </m:e>
                                  </m:d>
                                </m:sub>
                                <m:sup>
                                  <m:d>
                                    <m:dPr>
                                      <m:ctrlPr>
                                        <a:rPr lang="en-GB" sz="5400" b="0" i="1" smtClean="0">
                                          <a:solidFill>
                                            <a:schemeClr val="accent6"/>
                                          </a:solidFill>
                                          <a:latin typeface="Cambria Math" panose="02040503050406030204" pitchFamily="18" charset="0"/>
                                        </a:rPr>
                                      </m:ctrlPr>
                                    </m:dPr>
                                    <m:e>
                                      <m:r>
                                        <a:rPr lang="en-GB" sz="5400" b="0" i="1" smtClean="0">
                                          <a:solidFill>
                                            <a:schemeClr val="accent6"/>
                                          </a:solidFill>
                                          <a:latin typeface="Cambria Math" panose="02040503050406030204" pitchFamily="18" charset="0"/>
                                        </a:rPr>
                                        <m:t>𝑣</m:t>
                                      </m:r>
                                    </m:e>
                                  </m:d>
                                </m:sup>
                              </m:sSubSup>
                            </m:e>
                          </m:nary>
                        </m:e>
                      </m:nary>
                    </m:oMath>
                  </m:oMathPara>
                </a14:m>
                <a:endParaRPr lang="en-GB" sz="5400" dirty="0"/>
              </a:p>
            </p:txBody>
          </p:sp>
        </mc:Choice>
        <mc:Fallback xmlns="">
          <p:sp>
            <p:nvSpPr>
              <p:cNvPr id="8" name="TextBox 7">
                <a:extLst>
                  <a:ext uri="{FF2B5EF4-FFF2-40B4-BE49-F238E27FC236}">
                    <a16:creationId xmlns:a16="http://schemas.microsoft.com/office/drawing/2014/main" id="{9CE39ADE-4752-641C-CDA3-CDD555C84F22}"/>
                  </a:ext>
                </a:extLst>
              </p:cNvPr>
              <p:cNvSpPr txBox="1">
                <a:spLocks noRot="1" noChangeAspect="1" noMove="1" noResize="1" noEditPoints="1" noAdjustHandles="1" noChangeArrowheads="1" noChangeShapeType="1" noTextEdit="1"/>
              </p:cNvSpPr>
              <p:nvPr/>
            </p:nvSpPr>
            <p:spPr>
              <a:xfrm>
                <a:off x="2045955" y="2348988"/>
                <a:ext cx="8100090" cy="2200667"/>
              </a:xfrm>
              <a:prstGeom prst="rect">
                <a:avLst/>
              </a:prstGeom>
              <a:blipFill>
                <a:blip r:embed="rId2"/>
                <a:stretch>
                  <a:fillRect/>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8D98F359-FEF5-FFC7-6DAB-93AAEF39D3EA}"/>
              </a:ext>
            </a:extLst>
          </p:cNvPr>
          <p:cNvSpPr txBox="1"/>
          <p:nvPr/>
        </p:nvSpPr>
        <p:spPr>
          <a:xfrm>
            <a:off x="9156034" y="1088974"/>
            <a:ext cx="2610029" cy="1200329"/>
          </a:xfrm>
          <a:prstGeom prst="rect">
            <a:avLst/>
          </a:prstGeom>
          <a:noFill/>
        </p:spPr>
        <p:txBody>
          <a:bodyPr wrap="square" rtlCol="0">
            <a:spAutoFit/>
          </a:bodyPr>
          <a:lstStyle/>
          <a:p>
            <a:pPr algn="ctr"/>
            <a:r>
              <a:rPr lang="en-GB" sz="3600" dirty="0">
                <a:solidFill>
                  <a:schemeClr val="accent6"/>
                </a:solidFill>
              </a:rPr>
              <a:t>each vertex is a mode</a:t>
            </a:r>
          </a:p>
        </p:txBody>
      </p:sp>
      <p:sp>
        <p:nvSpPr>
          <p:cNvPr id="12" name="TextBox 11">
            <a:extLst>
              <a:ext uri="{FF2B5EF4-FFF2-40B4-BE49-F238E27FC236}">
                <a16:creationId xmlns:a16="http://schemas.microsoft.com/office/drawing/2014/main" id="{5C1B8393-28E7-168B-53BC-5D99F0DBE9DA}"/>
              </a:ext>
            </a:extLst>
          </p:cNvPr>
          <p:cNvSpPr txBox="1"/>
          <p:nvPr/>
        </p:nvSpPr>
        <p:spPr>
          <a:xfrm>
            <a:off x="1775952" y="4779015"/>
            <a:ext cx="2610029" cy="1200329"/>
          </a:xfrm>
          <a:prstGeom prst="rect">
            <a:avLst/>
          </a:prstGeom>
          <a:noFill/>
        </p:spPr>
        <p:txBody>
          <a:bodyPr wrap="square" rtlCol="0">
            <a:spAutoFit/>
          </a:bodyPr>
          <a:lstStyle/>
          <a:p>
            <a:pPr algn="ctr"/>
            <a:r>
              <a:rPr lang="en-GB" sz="3600" dirty="0">
                <a:solidFill>
                  <a:schemeClr val="accent2">
                    <a:lumMod val="75000"/>
                  </a:schemeClr>
                </a:solidFill>
              </a:rPr>
              <a:t>indexing by edges</a:t>
            </a:r>
          </a:p>
        </p:txBody>
      </p:sp>
      <p:cxnSp>
        <p:nvCxnSpPr>
          <p:cNvPr id="15" name="Straight Arrow Connector 14">
            <a:extLst>
              <a:ext uri="{FF2B5EF4-FFF2-40B4-BE49-F238E27FC236}">
                <a16:creationId xmlns:a16="http://schemas.microsoft.com/office/drawing/2014/main" id="{8E95776B-413B-FED2-E667-C972EB07F6E0}"/>
              </a:ext>
            </a:extLst>
          </p:cNvPr>
          <p:cNvCxnSpPr>
            <a:cxnSpLocks/>
          </p:cNvCxnSpPr>
          <p:nvPr/>
        </p:nvCxnSpPr>
        <p:spPr>
          <a:xfrm flipV="1">
            <a:off x="4475982" y="4599013"/>
            <a:ext cx="540006" cy="540006"/>
          </a:xfrm>
          <a:prstGeom prst="straightConnector1">
            <a:avLst/>
          </a:prstGeom>
          <a:ln w="38100">
            <a:solidFill>
              <a:schemeClr val="accent2">
                <a:lumMod val="75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E233EE52-4407-3B3F-0E77-469ED7F50D26}"/>
              </a:ext>
            </a:extLst>
          </p:cNvPr>
          <p:cNvCxnSpPr>
            <a:cxnSpLocks/>
          </p:cNvCxnSpPr>
          <p:nvPr/>
        </p:nvCxnSpPr>
        <p:spPr>
          <a:xfrm flipH="1">
            <a:off x="8886031" y="2168986"/>
            <a:ext cx="450005" cy="450005"/>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373710326"/>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CCD28-DF90-C319-33D9-F1B0E5D8E937}"/>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36E5DDFE-04FF-8D36-1372-88C183FC4616}"/>
              </a:ext>
            </a:extLst>
          </p:cNvPr>
          <p:cNvSpPr txBox="1"/>
          <p:nvPr/>
        </p:nvSpPr>
        <p:spPr>
          <a:xfrm>
            <a:off x="1775952" y="548968"/>
            <a:ext cx="8640096" cy="1015663"/>
          </a:xfrm>
          <a:prstGeom prst="rect">
            <a:avLst/>
          </a:prstGeom>
          <a:noFill/>
        </p:spPr>
        <p:txBody>
          <a:bodyPr wrap="square">
            <a:spAutoFit/>
          </a:bodyPr>
          <a:lstStyle/>
          <a:p>
            <a:pPr algn="ctr"/>
            <a:r>
              <a:rPr lang="en-GB" sz="6000" i="1" dirty="0" err="1">
                <a:solidFill>
                  <a:schemeClr val="tx1"/>
                </a:solidFill>
              </a:rPr>
              <a:t>Holant</a:t>
            </a:r>
            <a:r>
              <a:rPr lang="en-GB" sz="6000" i="1" dirty="0">
                <a:solidFill>
                  <a:schemeClr val="tx1"/>
                </a:solidFill>
              </a:rPr>
              <a:t> problem</a:t>
            </a:r>
            <a:endParaRPr lang="en-GB" sz="6000" dirty="0">
              <a:solidFill>
                <a:schemeClr val="tx1"/>
              </a:solidFill>
            </a:endParaRPr>
          </a:p>
        </p:txBody>
      </p:sp>
      <p:sp>
        <p:nvSpPr>
          <p:cNvPr id="10" name="TextBox 9">
            <a:extLst>
              <a:ext uri="{FF2B5EF4-FFF2-40B4-BE49-F238E27FC236}">
                <a16:creationId xmlns:a16="http://schemas.microsoft.com/office/drawing/2014/main" id="{4269F771-734C-0B3E-D412-73B094BEDDB8}"/>
              </a:ext>
            </a:extLst>
          </p:cNvPr>
          <p:cNvSpPr txBox="1"/>
          <p:nvPr/>
        </p:nvSpPr>
        <p:spPr>
          <a:xfrm>
            <a:off x="9156034" y="1088974"/>
            <a:ext cx="2610029" cy="1754326"/>
          </a:xfrm>
          <a:prstGeom prst="rect">
            <a:avLst/>
          </a:prstGeom>
          <a:noFill/>
        </p:spPr>
        <p:txBody>
          <a:bodyPr wrap="square" rtlCol="0">
            <a:spAutoFit/>
          </a:bodyPr>
          <a:lstStyle/>
          <a:p>
            <a:pPr algn="ctr"/>
            <a:r>
              <a:rPr lang="en-GB" sz="3600" dirty="0">
                <a:solidFill>
                  <a:schemeClr val="accent6"/>
                </a:solidFill>
              </a:rPr>
              <a:t>Signature / local function</a:t>
            </a:r>
          </a:p>
        </p:txBody>
      </p:sp>
      <p:sp>
        <p:nvSpPr>
          <p:cNvPr id="12" name="TextBox 11">
            <a:extLst>
              <a:ext uri="{FF2B5EF4-FFF2-40B4-BE49-F238E27FC236}">
                <a16:creationId xmlns:a16="http://schemas.microsoft.com/office/drawing/2014/main" id="{50F89275-704C-A7C6-68AF-B339E75858D2}"/>
              </a:ext>
            </a:extLst>
          </p:cNvPr>
          <p:cNvSpPr txBox="1"/>
          <p:nvPr/>
        </p:nvSpPr>
        <p:spPr>
          <a:xfrm>
            <a:off x="4295980" y="5319021"/>
            <a:ext cx="2610029" cy="646331"/>
          </a:xfrm>
          <a:prstGeom prst="rect">
            <a:avLst/>
          </a:prstGeom>
          <a:noFill/>
        </p:spPr>
        <p:txBody>
          <a:bodyPr wrap="square" rtlCol="0">
            <a:spAutoFit/>
          </a:bodyPr>
          <a:lstStyle/>
          <a:p>
            <a:pPr algn="ctr"/>
            <a:r>
              <a:rPr lang="en-GB" sz="3600" dirty="0">
                <a:solidFill>
                  <a:schemeClr val="accent3"/>
                </a:solidFill>
              </a:rPr>
              <a:t>domain</a:t>
            </a:r>
          </a:p>
        </p:txBody>
      </p:sp>
      <p:cxnSp>
        <p:nvCxnSpPr>
          <p:cNvPr id="15" name="Straight Arrow Connector 14">
            <a:extLst>
              <a:ext uri="{FF2B5EF4-FFF2-40B4-BE49-F238E27FC236}">
                <a16:creationId xmlns:a16="http://schemas.microsoft.com/office/drawing/2014/main" id="{EFAAF67D-668E-AB4E-893C-C7C020EDF173}"/>
              </a:ext>
            </a:extLst>
          </p:cNvPr>
          <p:cNvCxnSpPr>
            <a:cxnSpLocks/>
          </p:cNvCxnSpPr>
          <p:nvPr/>
        </p:nvCxnSpPr>
        <p:spPr>
          <a:xfrm flipV="1">
            <a:off x="5838438" y="4599013"/>
            <a:ext cx="270003" cy="672183"/>
          </a:xfrm>
          <a:prstGeom prst="straightConnector1">
            <a:avLst/>
          </a:prstGeom>
          <a:ln w="38100">
            <a:solidFill>
              <a:schemeClr val="accent3"/>
            </a:solidFill>
            <a:tailEnd type="triangle"/>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1B452F91-916E-6E70-2DAA-70A930F4BFDB}"/>
              </a:ext>
            </a:extLst>
          </p:cNvPr>
          <p:cNvCxnSpPr>
            <a:cxnSpLocks/>
          </p:cNvCxnSpPr>
          <p:nvPr/>
        </p:nvCxnSpPr>
        <p:spPr>
          <a:xfrm flipH="1">
            <a:off x="8886031" y="2168986"/>
            <a:ext cx="450005" cy="450005"/>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1B0A9F9-8351-31C8-7417-34BACDA49C2D}"/>
                  </a:ext>
                </a:extLst>
              </p:cNvPr>
              <p:cNvSpPr txBox="1"/>
              <p:nvPr/>
            </p:nvSpPr>
            <p:spPr>
              <a:xfrm>
                <a:off x="2045955" y="2348988"/>
                <a:ext cx="8100090" cy="2200667"/>
              </a:xfrm>
              <a:prstGeom prst="rect">
                <a:avLst/>
              </a:prstGeom>
              <a:noFill/>
            </p:spPr>
            <p:txBody>
              <a:bodyPr wrap="square" rtlCol="0">
                <a:spAutoFit/>
              </a:bodyPr>
              <a:lstStyle/>
              <a:p>
                <a:pPr/>
                <a14:m>
                  <m:oMathPara xmlns:m="http://schemas.openxmlformats.org/officeDocument/2006/math">
                    <m:oMath>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𝑇</m:t>
                          </m:r>
                        </m:e>
                        <m:sub>
                          <m:r>
                            <a:rPr lang="en-GB" sz="5400" b="0" i="1" smtClean="0">
                              <a:latin typeface="Cambria Math" panose="02040503050406030204" pitchFamily="18" charset="0"/>
                            </a:rPr>
                            <m:t>𝐺</m:t>
                          </m:r>
                          <m:r>
                            <a:rPr lang="en-GB" sz="5400" b="0" i="1" smtClean="0">
                              <a:latin typeface="Cambria Math" panose="02040503050406030204" pitchFamily="18" charset="0"/>
                            </a:rPr>
                            <m:t>,</m:t>
                          </m:r>
                          <m:r>
                            <a:rPr lang="en-GB" sz="5400" b="0" i="1" smtClean="0">
                              <a:latin typeface="Cambria Math" panose="02040503050406030204" pitchFamily="18" charset="0"/>
                            </a:rPr>
                            <m:t>𝑑</m:t>
                          </m:r>
                        </m:sub>
                      </m:sSub>
                      <m:r>
                        <a:rPr lang="en-GB" sz="5400" b="0" i="1" smtClean="0">
                          <a:latin typeface="Cambria Math" panose="02040503050406030204" pitchFamily="18" charset="0"/>
                        </a:rPr>
                        <m:t>≔</m:t>
                      </m:r>
                      <m:nary>
                        <m:naryPr>
                          <m:chr m:val="∑"/>
                          <m:supHide m:val="on"/>
                          <m:ctrlPr>
                            <a:rPr lang="en-GB" sz="5400" b="0" i="1" smtClean="0">
                              <a:solidFill>
                                <a:schemeClr val="accent2">
                                  <a:lumMod val="75000"/>
                                </a:schemeClr>
                              </a:solidFill>
                              <a:latin typeface="Cambria Math" panose="02040503050406030204" pitchFamily="18" charset="0"/>
                            </a:rPr>
                          </m:ctrlPr>
                        </m:naryPr>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𝐸</m:t>
                          </m:r>
                          <m:r>
                            <a:rPr lang="en-GB" sz="5400" b="0" i="1" smtClean="0">
                              <a:solidFill>
                                <a:schemeClr val="accent2">
                                  <a:lumMod val="75000"/>
                                </a:schemeClr>
                              </a:solidFill>
                              <a:latin typeface="Cambria Math" panose="02040503050406030204" pitchFamily="18" charset="0"/>
                            </a:rPr>
                            <m:t>→</m:t>
                          </m:r>
                          <m:d>
                            <m:dPr>
                              <m:begChr m:val="["/>
                              <m:endChr m:val="]"/>
                              <m:ctrlPr>
                                <a:rPr lang="en-GB" sz="5400" b="0" i="1" smtClean="0">
                                  <a:solidFill>
                                    <a:schemeClr val="accent3"/>
                                  </a:solidFill>
                                  <a:latin typeface="Cambria Math" panose="02040503050406030204" pitchFamily="18" charset="0"/>
                                </a:rPr>
                              </m:ctrlPr>
                            </m:dPr>
                            <m:e>
                              <m:r>
                                <a:rPr lang="en-GB" sz="5400" b="0" i="1" smtClean="0">
                                  <a:solidFill>
                                    <a:schemeClr val="accent3"/>
                                  </a:solidFill>
                                  <a:latin typeface="Cambria Math" panose="02040503050406030204" pitchFamily="18" charset="0"/>
                                </a:rPr>
                                <m:t>𝑑</m:t>
                              </m:r>
                            </m:e>
                          </m:d>
                        </m:sub>
                        <m:sup/>
                        <m:e>
                          <m:nary>
                            <m:naryPr>
                              <m:chr m:val="∏"/>
                              <m:supHide m:val="on"/>
                              <m:ctrlPr>
                                <a:rPr lang="en-GB" sz="5400" b="0" i="1" smtClean="0">
                                  <a:solidFill>
                                    <a:schemeClr val="accent6"/>
                                  </a:solidFill>
                                  <a:latin typeface="Cambria Math" panose="02040503050406030204" pitchFamily="18" charset="0"/>
                                </a:rPr>
                              </m:ctrlPr>
                            </m:naryPr>
                            <m:sub>
                              <m:r>
                                <m:rPr>
                                  <m:brk m:alnAt="7"/>
                                </m:rPr>
                                <a:rPr lang="en-GB" sz="5400" b="0" i="1" smtClean="0">
                                  <a:solidFill>
                                    <a:schemeClr val="accent6"/>
                                  </a:solidFill>
                                  <a:latin typeface="Cambria Math" panose="02040503050406030204" pitchFamily="18" charset="0"/>
                                </a:rPr>
                                <m:t>𝑣</m:t>
                              </m:r>
                              <m:r>
                                <a:rPr lang="en-GB" sz="5400" b="0" i="1" smtClean="0">
                                  <a:solidFill>
                                    <a:schemeClr val="accent6"/>
                                  </a:solidFill>
                                  <a:latin typeface="Cambria Math" panose="02040503050406030204" pitchFamily="18" charset="0"/>
                                </a:rPr>
                                <m:t>∈</m:t>
                              </m:r>
                              <m:r>
                                <a:rPr lang="en-GB" sz="5400" b="0" i="1" smtClean="0">
                                  <a:solidFill>
                                    <a:schemeClr val="accent6"/>
                                  </a:solidFill>
                                  <a:latin typeface="Cambria Math" panose="02040503050406030204" pitchFamily="18" charset="0"/>
                                </a:rPr>
                                <m:t>𝑉</m:t>
                              </m:r>
                            </m:sub>
                            <m:sup/>
                            <m:e>
                              <m:sSubSup>
                                <m:sSubSupPr>
                                  <m:ctrlPr>
                                    <a:rPr lang="en-GB" sz="5400" b="0" i="1" smtClean="0">
                                      <a:solidFill>
                                        <a:schemeClr val="accent6"/>
                                      </a:solidFill>
                                      <a:latin typeface="Cambria Math" panose="02040503050406030204" pitchFamily="18" charset="0"/>
                                    </a:rPr>
                                  </m:ctrlPr>
                                </m:sSubSupPr>
                                <m:e>
                                  <m:r>
                                    <a:rPr lang="en-GB" sz="5400" b="0" i="1" smtClean="0">
                                      <a:solidFill>
                                        <a:schemeClr val="accent6"/>
                                      </a:solidFill>
                                      <a:latin typeface="Cambria Math" panose="02040503050406030204" pitchFamily="18" charset="0"/>
                                    </a:rPr>
                                    <m:t>𝑋</m:t>
                                  </m:r>
                                </m:e>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𝐼</m:t>
                                  </m:r>
                                  <m:d>
                                    <m:dPr>
                                      <m:ctrlPr>
                                        <a:rPr lang="en-GB" sz="5400" b="0" i="1" smtClean="0">
                                          <a:solidFill>
                                            <a:schemeClr val="accent2">
                                              <a:lumMod val="75000"/>
                                            </a:schemeClr>
                                          </a:solidFill>
                                          <a:latin typeface="Cambria Math" panose="02040503050406030204" pitchFamily="18" charset="0"/>
                                        </a:rPr>
                                      </m:ctrlPr>
                                    </m:dPr>
                                    <m:e>
                                      <m:r>
                                        <a:rPr lang="en-GB" sz="5400" b="0" i="1" smtClean="0">
                                          <a:solidFill>
                                            <a:schemeClr val="accent2">
                                              <a:lumMod val="75000"/>
                                            </a:schemeClr>
                                          </a:solidFill>
                                          <a:latin typeface="Cambria Math" panose="02040503050406030204" pitchFamily="18" charset="0"/>
                                        </a:rPr>
                                        <m:t>𝑣</m:t>
                                      </m:r>
                                    </m:e>
                                  </m:d>
                                </m:sub>
                                <m:sup>
                                  <m:d>
                                    <m:dPr>
                                      <m:ctrlPr>
                                        <a:rPr lang="en-GB" sz="5400" b="0" i="1" smtClean="0">
                                          <a:solidFill>
                                            <a:schemeClr val="accent6"/>
                                          </a:solidFill>
                                          <a:latin typeface="Cambria Math" panose="02040503050406030204" pitchFamily="18" charset="0"/>
                                        </a:rPr>
                                      </m:ctrlPr>
                                    </m:dPr>
                                    <m:e>
                                      <m:r>
                                        <a:rPr lang="en-GB" sz="5400" b="0" i="1" smtClean="0">
                                          <a:solidFill>
                                            <a:schemeClr val="accent6"/>
                                          </a:solidFill>
                                          <a:latin typeface="Cambria Math" panose="02040503050406030204" pitchFamily="18" charset="0"/>
                                        </a:rPr>
                                        <m:t>𝑣</m:t>
                                      </m:r>
                                    </m:e>
                                  </m:d>
                                </m:sup>
                              </m:sSubSup>
                            </m:e>
                          </m:nary>
                        </m:e>
                      </m:nary>
                    </m:oMath>
                  </m:oMathPara>
                </a14:m>
                <a:endParaRPr lang="en-GB" sz="5400" dirty="0"/>
              </a:p>
            </p:txBody>
          </p:sp>
        </mc:Choice>
        <mc:Fallback xmlns="">
          <p:sp>
            <p:nvSpPr>
              <p:cNvPr id="4" name="TextBox 3">
                <a:extLst>
                  <a:ext uri="{FF2B5EF4-FFF2-40B4-BE49-F238E27FC236}">
                    <a16:creationId xmlns:a16="http://schemas.microsoft.com/office/drawing/2014/main" id="{31B0A9F9-8351-31C8-7417-34BACDA49C2D}"/>
                  </a:ext>
                </a:extLst>
              </p:cNvPr>
              <p:cNvSpPr txBox="1">
                <a:spLocks noRot="1" noChangeAspect="1" noMove="1" noResize="1" noEditPoints="1" noAdjustHandles="1" noChangeArrowheads="1" noChangeShapeType="1" noTextEdit="1"/>
              </p:cNvSpPr>
              <p:nvPr/>
            </p:nvSpPr>
            <p:spPr>
              <a:xfrm>
                <a:off x="2045955" y="2348988"/>
                <a:ext cx="8100090" cy="2200667"/>
              </a:xfrm>
              <a:prstGeom prst="rect">
                <a:avLst/>
              </a:prstGeom>
              <a:blipFill>
                <a:blip r:embed="rId2"/>
                <a:stretch>
                  <a:fillRect/>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B5F9EB4B-E02E-5F46-A4B6-519BC89919DC}"/>
              </a:ext>
            </a:extLst>
          </p:cNvPr>
          <p:cNvSpPr txBox="1"/>
          <p:nvPr/>
        </p:nvSpPr>
        <p:spPr>
          <a:xfrm>
            <a:off x="335936" y="278965"/>
            <a:ext cx="2610029" cy="1754326"/>
          </a:xfrm>
          <a:prstGeom prst="rect">
            <a:avLst/>
          </a:prstGeom>
          <a:noFill/>
        </p:spPr>
        <p:txBody>
          <a:bodyPr wrap="square" rtlCol="0">
            <a:spAutoFit/>
          </a:bodyPr>
          <a:lstStyle/>
          <a:p>
            <a:pPr algn="ctr"/>
            <a:r>
              <a:rPr lang="en-GB" sz="3600" dirty="0" err="1"/>
              <a:t>holant</a:t>
            </a:r>
            <a:r>
              <a:rPr lang="en-GB" sz="3600" dirty="0"/>
              <a:t> = holographic + Valiant</a:t>
            </a:r>
          </a:p>
        </p:txBody>
      </p:sp>
    </p:spTree>
    <p:extLst>
      <p:ext uri="{BB962C8B-B14F-4D97-AF65-F5344CB8AC3E}">
        <p14:creationId xmlns:p14="http://schemas.microsoft.com/office/powerpoint/2010/main" val="4248792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27A37-DF73-3DFA-4848-B96A478E7550}"/>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3956141A-B2FB-9CDC-FA92-F8C0B13072FC}"/>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Graph tensors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6F5422-4CEC-7ECE-A7BB-FEB471CA6EFA}"/>
                  </a:ext>
                </a:extLst>
              </p:cNvPr>
              <p:cNvSpPr txBox="1"/>
              <p:nvPr/>
            </p:nvSpPr>
            <p:spPr>
              <a:xfrm>
                <a:off x="2045955" y="2348988"/>
                <a:ext cx="8100090" cy="2200667"/>
              </a:xfrm>
              <a:prstGeom prst="rect">
                <a:avLst/>
              </a:prstGeom>
              <a:noFill/>
            </p:spPr>
            <p:txBody>
              <a:bodyPr wrap="square" rtlCol="0">
                <a:spAutoFit/>
              </a:bodyPr>
              <a:lstStyle/>
              <a:p>
                <a:pPr/>
                <a14:m>
                  <m:oMathPara xmlns:m="http://schemas.openxmlformats.org/officeDocument/2006/math">
                    <m:oMath>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𝑇</m:t>
                          </m:r>
                        </m:e>
                        <m:sub>
                          <m:r>
                            <a:rPr lang="en-GB" sz="5400" b="0" i="1" smtClean="0">
                              <a:latin typeface="Cambria Math" panose="02040503050406030204" pitchFamily="18" charset="0"/>
                            </a:rPr>
                            <m:t>𝐺</m:t>
                          </m:r>
                          <m:r>
                            <a:rPr lang="en-GB" sz="5400" b="0" i="1" smtClean="0">
                              <a:latin typeface="Cambria Math" panose="02040503050406030204" pitchFamily="18" charset="0"/>
                            </a:rPr>
                            <m:t>,</m:t>
                          </m:r>
                          <m:r>
                            <a:rPr lang="en-GB" sz="5400" b="0" i="1" smtClean="0">
                              <a:latin typeface="Cambria Math" panose="02040503050406030204" pitchFamily="18" charset="0"/>
                            </a:rPr>
                            <m:t>𝑛</m:t>
                          </m:r>
                        </m:sub>
                      </m:sSub>
                      <m:r>
                        <a:rPr lang="en-GB" sz="5400" b="0" i="1" smtClean="0">
                          <a:latin typeface="Cambria Math" panose="02040503050406030204" pitchFamily="18" charset="0"/>
                        </a:rPr>
                        <m:t>≔</m:t>
                      </m:r>
                      <m:nary>
                        <m:naryPr>
                          <m:chr m:val="∑"/>
                          <m:supHide m:val="on"/>
                          <m:ctrlPr>
                            <a:rPr lang="en-GB" sz="5400" b="0" i="1" smtClean="0">
                              <a:solidFill>
                                <a:schemeClr val="accent2">
                                  <a:lumMod val="75000"/>
                                </a:schemeClr>
                              </a:solidFill>
                              <a:latin typeface="Cambria Math" panose="02040503050406030204" pitchFamily="18" charset="0"/>
                            </a:rPr>
                          </m:ctrlPr>
                        </m:naryPr>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𝐸</m:t>
                          </m:r>
                          <m:r>
                            <a:rPr lang="en-GB" sz="5400" b="0" i="1" smtClean="0">
                              <a:solidFill>
                                <a:schemeClr val="accent2">
                                  <a:lumMod val="75000"/>
                                </a:schemeClr>
                              </a:solidFill>
                              <a:latin typeface="Cambria Math" panose="02040503050406030204" pitchFamily="18" charset="0"/>
                            </a:rPr>
                            <m:t>→</m:t>
                          </m:r>
                          <m:d>
                            <m:dPr>
                              <m:begChr m:val="["/>
                              <m:endChr m:val="]"/>
                              <m:ctrlPr>
                                <a:rPr lang="en-GB" sz="5400" b="0" i="1" smtClean="0">
                                  <a:solidFill>
                                    <a:schemeClr val="accent2">
                                      <a:lumMod val="75000"/>
                                    </a:schemeClr>
                                  </a:solidFill>
                                  <a:latin typeface="Cambria Math" panose="02040503050406030204" pitchFamily="18" charset="0"/>
                                </a:rPr>
                              </m:ctrlPr>
                            </m:dPr>
                            <m:e>
                              <m:r>
                                <a:rPr lang="en-GB" sz="5400" b="0" i="1" smtClean="0">
                                  <a:solidFill>
                                    <a:schemeClr val="accent2">
                                      <a:lumMod val="75000"/>
                                    </a:schemeClr>
                                  </a:solidFill>
                                  <a:latin typeface="Cambria Math" panose="02040503050406030204" pitchFamily="18" charset="0"/>
                                </a:rPr>
                                <m:t>𝑛</m:t>
                              </m:r>
                            </m:e>
                          </m:d>
                        </m:sub>
                        <m:sup/>
                        <m:e>
                          <m:nary>
                            <m:naryPr>
                              <m:chr m:val="∏"/>
                              <m:supHide m:val="on"/>
                              <m:ctrlPr>
                                <a:rPr lang="en-GB" sz="5400" b="0" i="1" smtClean="0">
                                  <a:solidFill>
                                    <a:schemeClr val="accent6"/>
                                  </a:solidFill>
                                  <a:latin typeface="Cambria Math" panose="02040503050406030204" pitchFamily="18" charset="0"/>
                                </a:rPr>
                              </m:ctrlPr>
                            </m:naryPr>
                            <m:sub>
                              <m:r>
                                <m:rPr>
                                  <m:brk m:alnAt="7"/>
                                </m:rPr>
                                <a:rPr lang="en-GB" sz="5400" b="0" i="1" smtClean="0">
                                  <a:solidFill>
                                    <a:schemeClr val="accent6"/>
                                  </a:solidFill>
                                  <a:latin typeface="Cambria Math" panose="02040503050406030204" pitchFamily="18" charset="0"/>
                                </a:rPr>
                                <m:t>𝑣</m:t>
                              </m:r>
                              <m:r>
                                <a:rPr lang="en-GB" sz="5400" b="0" i="1" smtClean="0">
                                  <a:solidFill>
                                    <a:schemeClr val="accent6"/>
                                  </a:solidFill>
                                  <a:latin typeface="Cambria Math" panose="02040503050406030204" pitchFamily="18" charset="0"/>
                                </a:rPr>
                                <m:t>∈</m:t>
                              </m:r>
                              <m:r>
                                <a:rPr lang="en-GB" sz="5400" b="0" i="1" smtClean="0">
                                  <a:solidFill>
                                    <a:schemeClr val="accent6"/>
                                  </a:solidFill>
                                  <a:latin typeface="Cambria Math" panose="02040503050406030204" pitchFamily="18" charset="0"/>
                                </a:rPr>
                                <m:t>𝑉</m:t>
                              </m:r>
                            </m:sub>
                            <m:sup/>
                            <m:e>
                              <m:sSubSup>
                                <m:sSubSupPr>
                                  <m:ctrlPr>
                                    <a:rPr lang="en-GB" sz="5400" b="0" i="1" smtClean="0">
                                      <a:solidFill>
                                        <a:schemeClr val="accent6"/>
                                      </a:solidFill>
                                      <a:latin typeface="Cambria Math" panose="02040503050406030204" pitchFamily="18" charset="0"/>
                                    </a:rPr>
                                  </m:ctrlPr>
                                </m:sSubSupPr>
                                <m:e>
                                  <m:r>
                                    <a:rPr lang="en-GB" sz="5400" b="0" i="1" smtClean="0">
                                      <a:solidFill>
                                        <a:schemeClr val="accent6"/>
                                      </a:solidFill>
                                      <a:latin typeface="Cambria Math" panose="02040503050406030204" pitchFamily="18" charset="0"/>
                                    </a:rPr>
                                    <m:t>𝑋</m:t>
                                  </m:r>
                                </m:e>
                                <m:sub>
                                  <m:r>
                                    <a:rPr lang="en-GB" sz="5400" b="0" i="1" smtClean="0">
                                      <a:solidFill>
                                        <a:schemeClr val="accent2">
                                          <a:lumMod val="75000"/>
                                        </a:schemeClr>
                                      </a:solidFill>
                                      <a:latin typeface="Cambria Math" panose="02040503050406030204" pitchFamily="18" charset="0"/>
                                    </a:rPr>
                                    <m:t>𝜎</m:t>
                                  </m:r>
                                  <m:r>
                                    <a:rPr lang="en-GB" sz="5400" b="0" i="1" smtClean="0">
                                      <a:solidFill>
                                        <a:schemeClr val="accent2">
                                          <a:lumMod val="75000"/>
                                        </a:schemeClr>
                                      </a:solidFill>
                                      <a:latin typeface="Cambria Math" panose="02040503050406030204" pitchFamily="18" charset="0"/>
                                    </a:rPr>
                                    <m:t> | </m:t>
                                  </m:r>
                                  <m:r>
                                    <a:rPr lang="en-GB" sz="5400" b="0" i="1" smtClean="0">
                                      <a:solidFill>
                                        <a:schemeClr val="accent2">
                                          <a:lumMod val="75000"/>
                                        </a:schemeClr>
                                      </a:solidFill>
                                      <a:latin typeface="Cambria Math" panose="02040503050406030204" pitchFamily="18" charset="0"/>
                                    </a:rPr>
                                    <m:t>𝐼</m:t>
                                  </m:r>
                                  <m:d>
                                    <m:dPr>
                                      <m:ctrlPr>
                                        <a:rPr lang="en-GB" sz="5400" b="0" i="1" smtClean="0">
                                          <a:solidFill>
                                            <a:schemeClr val="accent2">
                                              <a:lumMod val="75000"/>
                                            </a:schemeClr>
                                          </a:solidFill>
                                          <a:latin typeface="Cambria Math" panose="02040503050406030204" pitchFamily="18" charset="0"/>
                                        </a:rPr>
                                      </m:ctrlPr>
                                    </m:dPr>
                                    <m:e>
                                      <m:r>
                                        <a:rPr lang="en-GB" sz="5400" b="0" i="1" smtClean="0">
                                          <a:solidFill>
                                            <a:schemeClr val="accent2">
                                              <a:lumMod val="75000"/>
                                            </a:schemeClr>
                                          </a:solidFill>
                                          <a:latin typeface="Cambria Math" panose="02040503050406030204" pitchFamily="18" charset="0"/>
                                        </a:rPr>
                                        <m:t>𝑣</m:t>
                                      </m:r>
                                    </m:e>
                                  </m:d>
                                </m:sub>
                                <m:sup>
                                  <m:d>
                                    <m:dPr>
                                      <m:ctrlPr>
                                        <a:rPr lang="en-GB" sz="5400" b="0" i="1" smtClean="0">
                                          <a:solidFill>
                                            <a:schemeClr val="accent6"/>
                                          </a:solidFill>
                                          <a:latin typeface="Cambria Math" panose="02040503050406030204" pitchFamily="18" charset="0"/>
                                        </a:rPr>
                                      </m:ctrlPr>
                                    </m:dPr>
                                    <m:e>
                                      <m:r>
                                        <a:rPr lang="en-GB" sz="5400" b="0" i="1" smtClean="0">
                                          <a:solidFill>
                                            <a:schemeClr val="accent6"/>
                                          </a:solidFill>
                                          <a:latin typeface="Cambria Math" panose="02040503050406030204" pitchFamily="18" charset="0"/>
                                        </a:rPr>
                                        <m:t>𝑣</m:t>
                                      </m:r>
                                    </m:e>
                                  </m:d>
                                </m:sup>
                              </m:sSubSup>
                            </m:e>
                          </m:nary>
                        </m:e>
                      </m:nary>
                    </m:oMath>
                  </m:oMathPara>
                </a14:m>
                <a:endParaRPr lang="en-GB" sz="5400" dirty="0"/>
              </a:p>
            </p:txBody>
          </p:sp>
        </mc:Choice>
        <mc:Fallback xmlns="">
          <p:sp>
            <p:nvSpPr>
              <p:cNvPr id="8" name="TextBox 7">
                <a:extLst>
                  <a:ext uri="{FF2B5EF4-FFF2-40B4-BE49-F238E27FC236}">
                    <a16:creationId xmlns:a16="http://schemas.microsoft.com/office/drawing/2014/main" id="{9CE39ADE-4752-641C-CDA3-CDD555C84F22}"/>
                  </a:ext>
                </a:extLst>
              </p:cNvPr>
              <p:cNvSpPr txBox="1">
                <a:spLocks noRot="1" noChangeAspect="1" noMove="1" noResize="1" noEditPoints="1" noAdjustHandles="1" noChangeArrowheads="1" noChangeShapeType="1" noTextEdit="1"/>
              </p:cNvSpPr>
              <p:nvPr/>
            </p:nvSpPr>
            <p:spPr>
              <a:xfrm>
                <a:off x="2045955" y="2348988"/>
                <a:ext cx="8100090" cy="2200667"/>
              </a:xfrm>
              <a:prstGeom prst="rect">
                <a:avLst/>
              </a:prstGeom>
              <a:blipFill>
                <a:blip r:embed="rId2"/>
                <a:stretch>
                  <a:fillRect/>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30F3064-B026-CB64-5E99-13A6566035D7}"/>
              </a:ext>
            </a:extLst>
          </p:cNvPr>
          <p:cNvSpPr txBox="1"/>
          <p:nvPr/>
        </p:nvSpPr>
        <p:spPr>
          <a:xfrm>
            <a:off x="9156034" y="1088974"/>
            <a:ext cx="2610029" cy="1200329"/>
          </a:xfrm>
          <a:prstGeom prst="rect">
            <a:avLst/>
          </a:prstGeom>
          <a:noFill/>
        </p:spPr>
        <p:txBody>
          <a:bodyPr wrap="square" rtlCol="0">
            <a:spAutoFit/>
          </a:bodyPr>
          <a:lstStyle/>
          <a:p>
            <a:pPr algn="ctr"/>
            <a:r>
              <a:rPr lang="en-GB" sz="3600" dirty="0">
                <a:solidFill>
                  <a:schemeClr val="accent6"/>
                </a:solidFill>
              </a:rPr>
              <a:t>each vertex is a mode</a:t>
            </a:r>
          </a:p>
        </p:txBody>
      </p:sp>
      <p:sp>
        <p:nvSpPr>
          <p:cNvPr id="12" name="TextBox 11">
            <a:extLst>
              <a:ext uri="{FF2B5EF4-FFF2-40B4-BE49-F238E27FC236}">
                <a16:creationId xmlns:a16="http://schemas.microsoft.com/office/drawing/2014/main" id="{5A0AA59A-EC33-A5CA-A12C-7F89BDC45144}"/>
              </a:ext>
            </a:extLst>
          </p:cNvPr>
          <p:cNvSpPr txBox="1"/>
          <p:nvPr/>
        </p:nvSpPr>
        <p:spPr>
          <a:xfrm>
            <a:off x="1775952" y="4779015"/>
            <a:ext cx="2610029" cy="1200329"/>
          </a:xfrm>
          <a:prstGeom prst="rect">
            <a:avLst/>
          </a:prstGeom>
          <a:noFill/>
        </p:spPr>
        <p:txBody>
          <a:bodyPr wrap="square" rtlCol="0">
            <a:spAutoFit/>
          </a:bodyPr>
          <a:lstStyle/>
          <a:p>
            <a:pPr algn="ctr"/>
            <a:r>
              <a:rPr lang="en-GB" sz="3600" dirty="0">
                <a:solidFill>
                  <a:schemeClr val="accent2">
                    <a:lumMod val="75000"/>
                  </a:schemeClr>
                </a:solidFill>
              </a:rPr>
              <a:t>indexing by edges</a:t>
            </a:r>
          </a:p>
        </p:txBody>
      </p:sp>
      <p:cxnSp>
        <p:nvCxnSpPr>
          <p:cNvPr id="15" name="Straight Arrow Connector 14">
            <a:extLst>
              <a:ext uri="{FF2B5EF4-FFF2-40B4-BE49-F238E27FC236}">
                <a16:creationId xmlns:a16="http://schemas.microsoft.com/office/drawing/2014/main" id="{DC1B9CD0-67ED-E5D6-CDDB-F74622C40859}"/>
              </a:ext>
            </a:extLst>
          </p:cNvPr>
          <p:cNvCxnSpPr>
            <a:cxnSpLocks/>
          </p:cNvCxnSpPr>
          <p:nvPr/>
        </p:nvCxnSpPr>
        <p:spPr>
          <a:xfrm flipV="1">
            <a:off x="4475982" y="4599013"/>
            <a:ext cx="540006" cy="540006"/>
          </a:xfrm>
          <a:prstGeom prst="straightConnector1">
            <a:avLst/>
          </a:prstGeom>
          <a:ln w="38100">
            <a:solidFill>
              <a:schemeClr val="accent2">
                <a:lumMod val="75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732B77FD-9D86-3A2D-CB0D-5CDDC2E67B48}"/>
              </a:ext>
            </a:extLst>
          </p:cNvPr>
          <p:cNvCxnSpPr>
            <a:cxnSpLocks/>
          </p:cNvCxnSpPr>
          <p:nvPr/>
        </p:nvCxnSpPr>
        <p:spPr>
          <a:xfrm flipH="1">
            <a:off x="8886031" y="2168986"/>
            <a:ext cx="450005" cy="450005"/>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748363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AEE3-E48B-C4CE-7802-2C56E3CDEBA5}"/>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F76B10CA-16DF-9CD7-5567-213ED9B8D3BD}"/>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D33ED479-64E9-CDE6-2729-F64DFA25BC44}"/>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2E5B448-BFA7-0B12-BA3A-B5C7090E09DF}"/>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356863D5-2C44-1280-DC11-1F658122D976}"/>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1D931FFC-CB2D-739F-28E6-01782BE8820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E72406B-20CB-09CB-9275-7DD0FEC0D8C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CB91F39A-0C83-3CD2-68D7-F6495E8185E1}"/>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29998397-5949-6151-ADFA-3AF5AC740E8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11031AA-2495-F217-6BA7-3EE9BBC5CE1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81746967-3322-07C2-3E0D-585754F59AF6}"/>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4E289EBE-1A20-CFAE-DAAA-6D5729261BC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52671D1-D6C0-27BF-5ADC-E9B50500C4B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852671D1-D6C0-27BF-5ADC-E9B50500C4B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BB80E123-B3F6-3738-3D4A-CA3515284783}"/>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6C2B7819-59E1-B759-09FE-85EF564B6BD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256D070-BBC0-2EB9-C632-14BCF4A6301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884D0855-D98D-3DD0-9513-6F1F17083F85}"/>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A04464FC-A155-264B-2BE1-9619A415BD72}"/>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1EE73C4-C409-9B4E-9F10-0A9D51A2ACCF}"/>
                </a:ext>
              </a:extLst>
            </p:cNvPr>
            <p:cNvCxnSpPr>
              <a:cxnSpLocks/>
            </p:cNvCxnSpPr>
            <p:nvPr/>
          </p:nvCxnSpPr>
          <p:spPr>
            <a:xfrm flipH="1">
              <a:off x="5375992" y="3879005"/>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5C92DEC5-0F54-4C5B-A79A-AFB7CE219CA0}"/>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D913D643-A0CA-773E-BA9C-067C4F3AAC9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AE4380-113F-EDCD-789B-61CE4EBD2AB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9975A74E-28C9-CE11-6FD8-264618FE97C3}"/>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17A31966-0971-80D6-E8D7-34D9F5F1F77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B7BA9FA-33A9-85C1-1B6E-563B781180B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A6998EA2-1E33-9838-8BD9-DFF09EBC552E}"/>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E6C2E8BE-965A-2E1A-8545-B306FC8CE20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80F7239-094E-E7C6-6832-CA866F6BB70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380F7239-094E-E7C6-6832-CA866F6BB70F}"/>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91977D9E-8A49-6A88-EEAF-25018F58E18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98233C4A-7597-7095-1567-A33789ED34B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E57AACA-CD9D-40F1-666B-9B74DC9715C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75033D4-27F6-CC16-A11A-551E25D4D144}"/>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775033D4-27F6-CC16-A11A-551E25D4D144}"/>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A2E82FF-1363-5E96-D966-19DA78A31567}"/>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DA2E82FF-1363-5E96-D966-19DA78A31567}"/>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45" name="Straight Connector 44">
            <a:extLst>
              <a:ext uri="{FF2B5EF4-FFF2-40B4-BE49-F238E27FC236}">
                <a16:creationId xmlns:a16="http://schemas.microsoft.com/office/drawing/2014/main" id="{702B39C1-4E6A-33AD-2911-4AF17ED302C2}"/>
              </a:ext>
            </a:extLst>
          </p:cNvPr>
          <p:cNvCxnSpPr>
            <a:cxnSpLocks/>
          </p:cNvCxnSpPr>
          <p:nvPr/>
        </p:nvCxnSpPr>
        <p:spPr>
          <a:xfrm flipH="1">
            <a:off x="177595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C69B788-5888-7148-B645-2A38D0B8CB67}"/>
              </a:ext>
            </a:extLst>
          </p:cNvPr>
          <p:cNvCxnSpPr>
            <a:cxnSpLocks/>
          </p:cNvCxnSpPr>
          <p:nvPr/>
        </p:nvCxnSpPr>
        <p:spPr>
          <a:xfrm flipH="1">
            <a:off x="177595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75A9A842-9796-79DD-F1C3-E5C0D5BD7DE3}"/>
              </a:ext>
            </a:extLst>
          </p:cNvPr>
          <p:cNvGrpSpPr/>
          <p:nvPr/>
        </p:nvGrpSpPr>
        <p:grpSpPr>
          <a:xfrm>
            <a:off x="1415948" y="2078985"/>
            <a:ext cx="720008" cy="584775"/>
            <a:chOff x="3125967" y="2528990"/>
            <a:chExt cx="720008" cy="584775"/>
          </a:xfrm>
        </p:grpSpPr>
        <p:sp>
          <p:nvSpPr>
            <p:cNvPr id="57" name="Oval 56">
              <a:extLst>
                <a:ext uri="{FF2B5EF4-FFF2-40B4-BE49-F238E27FC236}">
                  <a16:creationId xmlns:a16="http://schemas.microsoft.com/office/drawing/2014/main" id="{07BA5939-4B09-3C29-708A-0880FC8CE3F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FEF8A443-DF38-690B-6E94-7A71A747377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48" name="Group 47">
            <a:extLst>
              <a:ext uri="{FF2B5EF4-FFF2-40B4-BE49-F238E27FC236}">
                <a16:creationId xmlns:a16="http://schemas.microsoft.com/office/drawing/2014/main" id="{EA4379A0-EFCB-D16A-A7BB-9CB4F5FC3EDB}"/>
              </a:ext>
            </a:extLst>
          </p:cNvPr>
          <p:cNvGrpSpPr/>
          <p:nvPr/>
        </p:nvGrpSpPr>
        <p:grpSpPr>
          <a:xfrm>
            <a:off x="1415948" y="3474232"/>
            <a:ext cx="720008" cy="584775"/>
            <a:chOff x="3125967" y="2528990"/>
            <a:chExt cx="720008" cy="584775"/>
          </a:xfrm>
        </p:grpSpPr>
        <p:sp>
          <p:nvSpPr>
            <p:cNvPr id="55" name="Oval 54">
              <a:extLst>
                <a:ext uri="{FF2B5EF4-FFF2-40B4-BE49-F238E27FC236}">
                  <a16:creationId xmlns:a16="http://schemas.microsoft.com/office/drawing/2014/main" id="{6D1CBD7D-BE2D-AFD5-A8DD-2BB6BDBF628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0F0F390-FDA3-B273-95CD-F932C824E6F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9" name="Group 48">
            <a:extLst>
              <a:ext uri="{FF2B5EF4-FFF2-40B4-BE49-F238E27FC236}">
                <a16:creationId xmlns:a16="http://schemas.microsoft.com/office/drawing/2014/main" id="{B49A6100-8557-0122-188C-5E200C72AF9D}"/>
              </a:ext>
            </a:extLst>
          </p:cNvPr>
          <p:cNvGrpSpPr/>
          <p:nvPr/>
        </p:nvGrpSpPr>
        <p:grpSpPr>
          <a:xfrm>
            <a:off x="2855964" y="1718981"/>
            <a:ext cx="720008" cy="584775"/>
            <a:chOff x="3125967" y="2528990"/>
            <a:chExt cx="720008" cy="584775"/>
          </a:xfrm>
        </p:grpSpPr>
        <p:sp>
          <p:nvSpPr>
            <p:cNvPr id="53" name="Oval 52">
              <a:extLst>
                <a:ext uri="{FF2B5EF4-FFF2-40B4-BE49-F238E27FC236}">
                  <a16:creationId xmlns:a16="http://schemas.microsoft.com/office/drawing/2014/main" id="{21484ADB-3474-DB46-1F56-2448E434BF1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367F74F-2E57-293B-8617-F608E0BD51E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4" name="TextBox 53">
                  <a:extLst>
                    <a:ext uri="{FF2B5EF4-FFF2-40B4-BE49-F238E27FC236}">
                      <a16:creationId xmlns:a16="http://schemas.microsoft.com/office/drawing/2014/main" id="{5367F74F-2E57-293B-8617-F608E0BD51EF}"/>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50" name="Group 49">
            <a:extLst>
              <a:ext uri="{FF2B5EF4-FFF2-40B4-BE49-F238E27FC236}">
                <a16:creationId xmlns:a16="http://schemas.microsoft.com/office/drawing/2014/main" id="{C8AE19E4-2CFB-ED33-A389-12586B283BCA}"/>
              </a:ext>
            </a:extLst>
          </p:cNvPr>
          <p:cNvGrpSpPr/>
          <p:nvPr/>
        </p:nvGrpSpPr>
        <p:grpSpPr>
          <a:xfrm>
            <a:off x="2855964" y="3068996"/>
            <a:ext cx="720008" cy="584775"/>
            <a:chOff x="3125967" y="2528990"/>
            <a:chExt cx="720008" cy="584775"/>
          </a:xfrm>
        </p:grpSpPr>
        <p:sp>
          <p:nvSpPr>
            <p:cNvPr id="51" name="Oval 50">
              <a:extLst>
                <a:ext uri="{FF2B5EF4-FFF2-40B4-BE49-F238E27FC236}">
                  <a16:creationId xmlns:a16="http://schemas.microsoft.com/office/drawing/2014/main" id="{8763BA62-C376-7C04-864B-1D04C3DFD86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2D8D049-2444-98CD-4C56-5DDE40859D3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60" name="Straight Connector 59">
            <a:extLst>
              <a:ext uri="{FF2B5EF4-FFF2-40B4-BE49-F238E27FC236}">
                <a16:creationId xmlns:a16="http://schemas.microsoft.com/office/drawing/2014/main" id="{E91E6D4A-2583-9E10-643E-612B775B4AB5}"/>
              </a:ext>
            </a:extLst>
          </p:cNvPr>
          <p:cNvCxnSpPr>
            <a:cxnSpLocks/>
          </p:cNvCxnSpPr>
          <p:nvPr/>
        </p:nvCxnSpPr>
        <p:spPr>
          <a:xfrm flipV="1">
            <a:off x="537599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BA60F8AD-7316-96A4-8C07-AA57947F0C97}"/>
              </a:ext>
            </a:extLst>
          </p:cNvPr>
          <p:cNvCxnSpPr>
            <a:cxnSpLocks/>
          </p:cNvCxnSpPr>
          <p:nvPr/>
        </p:nvCxnSpPr>
        <p:spPr>
          <a:xfrm flipH="1">
            <a:off x="5375992" y="3338999"/>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40FBF61B-2385-69F7-3106-B560FA49EF27}"/>
              </a:ext>
            </a:extLst>
          </p:cNvPr>
          <p:cNvGrpSpPr/>
          <p:nvPr/>
        </p:nvGrpSpPr>
        <p:grpSpPr>
          <a:xfrm>
            <a:off x="5015988" y="2078985"/>
            <a:ext cx="720008" cy="584775"/>
            <a:chOff x="3125967" y="2528990"/>
            <a:chExt cx="720008" cy="584775"/>
          </a:xfrm>
        </p:grpSpPr>
        <p:sp>
          <p:nvSpPr>
            <p:cNvPr id="72" name="Oval 71">
              <a:extLst>
                <a:ext uri="{FF2B5EF4-FFF2-40B4-BE49-F238E27FC236}">
                  <a16:creationId xmlns:a16="http://schemas.microsoft.com/office/drawing/2014/main" id="{E7A677B9-B282-3C42-BC2C-BF360D7B85F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0D66759-EFC5-F93D-C322-153D18FF31E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3" name="Group 62">
            <a:extLst>
              <a:ext uri="{FF2B5EF4-FFF2-40B4-BE49-F238E27FC236}">
                <a16:creationId xmlns:a16="http://schemas.microsoft.com/office/drawing/2014/main" id="{40DE899E-EE39-82DA-6DFD-028675F93AC9}"/>
              </a:ext>
            </a:extLst>
          </p:cNvPr>
          <p:cNvGrpSpPr/>
          <p:nvPr/>
        </p:nvGrpSpPr>
        <p:grpSpPr>
          <a:xfrm>
            <a:off x="5015988" y="3474232"/>
            <a:ext cx="720008" cy="584775"/>
            <a:chOff x="3125967" y="2528990"/>
            <a:chExt cx="720008" cy="584775"/>
          </a:xfrm>
        </p:grpSpPr>
        <p:sp>
          <p:nvSpPr>
            <p:cNvPr id="70" name="Oval 69">
              <a:extLst>
                <a:ext uri="{FF2B5EF4-FFF2-40B4-BE49-F238E27FC236}">
                  <a16:creationId xmlns:a16="http://schemas.microsoft.com/office/drawing/2014/main" id="{D2B5A642-13D1-7243-2925-A0A849D59EB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558DAF3-A924-0B24-0609-2A5DD5A8C2C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64" name="Group 63">
            <a:extLst>
              <a:ext uri="{FF2B5EF4-FFF2-40B4-BE49-F238E27FC236}">
                <a16:creationId xmlns:a16="http://schemas.microsoft.com/office/drawing/2014/main" id="{08E99858-AB66-AEB4-9328-8443EF8057E9}"/>
              </a:ext>
            </a:extLst>
          </p:cNvPr>
          <p:cNvGrpSpPr/>
          <p:nvPr/>
        </p:nvGrpSpPr>
        <p:grpSpPr>
          <a:xfrm>
            <a:off x="6456004" y="1718981"/>
            <a:ext cx="720008" cy="584775"/>
            <a:chOff x="3125967" y="2528990"/>
            <a:chExt cx="720008" cy="584775"/>
          </a:xfrm>
        </p:grpSpPr>
        <p:sp>
          <p:nvSpPr>
            <p:cNvPr id="68" name="Oval 67">
              <a:extLst>
                <a:ext uri="{FF2B5EF4-FFF2-40B4-BE49-F238E27FC236}">
                  <a16:creationId xmlns:a16="http://schemas.microsoft.com/office/drawing/2014/main" id="{7AC45E72-5DAA-6EB8-4FF4-A454650592D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73F0A94-C840-E1AA-12AB-22E7D057D25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9" name="TextBox 68">
                  <a:extLst>
                    <a:ext uri="{FF2B5EF4-FFF2-40B4-BE49-F238E27FC236}">
                      <a16:creationId xmlns:a16="http://schemas.microsoft.com/office/drawing/2014/main" id="{273F0A94-C840-E1AA-12AB-22E7D057D25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65" name="Group 64">
            <a:extLst>
              <a:ext uri="{FF2B5EF4-FFF2-40B4-BE49-F238E27FC236}">
                <a16:creationId xmlns:a16="http://schemas.microsoft.com/office/drawing/2014/main" id="{32657BE1-4BBD-01B0-8BED-0B5BD01E3A8A}"/>
              </a:ext>
            </a:extLst>
          </p:cNvPr>
          <p:cNvGrpSpPr/>
          <p:nvPr/>
        </p:nvGrpSpPr>
        <p:grpSpPr>
          <a:xfrm>
            <a:off x="6456004" y="3068996"/>
            <a:ext cx="720008" cy="584775"/>
            <a:chOff x="3125967" y="2528990"/>
            <a:chExt cx="720008" cy="584775"/>
          </a:xfrm>
        </p:grpSpPr>
        <p:sp>
          <p:nvSpPr>
            <p:cNvPr id="66" name="Oval 65">
              <a:extLst>
                <a:ext uri="{FF2B5EF4-FFF2-40B4-BE49-F238E27FC236}">
                  <a16:creationId xmlns:a16="http://schemas.microsoft.com/office/drawing/2014/main" id="{61A45624-1E33-231D-6D06-0DBC4F1E891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B9200D4-40E8-39B6-1637-043E099EA0E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175727564"/>
      </p:ext>
    </p:extLst>
  </p:cSld>
  <p:clrMapOvr>
    <a:masterClrMapping/>
  </p:clrMapOvr>
  <p:transition spd="slow">
    <p:push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9072-DCF2-0F82-E3C5-BEB1A2B563C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017825-C74A-BAB8-1B59-6500E139CA70}"/>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51017825-C74A-BAB8-1B59-6500E139CA70}"/>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2"/>
                <a:stretch>
                  <a:fillRect/>
                </a:stretch>
              </a:blipFill>
            </p:spPr>
            <p:txBody>
              <a:bodyPr/>
              <a:lstStyle/>
              <a:p>
                <a:r>
                  <a:rPr lang="en-GB">
                    <a:noFill/>
                  </a:rPr>
                  <a:t> </a:t>
                </a:r>
              </a:p>
            </p:txBody>
          </p:sp>
        </mc:Fallback>
      </mc:AlternateContent>
      <p:grpSp>
        <p:nvGrpSpPr>
          <p:cNvPr id="65" name="Group 64">
            <a:extLst>
              <a:ext uri="{FF2B5EF4-FFF2-40B4-BE49-F238E27FC236}">
                <a16:creationId xmlns:a16="http://schemas.microsoft.com/office/drawing/2014/main" id="{34C36D70-7BA6-653A-CB3D-54FFD3DD6B42}"/>
              </a:ext>
            </a:extLst>
          </p:cNvPr>
          <p:cNvGrpSpPr/>
          <p:nvPr/>
        </p:nvGrpSpPr>
        <p:grpSpPr>
          <a:xfrm>
            <a:off x="1415948" y="1718981"/>
            <a:ext cx="2160024" cy="2340026"/>
            <a:chOff x="1415948" y="2258987"/>
            <a:chExt cx="2160024" cy="2340026"/>
          </a:xfrm>
        </p:grpSpPr>
        <p:cxnSp>
          <p:nvCxnSpPr>
            <p:cNvPr id="66" name="Straight Connector 65">
              <a:extLst>
                <a:ext uri="{FF2B5EF4-FFF2-40B4-BE49-F238E27FC236}">
                  <a16:creationId xmlns:a16="http://schemas.microsoft.com/office/drawing/2014/main" id="{365ADD25-B558-B8ED-81A0-8CF4182AFCAA}"/>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EE02DBF-E919-72F0-BE84-2C06B9F7DF23}"/>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F33D4C4C-118E-2D44-FBB4-5E627F959237}"/>
                </a:ext>
              </a:extLst>
            </p:cNvPr>
            <p:cNvGrpSpPr/>
            <p:nvPr/>
          </p:nvGrpSpPr>
          <p:grpSpPr>
            <a:xfrm>
              <a:off x="1415948" y="2618991"/>
              <a:ext cx="720008" cy="584775"/>
              <a:chOff x="3125967" y="2528990"/>
              <a:chExt cx="720008" cy="584775"/>
            </a:xfrm>
          </p:grpSpPr>
          <p:sp>
            <p:nvSpPr>
              <p:cNvPr id="78" name="Oval 77">
                <a:extLst>
                  <a:ext uri="{FF2B5EF4-FFF2-40B4-BE49-F238E27FC236}">
                    <a16:creationId xmlns:a16="http://schemas.microsoft.com/office/drawing/2014/main" id="{F2F10934-030C-EA1B-DE2E-F7CAFD4DC1F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312D01C8-9A9F-DC25-DEF1-4F47A6C8D7A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69" name="Group 68">
              <a:extLst>
                <a:ext uri="{FF2B5EF4-FFF2-40B4-BE49-F238E27FC236}">
                  <a16:creationId xmlns:a16="http://schemas.microsoft.com/office/drawing/2014/main" id="{1F3B49DE-88E1-E878-4179-E9A568DF47BF}"/>
                </a:ext>
              </a:extLst>
            </p:cNvPr>
            <p:cNvGrpSpPr/>
            <p:nvPr/>
          </p:nvGrpSpPr>
          <p:grpSpPr>
            <a:xfrm>
              <a:off x="1415948" y="4014238"/>
              <a:ext cx="720008" cy="584775"/>
              <a:chOff x="3125967" y="2528990"/>
              <a:chExt cx="720008" cy="584775"/>
            </a:xfrm>
          </p:grpSpPr>
          <p:sp>
            <p:nvSpPr>
              <p:cNvPr id="76" name="Oval 75">
                <a:extLst>
                  <a:ext uri="{FF2B5EF4-FFF2-40B4-BE49-F238E27FC236}">
                    <a16:creationId xmlns:a16="http://schemas.microsoft.com/office/drawing/2014/main" id="{AD26EB5E-A0B5-B015-0856-7C53FFD90D7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2B5D583E-EC55-93E2-C47A-550D72C1FC4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70" name="Group 69">
              <a:extLst>
                <a:ext uri="{FF2B5EF4-FFF2-40B4-BE49-F238E27FC236}">
                  <a16:creationId xmlns:a16="http://schemas.microsoft.com/office/drawing/2014/main" id="{DBD8810E-F9FB-C6E3-325A-865293F26697}"/>
                </a:ext>
              </a:extLst>
            </p:cNvPr>
            <p:cNvGrpSpPr/>
            <p:nvPr/>
          </p:nvGrpSpPr>
          <p:grpSpPr>
            <a:xfrm>
              <a:off x="2855964" y="2258987"/>
              <a:ext cx="720008" cy="584775"/>
              <a:chOff x="3125967" y="2528990"/>
              <a:chExt cx="720008" cy="584775"/>
            </a:xfrm>
          </p:grpSpPr>
          <p:sp>
            <p:nvSpPr>
              <p:cNvPr id="74" name="Oval 73">
                <a:extLst>
                  <a:ext uri="{FF2B5EF4-FFF2-40B4-BE49-F238E27FC236}">
                    <a16:creationId xmlns:a16="http://schemas.microsoft.com/office/drawing/2014/main" id="{96F9BC22-A0B0-F559-139E-F17737B8E09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B666A0FA-8D18-7528-6895-307E0CCB045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75" name="TextBox 74">
                    <a:extLst>
                      <a:ext uri="{FF2B5EF4-FFF2-40B4-BE49-F238E27FC236}">
                        <a16:creationId xmlns:a16="http://schemas.microsoft.com/office/drawing/2014/main" id="{B666A0FA-8D18-7528-6895-307E0CCB045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nvGrpSpPr>
            <p:cNvPr id="71" name="Group 70">
              <a:extLst>
                <a:ext uri="{FF2B5EF4-FFF2-40B4-BE49-F238E27FC236}">
                  <a16:creationId xmlns:a16="http://schemas.microsoft.com/office/drawing/2014/main" id="{FC763DB3-7DBE-881C-72F4-B337F73D9CE4}"/>
                </a:ext>
              </a:extLst>
            </p:cNvPr>
            <p:cNvGrpSpPr/>
            <p:nvPr/>
          </p:nvGrpSpPr>
          <p:grpSpPr>
            <a:xfrm>
              <a:off x="2855964" y="3609002"/>
              <a:ext cx="720008" cy="584775"/>
              <a:chOff x="3125967" y="2528990"/>
              <a:chExt cx="720008" cy="584775"/>
            </a:xfrm>
          </p:grpSpPr>
          <p:sp>
            <p:nvSpPr>
              <p:cNvPr id="72" name="Oval 71">
                <a:extLst>
                  <a:ext uri="{FF2B5EF4-FFF2-40B4-BE49-F238E27FC236}">
                    <a16:creationId xmlns:a16="http://schemas.microsoft.com/office/drawing/2014/main" id="{A8919C88-87EE-98F4-CA13-5683F344B70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7622D6B1-23E5-B992-ABDE-23DADB2A14D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grpSp>
        <p:nvGrpSpPr>
          <p:cNvPr id="80" name="Group 79">
            <a:extLst>
              <a:ext uri="{FF2B5EF4-FFF2-40B4-BE49-F238E27FC236}">
                <a16:creationId xmlns:a16="http://schemas.microsoft.com/office/drawing/2014/main" id="{EBF2BB85-487D-26F5-01EC-0C48B863595C}"/>
              </a:ext>
            </a:extLst>
          </p:cNvPr>
          <p:cNvGrpSpPr/>
          <p:nvPr/>
        </p:nvGrpSpPr>
        <p:grpSpPr>
          <a:xfrm>
            <a:off x="5015988" y="1718981"/>
            <a:ext cx="2160024" cy="2340026"/>
            <a:chOff x="5015988" y="2258987"/>
            <a:chExt cx="2160024" cy="2340026"/>
          </a:xfrm>
        </p:grpSpPr>
        <p:cxnSp>
          <p:nvCxnSpPr>
            <p:cNvPr id="81" name="Straight Connector 80">
              <a:extLst>
                <a:ext uri="{FF2B5EF4-FFF2-40B4-BE49-F238E27FC236}">
                  <a16:creationId xmlns:a16="http://schemas.microsoft.com/office/drawing/2014/main" id="{9DE9E60A-81F6-FAB2-C9FB-717A1B7F8682}"/>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08EE57E-F751-68CD-D852-A4CD1168562E}"/>
                </a:ext>
              </a:extLst>
            </p:cNvPr>
            <p:cNvCxnSpPr>
              <a:cxnSpLocks/>
            </p:cNvCxnSpPr>
            <p:nvPr/>
          </p:nvCxnSpPr>
          <p:spPr>
            <a:xfrm flipH="1">
              <a:off x="5375992" y="3879005"/>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83" name="Group 82">
              <a:extLst>
                <a:ext uri="{FF2B5EF4-FFF2-40B4-BE49-F238E27FC236}">
                  <a16:creationId xmlns:a16="http://schemas.microsoft.com/office/drawing/2014/main" id="{0FC502CE-E608-BD02-D695-AC9AEE2941F3}"/>
                </a:ext>
              </a:extLst>
            </p:cNvPr>
            <p:cNvGrpSpPr/>
            <p:nvPr/>
          </p:nvGrpSpPr>
          <p:grpSpPr>
            <a:xfrm>
              <a:off x="5015988" y="2618991"/>
              <a:ext cx="720008" cy="584775"/>
              <a:chOff x="3125967" y="2528990"/>
              <a:chExt cx="720008" cy="584775"/>
            </a:xfrm>
          </p:grpSpPr>
          <p:sp>
            <p:nvSpPr>
              <p:cNvPr id="93" name="Oval 92">
                <a:extLst>
                  <a:ext uri="{FF2B5EF4-FFF2-40B4-BE49-F238E27FC236}">
                    <a16:creationId xmlns:a16="http://schemas.microsoft.com/office/drawing/2014/main" id="{6ED8A573-F5EA-00D5-E753-EDBAA1FBC54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214C3F7-06F0-8221-14C0-C1EDC68B8C5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4" name="Group 83">
              <a:extLst>
                <a:ext uri="{FF2B5EF4-FFF2-40B4-BE49-F238E27FC236}">
                  <a16:creationId xmlns:a16="http://schemas.microsoft.com/office/drawing/2014/main" id="{6FD1668A-70A0-FD5C-9351-EF8D914085B0}"/>
                </a:ext>
              </a:extLst>
            </p:cNvPr>
            <p:cNvGrpSpPr/>
            <p:nvPr/>
          </p:nvGrpSpPr>
          <p:grpSpPr>
            <a:xfrm>
              <a:off x="5015988" y="4014238"/>
              <a:ext cx="720008" cy="584775"/>
              <a:chOff x="3125967" y="2528990"/>
              <a:chExt cx="720008" cy="584775"/>
            </a:xfrm>
          </p:grpSpPr>
          <p:sp>
            <p:nvSpPr>
              <p:cNvPr id="91" name="Oval 90">
                <a:extLst>
                  <a:ext uri="{FF2B5EF4-FFF2-40B4-BE49-F238E27FC236}">
                    <a16:creationId xmlns:a16="http://schemas.microsoft.com/office/drawing/2014/main" id="{E71ABA82-200F-8AB2-7922-D50CC834EF9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74C7746B-BAA6-099B-686C-00454011606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12B3522E-4FFF-9C5A-3775-8497743EE1F7}"/>
                </a:ext>
              </a:extLst>
            </p:cNvPr>
            <p:cNvGrpSpPr/>
            <p:nvPr/>
          </p:nvGrpSpPr>
          <p:grpSpPr>
            <a:xfrm>
              <a:off x="6456004" y="2258987"/>
              <a:ext cx="720008" cy="584775"/>
              <a:chOff x="3125967" y="2528990"/>
              <a:chExt cx="720008" cy="584775"/>
            </a:xfrm>
          </p:grpSpPr>
          <p:sp>
            <p:nvSpPr>
              <p:cNvPr id="89" name="Oval 88">
                <a:extLst>
                  <a:ext uri="{FF2B5EF4-FFF2-40B4-BE49-F238E27FC236}">
                    <a16:creationId xmlns:a16="http://schemas.microsoft.com/office/drawing/2014/main" id="{F15C3880-C50C-2A92-46F2-27BB5AA82AB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537A338C-5D0B-7377-4FBA-72604FD523F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90" name="TextBox 89">
                    <a:extLst>
                      <a:ext uri="{FF2B5EF4-FFF2-40B4-BE49-F238E27FC236}">
                        <a16:creationId xmlns:a16="http://schemas.microsoft.com/office/drawing/2014/main" id="{537A338C-5D0B-7377-4FBA-72604FD523F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7"/>
                    <a:stretch>
                      <a:fillRect/>
                    </a:stretch>
                  </a:blipFill>
                </p:spPr>
                <p:txBody>
                  <a:bodyPr/>
                  <a:lstStyle/>
                  <a:p>
                    <a:r>
                      <a:rPr lang="en-GB">
                        <a:noFill/>
                      </a:rPr>
                      <a:t> </a:t>
                    </a:r>
                  </a:p>
                </p:txBody>
              </p:sp>
            </mc:Fallback>
          </mc:AlternateContent>
        </p:grpSp>
        <p:grpSp>
          <p:nvGrpSpPr>
            <p:cNvPr id="86" name="Group 85">
              <a:extLst>
                <a:ext uri="{FF2B5EF4-FFF2-40B4-BE49-F238E27FC236}">
                  <a16:creationId xmlns:a16="http://schemas.microsoft.com/office/drawing/2014/main" id="{C6B329D2-E894-446B-6E5B-420BC31EE925}"/>
                </a:ext>
              </a:extLst>
            </p:cNvPr>
            <p:cNvGrpSpPr/>
            <p:nvPr/>
          </p:nvGrpSpPr>
          <p:grpSpPr>
            <a:xfrm>
              <a:off x="6456004" y="3609002"/>
              <a:ext cx="720008" cy="584775"/>
              <a:chOff x="3125967" y="2528990"/>
              <a:chExt cx="720008" cy="584775"/>
            </a:xfrm>
          </p:grpSpPr>
          <p:sp>
            <p:nvSpPr>
              <p:cNvPr id="87" name="Oval 86">
                <a:extLst>
                  <a:ext uri="{FF2B5EF4-FFF2-40B4-BE49-F238E27FC236}">
                    <a16:creationId xmlns:a16="http://schemas.microsoft.com/office/drawing/2014/main" id="{39185F07-7916-ACE9-1B2D-5802F04CC75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E58CA618-2618-49D4-56EA-8924917CAFE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7D712ADC-5713-7BA9-8229-2EB20C421E84}"/>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95" name="TextBox 94">
                <a:extLst>
                  <a:ext uri="{FF2B5EF4-FFF2-40B4-BE49-F238E27FC236}">
                    <a16:creationId xmlns:a16="http://schemas.microsoft.com/office/drawing/2014/main" id="{7D712ADC-5713-7BA9-8229-2EB20C421E84}"/>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8"/>
                <a:stretch>
                  <a:fillRect/>
                </a:stretch>
              </a:blipFill>
            </p:spPr>
            <p:txBody>
              <a:bodyPr/>
              <a:lstStyle/>
              <a:p>
                <a:r>
                  <a:rPr lang="en-GB">
                    <a:noFill/>
                  </a:rPr>
                  <a:t> </a:t>
                </a:r>
              </a:p>
            </p:txBody>
          </p:sp>
        </mc:Fallback>
      </mc:AlternateContent>
      <p:cxnSp>
        <p:nvCxnSpPr>
          <p:cNvPr id="97" name="Straight Connector 96">
            <a:extLst>
              <a:ext uri="{FF2B5EF4-FFF2-40B4-BE49-F238E27FC236}">
                <a16:creationId xmlns:a16="http://schemas.microsoft.com/office/drawing/2014/main" id="{5F9A585D-7DF6-E3DC-2743-DFF959B3B2A5}"/>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8FC18D77-3FA6-1F1F-9918-9CB7AB1A5379}"/>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99" name="Group 98">
            <a:extLst>
              <a:ext uri="{FF2B5EF4-FFF2-40B4-BE49-F238E27FC236}">
                <a16:creationId xmlns:a16="http://schemas.microsoft.com/office/drawing/2014/main" id="{64CB45E3-7D08-55E0-ABEF-DEE910B4CB70}"/>
              </a:ext>
            </a:extLst>
          </p:cNvPr>
          <p:cNvGrpSpPr/>
          <p:nvPr/>
        </p:nvGrpSpPr>
        <p:grpSpPr>
          <a:xfrm>
            <a:off x="8616028" y="2078985"/>
            <a:ext cx="720008" cy="584775"/>
            <a:chOff x="3125967" y="2528990"/>
            <a:chExt cx="720008" cy="584775"/>
          </a:xfrm>
        </p:grpSpPr>
        <p:sp>
          <p:nvSpPr>
            <p:cNvPr id="109" name="Oval 108">
              <a:extLst>
                <a:ext uri="{FF2B5EF4-FFF2-40B4-BE49-F238E27FC236}">
                  <a16:creationId xmlns:a16="http://schemas.microsoft.com/office/drawing/2014/main" id="{A6FA3F48-8C06-1EC1-F4B5-62E4CDFA733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D62D4A4-4141-5637-E44A-DC994F323FF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100" name="Group 99">
            <a:extLst>
              <a:ext uri="{FF2B5EF4-FFF2-40B4-BE49-F238E27FC236}">
                <a16:creationId xmlns:a16="http://schemas.microsoft.com/office/drawing/2014/main" id="{40B1DA09-A979-1E60-D7A8-991A54D27692}"/>
              </a:ext>
            </a:extLst>
          </p:cNvPr>
          <p:cNvGrpSpPr/>
          <p:nvPr/>
        </p:nvGrpSpPr>
        <p:grpSpPr>
          <a:xfrm>
            <a:off x="8616028" y="3474232"/>
            <a:ext cx="720008" cy="584775"/>
            <a:chOff x="3125967" y="2528990"/>
            <a:chExt cx="720008" cy="584775"/>
          </a:xfrm>
        </p:grpSpPr>
        <p:sp>
          <p:nvSpPr>
            <p:cNvPr id="107" name="Oval 106">
              <a:extLst>
                <a:ext uri="{FF2B5EF4-FFF2-40B4-BE49-F238E27FC236}">
                  <a16:creationId xmlns:a16="http://schemas.microsoft.com/office/drawing/2014/main" id="{FDB12248-3458-1585-FB23-FCA33EE183A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59E94247-5823-CA04-F365-4282489E0AF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101" name="Group 100">
            <a:extLst>
              <a:ext uri="{FF2B5EF4-FFF2-40B4-BE49-F238E27FC236}">
                <a16:creationId xmlns:a16="http://schemas.microsoft.com/office/drawing/2014/main" id="{633F6B1D-CB07-9080-8499-4C038787B678}"/>
              </a:ext>
            </a:extLst>
          </p:cNvPr>
          <p:cNvGrpSpPr/>
          <p:nvPr/>
        </p:nvGrpSpPr>
        <p:grpSpPr>
          <a:xfrm>
            <a:off x="10056044" y="1718981"/>
            <a:ext cx="720008" cy="584775"/>
            <a:chOff x="3125967" y="2528990"/>
            <a:chExt cx="720008" cy="584775"/>
          </a:xfrm>
        </p:grpSpPr>
        <p:sp>
          <p:nvSpPr>
            <p:cNvPr id="105" name="Oval 104">
              <a:extLst>
                <a:ext uri="{FF2B5EF4-FFF2-40B4-BE49-F238E27FC236}">
                  <a16:creationId xmlns:a16="http://schemas.microsoft.com/office/drawing/2014/main" id="{DF1F6063-DDB2-373A-EB4F-E73982B2553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0B340D27-A65C-96BA-B35B-AC5B0FBF2CE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06" name="TextBox 105">
                  <a:extLst>
                    <a:ext uri="{FF2B5EF4-FFF2-40B4-BE49-F238E27FC236}">
                      <a16:creationId xmlns:a16="http://schemas.microsoft.com/office/drawing/2014/main" id="{0B340D27-A65C-96BA-B35B-AC5B0FBF2CE7}"/>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102" name="Group 101">
            <a:extLst>
              <a:ext uri="{FF2B5EF4-FFF2-40B4-BE49-F238E27FC236}">
                <a16:creationId xmlns:a16="http://schemas.microsoft.com/office/drawing/2014/main" id="{C175BC6A-64EA-F927-0B5F-6D5AE2336C63}"/>
              </a:ext>
            </a:extLst>
          </p:cNvPr>
          <p:cNvGrpSpPr/>
          <p:nvPr/>
        </p:nvGrpSpPr>
        <p:grpSpPr>
          <a:xfrm>
            <a:off x="10056044" y="3068996"/>
            <a:ext cx="720008" cy="584775"/>
            <a:chOff x="3125967" y="2528990"/>
            <a:chExt cx="720008" cy="584775"/>
          </a:xfrm>
        </p:grpSpPr>
        <p:sp>
          <p:nvSpPr>
            <p:cNvPr id="103" name="Oval 102">
              <a:extLst>
                <a:ext uri="{FF2B5EF4-FFF2-40B4-BE49-F238E27FC236}">
                  <a16:creationId xmlns:a16="http://schemas.microsoft.com/office/drawing/2014/main" id="{6568D704-E636-B3C4-0D7D-E0AE6C4A14E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CE45509-AFB3-85CB-5F85-A69C5F759AC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cxnSp>
        <p:nvCxnSpPr>
          <p:cNvPr id="112" name="Straight Connector 111">
            <a:extLst>
              <a:ext uri="{FF2B5EF4-FFF2-40B4-BE49-F238E27FC236}">
                <a16:creationId xmlns:a16="http://schemas.microsoft.com/office/drawing/2014/main" id="{A75CA6E0-57AE-C80C-4638-5BE2F872C6DF}"/>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5BA2EB93-BD7B-6851-A2E1-D05297CB5C3A}"/>
              </a:ext>
            </a:extLst>
          </p:cNvPr>
          <p:cNvCxnSpPr>
            <a:cxnSpLocks/>
          </p:cNvCxnSpPr>
          <p:nvPr/>
        </p:nvCxnSpPr>
        <p:spPr>
          <a:xfrm flipH="1">
            <a:off x="8976032" y="3338999"/>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114" name="Group 113">
            <a:extLst>
              <a:ext uri="{FF2B5EF4-FFF2-40B4-BE49-F238E27FC236}">
                <a16:creationId xmlns:a16="http://schemas.microsoft.com/office/drawing/2014/main" id="{0C3EABFD-4A28-11A9-8607-A51D892CEF60}"/>
              </a:ext>
            </a:extLst>
          </p:cNvPr>
          <p:cNvGrpSpPr/>
          <p:nvPr/>
        </p:nvGrpSpPr>
        <p:grpSpPr>
          <a:xfrm>
            <a:off x="8616028" y="2078985"/>
            <a:ext cx="720008" cy="584775"/>
            <a:chOff x="3125967" y="2528990"/>
            <a:chExt cx="720008" cy="584775"/>
          </a:xfrm>
        </p:grpSpPr>
        <p:sp>
          <p:nvSpPr>
            <p:cNvPr id="124" name="Oval 123">
              <a:extLst>
                <a:ext uri="{FF2B5EF4-FFF2-40B4-BE49-F238E27FC236}">
                  <a16:creationId xmlns:a16="http://schemas.microsoft.com/office/drawing/2014/main" id="{59CCA220-43CF-A9E5-FA3D-ED0008C4038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FDCD19CE-190C-E122-ABC2-91030CF934A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115" name="Group 114">
            <a:extLst>
              <a:ext uri="{FF2B5EF4-FFF2-40B4-BE49-F238E27FC236}">
                <a16:creationId xmlns:a16="http://schemas.microsoft.com/office/drawing/2014/main" id="{55BEE1DB-7592-3472-EED5-09968783DA7E}"/>
              </a:ext>
            </a:extLst>
          </p:cNvPr>
          <p:cNvGrpSpPr/>
          <p:nvPr/>
        </p:nvGrpSpPr>
        <p:grpSpPr>
          <a:xfrm>
            <a:off x="8616028" y="3474232"/>
            <a:ext cx="720008" cy="584775"/>
            <a:chOff x="3125967" y="2528990"/>
            <a:chExt cx="720008" cy="584775"/>
          </a:xfrm>
        </p:grpSpPr>
        <p:sp>
          <p:nvSpPr>
            <p:cNvPr id="122" name="Oval 121">
              <a:extLst>
                <a:ext uri="{FF2B5EF4-FFF2-40B4-BE49-F238E27FC236}">
                  <a16:creationId xmlns:a16="http://schemas.microsoft.com/office/drawing/2014/main" id="{BA404718-8568-8FC2-60C6-8F0C2C97752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AFFC91E-0F58-9DA1-CE43-4B43FF1933D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116" name="Group 115">
            <a:extLst>
              <a:ext uri="{FF2B5EF4-FFF2-40B4-BE49-F238E27FC236}">
                <a16:creationId xmlns:a16="http://schemas.microsoft.com/office/drawing/2014/main" id="{DB623BE3-47A3-4910-534D-A454C11F2C69}"/>
              </a:ext>
            </a:extLst>
          </p:cNvPr>
          <p:cNvGrpSpPr/>
          <p:nvPr/>
        </p:nvGrpSpPr>
        <p:grpSpPr>
          <a:xfrm>
            <a:off x="10056044" y="1718981"/>
            <a:ext cx="720008" cy="584775"/>
            <a:chOff x="3125967" y="2528990"/>
            <a:chExt cx="720008" cy="584775"/>
          </a:xfrm>
        </p:grpSpPr>
        <p:sp>
          <p:nvSpPr>
            <p:cNvPr id="120" name="Oval 119">
              <a:extLst>
                <a:ext uri="{FF2B5EF4-FFF2-40B4-BE49-F238E27FC236}">
                  <a16:creationId xmlns:a16="http://schemas.microsoft.com/office/drawing/2014/main" id="{0741E89C-37C7-2F74-03E0-A4E2266D77B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765FA976-7437-AEB7-24C4-2A86D4768A1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1" name="TextBox 120">
                  <a:extLst>
                    <a:ext uri="{FF2B5EF4-FFF2-40B4-BE49-F238E27FC236}">
                      <a16:creationId xmlns:a16="http://schemas.microsoft.com/office/drawing/2014/main" id="{765FA976-7437-AEB7-24C4-2A86D4768A1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117" name="Group 116">
            <a:extLst>
              <a:ext uri="{FF2B5EF4-FFF2-40B4-BE49-F238E27FC236}">
                <a16:creationId xmlns:a16="http://schemas.microsoft.com/office/drawing/2014/main" id="{FDFF2265-963F-291E-88DA-B94661BF8D4A}"/>
              </a:ext>
            </a:extLst>
          </p:cNvPr>
          <p:cNvGrpSpPr/>
          <p:nvPr/>
        </p:nvGrpSpPr>
        <p:grpSpPr>
          <a:xfrm>
            <a:off x="10056044" y="3068996"/>
            <a:ext cx="720008" cy="584775"/>
            <a:chOff x="3125967" y="2528990"/>
            <a:chExt cx="720008" cy="584775"/>
          </a:xfrm>
        </p:grpSpPr>
        <p:sp>
          <p:nvSpPr>
            <p:cNvPr id="118" name="Oval 117">
              <a:extLst>
                <a:ext uri="{FF2B5EF4-FFF2-40B4-BE49-F238E27FC236}">
                  <a16:creationId xmlns:a16="http://schemas.microsoft.com/office/drawing/2014/main" id="{ACEF8A6B-47DD-C165-E8E9-BA0C4AF6020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950490B6-8B04-54E1-7516-7A328A8FBDF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2722644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877B1-3D61-2F5A-223E-1B779D1CF17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32AAACC-EEF8-5BEB-2B4E-DD2CBA5102A6}"/>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E32AAACC-EEF8-5BEB-2B4E-DD2CBA5102A6}"/>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2"/>
                <a:stretch>
                  <a:fillRect/>
                </a:stretch>
              </a:blipFill>
            </p:spPr>
            <p:txBody>
              <a:bodyPr/>
              <a:lstStyle/>
              <a:p>
                <a:r>
                  <a:rPr lang="en-GB">
                    <a:noFill/>
                  </a:rPr>
                  <a:t> </a:t>
                </a:r>
              </a:p>
            </p:txBody>
          </p:sp>
        </mc:Fallback>
      </mc:AlternateContent>
      <p:grpSp>
        <p:nvGrpSpPr>
          <p:cNvPr id="65" name="Group 64">
            <a:extLst>
              <a:ext uri="{FF2B5EF4-FFF2-40B4-BE49-F238E27FC236}">
                <a16:creationId xmlns:a16="http://schemas.microsoft.com/office/drawing/2014/main" id="{4D14AFC4-E6DA-58D3-7BCA-9F5484B1E9AA}"/>
              </a:ext>
            </a:extLst>
          </p:cNvPr>
          <p:cNvGrpSpPr/>
          <p:nvPr/>
        </p:nvGrpSpPr>
        <p:grpSpPr>
          <a:xfrm>
            <a:off x="1415948" y="1718981"/>
            <a:ext cx="2160024" cy="2340026"/>
            <a:chOff x="1415948" y="2258987"/>
            <a:chExt cx="2160024" cy="2340026"/>
          </a:xfrm>
        </p:grpSpPr>
        <p:cxnSp>
          <p:nvCxnSpPr>
            <p:cNvPr id="66" name="Straight Connector 65">
              <a:extLst>
                <a:ext uri="{FF2B5EF4-FFF2-40B4-BE49-F238E27FC236}">
                  <a16:creationId xmlns:a16="http://schemas.microsoft.com/office/drawing/2014/main" id="{6D4A0683-51E9-179F-68A1-E787524E79C8}"/>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52E623F-0764-F3F8-F2EC-EA6FFDA5E845}"/>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6F6F5D5-2C61-3BFA-9515-131E2763EDE9}"/>
                </a:ext>
              </a:extLst>
            </p:cNvPr>
            <p:cNvGrpSpPr/>
            <p:nvPr/>
          </p:nvGrpSpPr>
          <p:grpSpPr>
            <a:xfrm>
              <a:off x="1415948" y="2618991"/>
              <a:ext cx="720008" cy="584775"/>
              <a:chOff x="3125967" y="2528990"/>
              <a:chExt cx="720008" cy="584775"/>
            </a:xfrm>
          </p:grpSpPr>
          <p:sp>
            <p:nvSpPr>
              <p:cNvPr id="78" name="Oval 77">
                <a:extLst>
                  <a:ext uri="{FF2B5EF4-FFF2-40B4-BE49-F238E27FC236}">
                    <a16:creationId xmlns:a16="http://schemas.microsoft.com/office/drawing/2014/main" id="{75E1AB3F-24D5-29D4-B672-1D81489D55D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63994BBF-A4E9-108D-5D8B-B9287762695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69" name="Group 68">
              <a:extLst>
                <a:ext uri="{FF2B5EF4-FFF2-40B4-BE49-F238E27FC236}">
                  <a16:creationId xmlns:a16="http://schemas.microsoft.com/office/drawing/2014/main" id="{67D7C55A-9109-8D91-7F37-0CC5075DB324}"/>
                </a:ext>
              </a:extLst>
            </p:cNvPr>
            <p:cNvGrpSpPr/>
            <p:nvPr/>
          </p:nvGrpSpPr>
          <p:grpSpPr>
            <a:xfrm>
              <a:off x="1415948" y="4014238"/>
              <a:ext cx="720008" cy="584775"/>
              <a:chOff x="3125967" y="2528990"/>
              <a:chExt cx="720008" cy="584775"/>
            </a:xfrm>
          </p:grpSpPr>
          <p:sp>
            <p:nvSpPr>
              <p:cNvPr id="76" name="Oval 75">
                <a:extLst>
                  <a:ext uri="{FF2B5EF4-FFF2-40B4-BE49-F238E27FC236}">
                    <a16:creationId xmlns:a16="http://schemas.microsoft.com/office/drawing/2014/main" id="{1EA7FC64-851C-0236-00D4-345C147F8B3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FC80DE2C-C02A-E697-C084-4D646DA8795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70" name="Group 69">
              <a:extLst>
                <a:ext uri="{FF2B5EF4-FFF2-40B4-BE49-F238E27FC236}">
                  <a16:creationId xmlns:a16="http://schemas.microsoft.com/office/drawing/2014/main" id="{4EE093BD-7AD7-6ED8-0E32-F8AFB6B61898}"/>
                </a:ext>
              </a:extLst>
            </p:cNvPr>
            <p:cNvGrpSpPr/>
            <p:nvPr/>
          </p:nvGrpSpPr>
          <p:grpSpPr>
            <a:xfrm>
              <a:off x="2855964" y="2258987"/>
              <a:ext cx="720008" cy="584775"/>
              <a:chOff x="3125967" y="2528990"/>
              <a:chExt cx="720008" cy="584775"/>
            </a:xfrm>
          </p:grpSpPr>
          <p:sp>
            <p:nvSpPr>
              <p:cNvPr id="74" name="Oval 73">
                <a:extLst>
                  <a:ext uri="{FF2B5EF4-FFF2-40B4-BE49-F238E27FC236}">
                    <a16:creationId xmlns:a16="http://schemas.microsoft.com/office/drawing/2014/main" id="{D0972D29-7D80-5CCF-11DE-1C3A11AE1B0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F63F6EEB-51E4-635A-C63E-679D12B11AF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75" name="TextBox 74">
                    <a:extLst>
                      <a:ext uri="{FF2B5EF4-FFF2-40B4-BE49-F238E27FC236}">
                        <a16:creationId xmlns:a16="http://schemas.microsoft.com/office/drawing/2014/main" id="{F63F6EEB-51E4-635A-C63E-679D12B11AF1}"/>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nvGrpSpPr>
            <p:cNvPr id="71" name="Group 70">
              <a:extLst>
                <a:ext uri="{FF2B5EF4-FFF2-40B4-BE49-F238E27FC236}">
                  <a16:creationId xmlns:a16="http://schemas.microsoft.com/office/drawing/2014/main" id="{37567650-3172-28D6-82BB-E88CF28DD2EB}"/>
                </a:ext>
              </a:extLst>
            </p:cNvPr>
            <p:cNvGrpSpPr/>
            <p:nvPr/>
          </p:nvGrpSpPr>
          <p:grpSpPr>
            <a:xfrm>
              <a:off x="2855964" y="3609002"/>
              <a:ext cx="720008" cy="584775"/>
              <a:chOff x="3125967" y="2528990"/>
              <a:chExt cx="720008" cy="584775"/>
            </a:xfrm>
          </p:grpSpPr>
          <p:sp>
            <p:nvSpPr>
              <p:cNvPr id="72" name="Oval 71">
                <a:extLst>
                  <a:ext uri="{FF2B5EF4-FFF2-40B4-BE49-F238E27FC236}">
                    <a16:creationId xmlns:a16="http://schemas.microsoft.com/office/drawing/2014/main" id="{2F0BF969-CBFC-BCB1-F71B-5B010A35B78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677D85C-B88A-14A0-8504-0F3EF4D76BD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grpSp>
        <p:nvGrpSpPr>
          <p:cNvPr id="80" name="Group 79">
            <a:extLst>
              <a:ext uri="{FF2B5EF4-FFF2-40B4-BE49-F238E27FC236}">
                <a16:creationId xmlns:a16="http://schemas.microsoft.com/office/drawing/2014/main" id="{607E712A-6103-0BBB-11F6-6B5FED1DAA75}"/>
              </a:ext>
            </a:extLst>
          </p:cNvPr>
          <p:cNvGrpSpPr/>
          <p:nvPr/>
        </p:nvGrpSpPr>
        <p:grpSpPr>
          <a:xfrm>
            <a:off x="5015988" y="1718981"/>
            <a:ext cx="2160024" cy="2340026"/>
            <a:chOff x="5015988" y="2258987"/>
            <a:chExt cx="2160024" cy="2340026"/>
          </a:xfrm>
        </p:grpSpPr>
        <p:cxnSp>
          <p:nvCxnSpPr>
            <p:cNvPr id="81" name="Straight Connector 80">
              <a:extLst>
                <a:ext uri="{FF2B5EF4-FFF2-40B4-BE49-F238E27FC236}">
                  <a16:creationId xmlns:a16="http://schemas.microsoft.com/office/drawing/2014/main" id="{634548FE-6F00-22C5-68B6-244DAF037B36}"/>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80A2EC7-7E2D-78FF-4748-CE7B43CB9492}"/>
                </a:ext>
              </a:extLst>
            </p:cNvPr>
            <p:cNvCxnSpPr>
              <a:cxnSpLocks/>
            </p:cNvCxnSpPr>
            <p:nvPr/>
          </p:nvCxnSpPr>
          <p:spPr>
            <a:xfrm flipH="1">
              <a:off x="5375992" y="3879005"/>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83" name="Group 82">
              <a:extLst>
                <a:ext uri="{FF2B5EF4-FFF2-40B4-BE49-F238E27FC236}">
                  <a16:creationId xmlns:a16="http://schemas.microsoft.com/office/drawing/2014/main" id="{E4312A6D-69CF-D033-05FC-015BCA20E3BA}"/>
                </a:ext>
              </a:extLst>
            </p:cNvPr>
            <p:cNvGrpSpPr/>
            <p:nvPr/>
          </p:nvGrpSpPr>
          <p:grpSpPr>
            <a:xfrm>
              <a:off x="5015988" y="2618991"/>
              <a:ext cx="720008" cy="584775"/>
              <a:chOff x="3125967" y="2528990"/>
              <a:chExt cx="720008" cy="584775"/>
            </a:xfrm>
          </p:grpSpPr>
          <p:sp>
            <p:nvSpPr>
              <p:cNvPr id="93" name="Oval 92">
                <a:extLst>
                  <a:ext uri="{FF2B5EF4-FFF2-40B4-BE49-F238E27FC236}">
                    <a16:creationId xmlns:a16="http://schemas.microsoft.com/office/drawing/2014/main" id="{D5A15355-3914-BDEA-AF8F-B443F04EF70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A04708D-EA9D-F1DD-8381-DB0ABD65E49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4" name="Group 83">
              <a:extLst>
                <a:ext uri="{FF2B5EF4-FFF2-40B4-BE49-F238E27FC236}">
                  <a16:creationId xmlns:a16="http://schemas.microsoft.com/office/drawing/2014/main" id="{206A4FF6-8B74-3E5D-7749-36B96F1F0BE7}"/>
                </a:ext>
              </a:extLst>
            </p:cNvPr>
            <p:cNvGrpSpPr/>
            <p:nvPr/>
          </p:nvGrpSpPr>
          <p:grpSpPr>
            <a:xfrm>
              <a:off x="5015988" y="4014238"/>
              <a:ext cx="720008" cy="584775"/>
              <a:chOff x="3125967" y="2528990"/>
              <a:chExt cx="720008" cy="584775"/>
            </a:xfrm>
          </p:grpSpPr>
          <p:sp>
            <p:nvSpPr>
              <p:cNvPr id="91" name="Oval 90">
                <a:extLst>
                  <a:ext uri="{FF2B5EF4-FFF2-40B4-BE49-F238E27FC236}">
                    <a16:creationId xmlns:a16="http://schemas.microsoft.com/office/drawing/2014/main" id="{0D3E71A7-0459-ACBE-5571-B6E0A7CF079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D025288B-2BE7-BE3A-B17C-1DFB8761635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2E9A3F23-D170-A5B2-7CC1-84D72C8C01D0}"/>
                </a:ext>
              </a:extLst>
            </p:cNvPr>
            <p:cNvGrpSpPr/>
            <p:nvPr/>
          </p:nvGrpSpPr>
          <p:grpSpPr>
            <a:xfrm>
              <a:off x="6456004" y="2258987"/>
              <a:ext cx="720008" cy="584775"/>
              <a:chOff x="3125967" y="2528990"/>
              <a:chExt cx="720008" cy="584775"/>
            </a:xfrm>
          </p:grpSpPr>
          <p:sp>
            <p:nvSpPr>
              <p:cNvPr id="89" name="Oval 88">
                <a:extLst>
                  <a:ext uri="{FF2B5EF4-FFF2-40B4-BE49-F238E27FC236}">
                    <a16:creationId xmlns:a16="http://schemas.microsoft.com/office/drawing/2014/main" id="{C552C8EB-3A36-28C4-CDD3-CF7754085CD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3BEE942-40CA-C003-BC36-D0F23541CE6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90" name="TextBox 89">
                    <a:extLst>
                      <a:ext uri="{FF2B5EF4-FFF2-40B4-BE49-F238E27FC236}">
                        <a16:creationId xmlns:a16="http://schemas.microsoft.com/office/drawing/2014/main" id="{43BEE942-40CA-C003-BC36-D0F23541CE6F}"/>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7"/>
                    <a:stretch>
                      <a:fillRect/>
                    </a:stretch>
                  </a:blipFill>
                </p:spPr>
                <p:txBody>
                  <a:bodyPr/>
                  <a:lstStyle/>
                  <a:p>
                    <a:r>
                      <a:rPr lang="en-GB">
                        <a:noFill/>
                      </a:rPr>
                      <a:t> </a:t>
                    </a:r>
                  </a:p>
                </p:txBody>
              </p:sp>
            </mc:Fallback>
          </mc:AlternateContent>
        </p:grpSp>
        <p:grpSp>
          <p:nvGrpSpPr>
            <p:cNvPr id="86" name="Group 85">
              <a:extLst>
                <a:ext uri="{FF2B5EF4-FFF2-40B4-BE49-F238E27FC236}">
                  <a16:creationId xmlns:a16="http://schemas.microsoft.com/office/drawing/2014/main" id="{0F288D7C-5030-1BAB-A02E-A2CF5495D434}"/>
                </a:ext>
              </a:extLst>
            </p:cNvPr>
            <p:cNvGrpSpPr/>
            <p:nvPr/>
          </p:nvGrpSpPr>
          <p:grpSpPr>
            <a:xfrm>
              <a:off x="6456004" y="3609002"/>
              <a:ext cx="720008" cy="584775"/>
              <a:chOff x="3125967" y="2528990"/>
              <a:chExt cx="720008" cy="584775"/>
            </a:xfrm>
          </p:grpSpPr>
          <p:sp>
            <p:nvSpPr>
              <p:cNvPr id="87" name="Oval 86">
                <a:extLst>
                  <a:ext uri="{FF2B5EF4-FFF2-40B4-BE49-F238E27FC236}">
                    <a16:creationId xmlns:a16="http://schemas.microsoft.com/office/drawing/2014/main" id="{1F8A7C50-1012-F241-ED99-8B4A5BD14CD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264AF82-9706-EE9E-6A68-05398FCC8B2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2A1A6B1-49A6-DD88-6DC9-86C2242E164F}"/>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95" name="TextBox 94">
                <a:extLst>
                  <a:ext uri="{FF2B5EF4-FFF2-40B4-BE49-F238E27FC236}">
                    <a16:creationId xmlns:a16="http://schemas.microsoft.com/office/drawing/2014/main" id="{32A1A6B1-49A6-DD88-6DC9-86C2242E164F}"/>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8"/>
                <a:stretch>
                  <a:fillRect/>
                </a:stretch>
              </a:blipFill>
            </p:spPr>
            <p:txBody>
              <a:bodyPr/>
              <a:lstStyle/>
              <a:p>
                <a:r>
                  <a:rPr lang="en-GB">
                    <a:noFill/>
                  </a:rPr>
                  <a:t> </a:t>
                </a:r>
              </a:p>
            </p:txBody>
          </p:sp>
        </mc:Fallback>
      </mc:AlternateContent>
      <p:cxnSp>
        <p:nvCxnSpPr>
          <p:cNvPr id="97" name="Straight Connector 96">
            <a:extLst>
              <a:ext uri="{FF2B5EF4-FFF2-40B4-BE49-F238E27FC236}">
                <a16:creationId xmlns:a16="http://schemas.microsoft.com/office/drawing/2014/main" id="{1661756B-CA63-3035-555F-C452D377DB0D}"/>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5035F818-4CB5-C396-D9F0-0EE9C3352C29}"/>
              </a:ext>
            </a:extLst>
          </p:cNvPr>
          <p:cNvCxnSpPr>
            <a:cxnSpLocks/>
          </p:cNvCxnSpPr>
          <p:nvPr/>
        </p:nvCxnSpPr>
        <p:spPr>
          <a:xfrm flipH="1">
            <a:off x="8976032" y="3293767"/>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99" name="Group 98">
            <a:extLst>
              <a:ext uri="{FF2B5EF4-FFF2-40B4-BE49-F238E27FC236}">
                <a16:creationId xmlns:a16="http://schemas.microsoft.com/office/drawing/2014/main" id="{741E92E2-C46C-823C-D98E-3D543FA74F12}"/>
              </a:ext>
            </a:extLst>
          </p:cNvPr>
          <p:cNvGrpSpPr/>
          <p:nvPr/>
        </p:nvGrpSpPr>
        <p:grpSpPr>
          <a:xfrm>
            <a:off x="8616028" y="2078985"/>
            <a:ext cx="720008" cy="584775"/>
            <a:chOff x="3125967" y="2528990"/>
            <a:chExt cx="720008" cy="584775"/>
          </a:xfrm>
        </p:grpSpPr>
        <p:sp>
          <p:nvSpPr>
            <p:cNvPr id="109" name="Oval 108">
              <a:extLst>
                <a:ext uri="{FF2B5EF4-FFF2-40B4-BE49-F238E27FC236}">
                  <a16:creationId xmlns:a16="http://schemas.microsoft.com/office/drawing/2014/main" id="{69F9B4E4-2442-4A6A-FE49-040F0A8FDA7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28003C82-79BF-1212-C22A-C70753D7B1D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100" name="Group 99">
            <a:extLst>
              <a:ext uri="{FF2B5EF4-FFF2-40B4-BE49-F238E27FC236}">
                <a16:creationId xmlns:a16="http://schemas.microsoft.com/office/drawing/2014/main" id="{A4A53DA7-F8A8-A6AB-3338-633D56870CB1}"/>
              </a:ext>
            </a:extLst>
          </p:cNvPr>
          <p:cNvGrpSpPr/>
          <p:nvPr/>
        </p:nvGrpSpPr>
        <p:grpSpPr>
          <a:xfrm>
            <a:off x="8616028" y="3474232"/>
            <a:ext cx="720008" cy="584775"/>
            <a:chOff x="3125967" y="2528990"/>
            <a:chExt cx="720008" cy="584775"/>
          </a:xfrm>
        </p:grpSpPr>
        <p:sp>
          <p:nvSpPr>
            <p:cNvPr id="107" name="Oval 106">
              <a:extLst>
                <a:ext uri="{FF2B5EF4-FFF2-40B4-BE49-F238E27FC236}">
                  <a16:creationId xmlns:a16="http://schemas.microsoft.com/office/drawing/2014/main" id="{94076058-AC7E-4650-D259-6B98660A6FE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65D2B75B-3600-9B98-CCD5-6AD402AF719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101" name="Group 100">
            <a:extLst>
              <a:ext uri="{FF2B5EF4-FFF2-40B4-BE49-F238E27FC236}">
                <a16:creationId xmlns:a16="http://schemas.microsoft.com/office/drawing/2014/main" id="{7681C4A6-4EDC-A99C-101B-653DF97F8C57}"/>
              </a:ext>
            </a:extLst>
          </p:cNvPr>
          <p:cNvGrpSpPr/>
          <p:nvPr/>
        </p:nvGrpSpPr>
        <p:grpSpPr>
          <a:xfrm>
            <a:off x="10056044" y="1718981"/>
            <a:ext cx="720008" cy="584775"/>
            <a:chOff x="3125967" y="2528990"/>
            <a:chExt cx="720008" cy="584775"/>
          </a:xfrm>
        </p:grpSpPr>
        <p:sp>
          <p:nvSpPr>
            <p:cNvPr id="105" name="Oval 104">
              <a:extLst>
                <a:ext uri="{FF2B5EF4-FFF2-40B4-BE49-F238E27FC236}">
                  <a16:creationId xmlns:a16="http://schemas.microsoft.com/office/drawing/2014/main" id="{42013036-C3D6-9341-072A-FF2496634C7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0D4384D-C976-1C50-6CD5-37951843D97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06" name="TextBox 105">
                  <a:extLst>
                    <a:ext uri="{FF2B5EF4-FFF2-40B4-BE49-F238E27FC236}">
                      <a16:creationId xmlns:a16="http://schemas.microsoft.com/office/drawing/2014/main" id="{90D4384D-C976-1C50-6CD5-37951843D97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102" name="Group 101">
            <a:extLst>
              <a:ext uri="{FF2B5EF4-FFF2-40B4-BE49-F238E27FC236}">
                <a16:creationId xmlns:a16="http://schemas.microsoft.com/office/drawing/2014/main" id="{84813018-030B-B046-7094-BE0237EBE8C0}"/>
              </a:ext>
            </a:extLst>
          </p:cNvPr>
          <p:cNvGrpSpPr/>
          <p:nvPr/>
        </p:nvGrpSpPr>
        <p:grpSpPr>
          <a:xfrm>
            <a:off x="10056044" y="3068996"/>
            <a:ext cx="720008" cy="584775"/>
            <a:chOff x="3125967" y="2528990"/>
            <a:chExt cx="720008" cy="584775"/>
          </a:xfrm>
        </p:grpSpPr>
        <p:sp>
          <p:nvSpPr>
            <p:cNvPr id="103" name="Oval 102">
              <a:extLst>
                <a:ext uri="{FF2B5EF4-FFF2-40B4-BE49-F238E27FC236}">
                  <a16:creationId xmlns:a16="http://schemas.microsoft.com/office/drawing/2014/main" id="{79DBB717-1481-7649-A497-C3181B20112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9676A919-EC99-E744-9EFE-EDDDFE24AFD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cxnSp>
        <p:nvCxnSpPr>
          <p:cNvPr id="112" name="Straight Connector 111">
            <a:extLst>
              <a:ext uri="{FF2B5EF4-FFF2-40B4-BE49-F238E27FC236}">
                <a16:creationId xmlns:a16="http://schemas.microsoft.com/office/drawing/2014/main" id="{901D6A0D-4F5F-25C3-82AA-FE5948D2B2D0}"/>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40F546E8-BA5B-2EAD-05B4-04964A6DBA7B}"/>
              </a:ext>
            </a:extLst>
          </p:cNvPr>
          <p:cNvCxnSpPr>
            <a:cxnSpLocks/>
          </p:cNvCxnSpPr>
          <p:nvPr/>
        </p:nvCxnSpPr>
        <p:spPr>
          <a:xfrm flipH="1">
            <a:off x="8976032" y="3473769"/>
            <a:ext cx="1440016" cy="405236"/>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114" name="Group 113">
            <a:extLst>
              <a:ext uri="{FF2B5EF4-FFF2-40B4-BE49-F238E27FC236}">
                <a16:creationId xmlns:a16="http://schemas.microsoft.com/office/drawing/2014/main" id="{4350C93E-E2A3-1C4C-BB23-0E7704E97A6F}"/>
              </a:ext>
            </a:extLst>
          </p:cNvPr>
          <p:cNvGrpSpPr/>
          <p:nvPr/>
        </p:nvGrpSpPr>
        <p:grpSpPr>
          <a:xfrm>
            <a:off x="8616028" y="2078985"/>
            <a:ext cx="720008" cy="584775"/>
            <a:chOff x="3125967" y="2528990"/>
            <a:chExt cx="720008" cy="584775"/>
          </a:xfrm>
        </p:grpSpPr>
        <p:sp>
          <p:nvSpPr>
            <p:cNvPr id="124" name="Oval 123">
              <a:extLst>
                <a:ext uri="{FF2B5EF4-FFF2-40B4-BE49-F238E27FC236}">
                  <a16:creationId xmlns:a16="http://schemas.microsoft.com/office/drawing/2014/main" id="{99989909-4261-3F43-8C2D-DDADB1A6EF5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B3195489-357D-5C26-33C4-661F9023914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115" name="Group 114">
            <a:extLst>
              <a:ext uri="{FF2B5EF4-FFF2-40B4-BE49-F238E27FC236}">
                <a16:creationId xmlns:a16="http://schemas.microsoft.com/office/drawing/2014/main" id="{F733CAAB-1810-9725-AEF1-5B33DB3F5D6C}"/>
              </a:ext>
            </a:extLst>
          </p:cNvPr>
          <p:cNvGrpSpPr/>
          <p:nvPr/>
        </p:nvGrpSpPr>
        <p:grpSpPr>
          <a:xfrm>
            <a:off x="8616028" y="3474232"/>
            <a:ext cx="720008" cy="584775"/>
            <a:chOff x="3125967" y="2528990"/>
            <a:chExt cx="720008" cy="584775"/>
          </a:xfrm>
        </p:grpSpPr>
        <p:sp>
          <p:nvSpPr>
            <p:cNvPr id="122" name="Oval 121">
              <a:extLst>
                <a:ext uri="{FF2B5EF4-FFF2-40B4-BE49-F238E27FC236}">
                  <a16:creationId xmlns:a16="http://schemas.microsoft.com/office/drawing/2014/main" id="{742EB33B-CFC4-6E59-71EF-FCE113ECFD9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2A7D887-19F8-F91D-44E9-FB30E83B86C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116" name="Group 115">
            <a:extLst>
              <a:ext uri="{FF2B5EF4-FFF2-40B4-BE49-F238E27FC236}">
                <a16:creationId xmlns:a16="http://schemas.microsoft.com/office/drawing/2014/main" id="{339081FC-63B8-C6C3-999A-C66EA6CF32AB}"/>
              </a:ext>
            </a:extLst>
          </p:cNvPr>
          <p:cNvGrpSpPr/>
          <p:nvPr/>
        </p:nvGrpSpPr>
        <p:grpSpPr>
          <a:xfrm>
            <a:off x="10056044" y="1718981"/>
            <a:ext cx="720008" cy="584775"/>
            <a:chOff x="3125967" y="2528990"/>
            <a:chExt cx="720008" cy="584775"/>
          </a:xfrm>
        </p:grpSpPr>
        <p:sp>
          <p:nvSpPr>
            <p:cNvPr id="120" name="Oval 119">
              <a:extLst>
                <a:ext uri="{FF2B5EF4-FFF2-40B4-BE49-F238E27FC236}">
                  <a16:creationId xmlns:a16="http://schemas.microsoft.com/office/drawing/2014/main" id="{87ABC95A-D584-5A06-CDF3-4202D411540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0D8F0358-7FD1-88D0-77FA-4CC1626B702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1" name="TextBox 120">
                  <a:extLst>
                    <a:ext uri="{FF2B5EF4-FFF2-40B4-BE49-F238E27FC236}">
                      <a16:creationId xmlns:a16="http://schemas.microsoft.com/office/drawing/2014/main" id="{0D8F0358-7FD1-88D0-77FA-4CC1626B702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117" name="Group 116">
            <a:extLst>
              <a:ext uri="{FF2B5EF4-FFF2-40B4-BE49-F238E27FC236}">
                <a16:creationId xmlns:a16="http://schemas.microsoft.com/office/drawing/2014/main" id="{B25A000D-1665-04CA-7E45-20949FB713F8}"/>
              </a:ext>
            </a:extLst>
          </p:cNvPr>
          <p:cNvGrpSpPr/>
          <p:nvPr/>
        </p:nvGrpSpPr>
        <p:grpSpPr>
          <a:xfrm>
            <a:off x="10056044" y="3068996"/>
            <a:ext cx="720008" cy="584775"/>
            <a:chOff x="3125967" y="2528990"/>
            <a:chExt cx="720008" cy="584775"/>
          </a:xfrm>
        </p:grpSpPr>
        <p:sp>
          <p:nvSpPr>
            <p:cNvPr id="118" name="Oval 117">
              <a:extLst>
                <a:ext uri="{FF2B5EF4-FFF2-40B4-BE49-F238E27FC236}">
                  <a16:creationId xmlns:a16="http://schemas.microsoft.com/office/drawing/2014/main" id="{F9C99391-6908-0A5E-92F6-9EFA54361D8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8EBB8647-01D6-CAE8-2BF7-3E04EF4345D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8016537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57FC-B9B2-54F1-675D-CE8EA5CB849B}"/>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3F23797-E15D-5774-E5BA-D16E50C195C4}"/>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F3231D67-F6A3-9228-9741-2DC66EEC64BF}"/>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E6A9A7F7-3FF5-BCF4-8A80-375A96DE77C5}"/>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3621BA06-309C-F840-CFBB-381247BE464B}"/>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1B6E1492-A192-AE20-F8B6-E80ACCA0BB9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86DA601-DC84-E64C-C746-D7EA97A361F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46409213-BA1C-7C62-DEA0-4B3C407D5B7F}"/>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BC14C2FE-4CB9-A2D9-A4FE-104B33F5891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854A723-AE93-AD63-BF83-0A1A708FE46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393E3894-F432-0D6D-5549-870083A05651}"/>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CC5F7587-C0CF-B098-E1D2-49CCFBFE5DE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320AA72-840C-FE1C-C274-C20542A9FFE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C320AA72-840C-FE1C-C274-C20542A9FFE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D3ADA845-B957-B42B-5AAA-A51B531CF533}"/>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E8D5B0C8-E5F7-0AC8-B032-4C615AC21C9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FC8740-74D5-5EAD-A734-0B711F97B50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D6655E78-9AF4-7460-0F2E-90CB0D046448}"/>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E5FF1970-69F9-F28E-281E-D567662A841B}"/>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2B037B8-D2B8-80C8-8830-4BA05F311CFE}"/>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ADCB5160-2425-FFA5-FA58-ADC8622BA7E1}"/>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97FFC418-E9FA-33B8-B868-EAF646ECFC1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16F166E-6F02-C929-BB0E-F733D87E4BF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1C56EB6B-B437-49EB-66B8-88939CD8FA03}"/>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E73EF4A1-7B4B-EF5D-9FE4-87F7E7FD8CD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761B5AF-9668-F4DE-0DF5-6401EDE5D2D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4F6E62B0-E5F4-508D-AC20-6FA85705759E}"/>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F12FF3F1-D9D0-FA7B-7372-E1741CF80E8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F01185E-1494-B123-4280-EF71F4BD7B9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8F01185E-1494-B123-4280-EF71F4BD7B9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644BF021-5583-0EED-4615-42060FFB059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A808313E-DC8B-CBC9-305D-224C19D5EA5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78E8B85-5A7F-FB90-A731-A60B8AB7928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6A6B590-9221-2384-F70F-5D997E1BFB18}"/>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46A6B590-9221-2384-F70F-5D997E1BFB18}"/>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4F4F3C8-2A01-7304-B873-53F1AD06E1C7}"/>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D4F4F3C8-2A01-7304-B873-53F1AD06E1C7}"/>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45" name="Straight Connector 44">
            <a:extLst>
              <a:ext uri="{FF2B5EF4-FFF2-40B4-BE49-F238E27FC236}">
                <a16:creationId xmlns:a16="http://schemas.microsoft.com/office/drawing/2014/main" id="{4814E835-4013-9DDE-9DE9-826A3074B99A}"/>
              </a:ext>
            </a:extLst>
          </p:cNvPr>
          <p:cNvCxnSpPr>
            <a:cxnSpLocks/>
          </p:cNvCxnSpPr>
          <p:nvPr/>
        </p:nvCxnSpPr>
        <p:spPr>
          <a:xfrm flipH="1">
            <a:off x="177595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AD7C24-8702-2BF7-9376-E55604A0A88D}"/>
              </a:ext>
            </a:extLst>
          </p:cNvPr>
          <p:cNvCxnSpPr>
            <a:cxnSpLocks/>
          </p:cNvCxnSpPr>
          <p:nvPr/>
        </p:nvCxnSpPr>
        <p:spPr>
          <a:xfrm flipH="1">
            <a:off x="177595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A874190D-F72A-0061-FF92-B77FF6CA722F}"/>
              </a:ext>
            </a:extLst>
          </p:cNvPr>
          <p:cNvGrpSpPr/>
          <p:nvPr/>
        </p:nvGrpSpPr>
        <p:grpSpPr>
          <a:xfrm>
            <a:off x="1415948" y="2078985"/>
            <a:ext cx="720008" cy="584775"/>
            <a:chOff x="3125967" y="2528990"/>
            <a:chExt cx="720008" cy="584775"/>
          </a:xfrm>
        </p:grpSpPr>
        <p:sp>
          <p:nvSpPr>
            <p:cNvPr id="57" name="Oval 56">
              <a:extLst>
                <a:ext uri="{FF2B5EF4-FFF2-40B4-BE49-F238E27FC236}">
                  <a16:creationId xmlns:a16="http://schemas.microsoft.com/office/drawing/2014/main" id="{7991B0D2-4094-B627-FDAA-FFE9A18B7D2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9FC0660-FE59-242C-1847-F085174235F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48" name="Group 47">
            <a:extLst>
              <a:ext uri="{FF2B5EF4-FFF2-40B4-BE49-F238E27FC236}">
                <a16:creationId xmlns:a16="http://schemas.microsoft.com/office/drawing/2014/main" id="{F3651762-221E-AA1E-1859-7823F493D4C7}"/>
              </a:ext>
            </a:extLst>
          </p:cNvPr>
          <p:cNvGrpSpPr/>
          <p:nvPr/>
        </p:nvGrpSpPr>
        <p:grpSpPr>
          <a:xfrm>
            <a:off x="1415948" y="3474232"/>
            <a:ext cx="720008" cy="584775"/>
            <a:chOff x="3125967" y="2528990"/>
            <a:chExt cx="720008" cy="584775"/>
          </a:xfrm>
        </p:grpSpPr>
        <p:sp>
          <p:nvSpPr>
            <p:cNvPr id="55" name="Oval 54">
              <a:extLst>
                <a:ext uri="{FF2B5EF4-FFF2-40B4-BE49-F238E27FC236}">
                  <a16:creationId xmlns:a16="http://schemas.microsoft.com/office/drawing/2014/main" id="{81835FFA-D474-2F40-91A8-3846AFE0451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789B3B5-8536-2E50-9207-EAE59F3F69C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9" name="Group 48">
            <a:extLst>
              <a:ext uri="{FF2B5EF4-FFF2-40B4-BE49-F238E27FC236}">
                <a16:creationId xmlns:a16="http://schemas.microsoft.com/office/drawing/2014/main" id="{C75B1478-B478-EA9D-B90C-93A826A7FAAC}"/>
              </a:ext>
            </a:extLst>
          </p:cNvPr>
          <p:cNvGrpSpPr/>
          <p:nvPr/>
        </p:nvGrpSpPr>
        <p:grpSpPr>
          <a:xfrm>
            <a:off x="2855964" y="1718981"/>
            <a:ext cx="720008" cy="584775"/>
            <a:chOff x="3125967" y="2528990"/>
            <a:chExt cx="720008" cy="584775"/>
          </a:xfrm>
        </p:grpSpPr>
        <p:sp>
          <p:nvSpPr>
            <p:cNvPr id="53" name="Oval 52">
              <a:extLst>
                <a:ext uri="{FF2B5EF4-FFF2-40B4-BE49-F238E27FC236}">
                  <a16:creationId xmlns:a16="http://schemas.microsoft.com/office/drawing/2014/main" id="{ED3CCEFE-2A0B-12EF-7886-2654A7C0F01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631BAEE-0E2E-96AA-0F77-5947B85EE6F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4" name="TextBox 53">
                  <a:extLst>
                    <a:ext uri="{FF2B5EF4-FFF2-40B4-BE49-F238E27FC236}">
                      <a16:creationId xmlns:a16="http://schemas.microsoft.com/office/drawing/2014/main" id="{A631BAEE-0E2E-96AA-0F77-5947B85EE6F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50" name="Group 49">
            <a:extLst>
              <a:ext uri="{FF2B5EF4-FFF2-40B4-BE49-F238E27FC236}">
                <a16:creationId xmlns:a16="http://schemas.microsoft.com/office/drawing/2014/main" id="{A7DF70C9-343F-47C8-3688-6BC3243B75B7}"/>
              </a:ext>
            </a:extLst>
          </p:cNvPr>
          <p:cNvGrpSpPr/>
          <p:nvPr/>
        </p:nvGrpSpPr>
        <p:grpSpPr>
          <a:xfrm>
            <a:off x="2855964" y="3068996"/>
            <a:ext cx="720008" cy="584775"/>
            <a:chOff x="3125967" y="2528990"/>
            <a:chExt cx="720008" cy="584775"/>
          </a:xfrm>
        </p:grpSpPr>
        <p:sp>
          <p:nvSpPr>
            <p:cNvPr id="51" name="Oval 50">
              <a:extLst>
                <a:ext uri="{FF2B5EF4-FFF2-40B4-BE49-F238E27FC236}">
                  <a16:creationId xmlns:a16="http://schemas.microsoft.com/office/drawing/2014/main" id="{75434BD3-4100-B136-650D-8D9AE628731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5FFED1D-912F-D7EC-CE38-3C236B9E736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60" name="Straight Connector 59">
            <a:extLst>
              <a:ext uri="{FF2B5EF4-FFF2-40B4-BE49-F238E27FC236}">
                <a16:creationId xmlns:a16="http://schemas.microsoft.com/office/drawing/2014/main" id="{03ADE056-0664-9BD4-BEC0-639F1B66E57B}"/>
              </a:ext>
            </a:extLst>
          </p:cNvPr>
          <p:cNvCxnSpPr>
            <a:cxnSpLocks/>
          </p:cNvCxnSpPr>
          <p:nvPr/>
        </p:nvCxnSpPr>
        <p:spPr>
          <a:xfrm flipV="1">
            <a:off x="537599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F40957A1-D992-93C9-D6A6-95FC4109427D}"/>
              </a:ext>
            </a:extLst>
          </p:cNvPr>
          <p:cNvCxnSpPr>
            <a:cxnSpLocks/>
          </p:cNvCxnSpPr>
          <p:nvPr/>
        </p:nvCxnSpPr>
        <p:spPr>
          <a:xfrm flipV="1">
            <a:off x="681600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3AEFAA47-7093-AB63-D0C1-C368988932AA}"/>
              </a:ext>
            </a:extLst>
          </p:cNvPr>
          <p:cNvGrpSpPr/>
          <p:nvPr/>
        </p:nvGrpSpPr>
        <p:grpSpPr>
          <a:xfrm>
            <a:off x="5015988" y="2078985"/>
            <a:ext cx="720008" cy="584775"/>
            <a:chOff x="3125967" y="2528990"/>
            <a:chExt cx="720008" cy="584775"/>
          </a:xfrm>
        </p:grpSpPr>
        <p:sp>
          <p:nvSpPr>
            <p:cNvPr id="72" name="Oval 71">
              <a:extLst>
                <a:ext uri="{FF2B5EF4-FFF2-40B4-BE49-F238E27FC236}">
                  <a16:creationId xmlns:a16="http://schemas.microsoft.com/office/drawing/2014/main" id="{AFA2986F-56FB-8C23-F48C-888CCB2D319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835629A-0BD0-7307-7FCD-FE45EB10CA5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3" name="Group 62">
            <a:extLst>
              <a:ext uri="{FF2B5EF4-FFF2-40B4-BE49-F238E27FC236}">
                <a16:creationId xmlns:a16="http://schemas.microsoft.com/office/drawing/2014/main" id="{E2285289-574C-8994-5F2A-FB7CBC03FB91}"/>
              </a:ext>
            </a:extLst>
          </p:cNvPr>
          <p:cNvGrpSpPr/>
          <p:nvPr/>
        </p:nvGrpSpPr>
        <p:grpSpPr>
          <a:xfrm>
            <a:off x="5015988" y="3474232"/>
            <a:ext cx="720008" cy="584775"/>
            <a:chOff x="3125967" y="2528990"/>
            <a:chExt cx="720008" cy="584775"/>
          </a:xfrm>
        </p:grpSpPr>
        <p:sp>
          <p:nvSpPr>
            <p:cNvPr id="70" name="Oval 69">
              <a:extLst>
                <a:ext uri="{FF2B5EF4-FFF2-40B4-BE49-F238E27FC236}">
                  <a16:creationId xmlns:a16="http://schemas.microsoft.com/office/drawing/2014/main" id="{C6BB228A-7850-40C8-797D-C192235391B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7326304-8903-576E-725C-D5A971CAB1A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64" name="Group 63">
            <a:extLst>
              <a:ext uri="{FF2B5EF4-FFF2-40B4-BE49-F238E27FC236}">
                <a16:creationId xmlns:a16="http://schemas.microsoft.com/office/drawing/2014/main" id="{57956C43-D5D8-04F1-0442-D7FBB6B7D1BE}"/>
              </a:ext>
            </a:extLst>
          </p:cNvPr>
          <p:cNvGrpSpPr/>
          <p:nvPr/>
        </p:nvGrpSpPr>
        <p:grpSpPr>
          <a:xfrm>
            <a:off x="6456004" y="1718981"/>
            <a:ext cx="720008" cy="584775"/>
            <a:chOff x="3125967" y="2528990"/>
            <a:chExt cx="720008" cy="584775"/>
          </a:xfrm>
        </p:grpSpPr>
        <p:sp>
          <p:nvSpPr>
            <p:cNvPr id="68" name="Oval 67">
              <a:extLst>
                <a:ext uri="{FF2B5EF4-FFF2-40B4-BE49-F238E27FC236}">
                  <a16:creationId xmlns:a16="http://schemas.microsoft.com/office/drawing/2014/main" id="{48C95302-A5D5-1037-83FC-58CFA3198D2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FFE8E8C-3416-AE10-11EE-A42EFF3C3BC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9" name="TextBox 68">
                  <a:extLst>
                    <a:ext uri="{FF2B5EF4-FFF2-40B4-BE49-F238E27FC236}">
                      <a16:creationId xmlns:a16="http://schemas.microsoft.com/office/drawing/2014/main" id="{AFFE8E8C-3416-AE10-11EE-A42EFF3C3BC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65" name="Group 64">
            <a:extLst>
              <a:ext uri="{FF2B5EF4-FFF2-40B4-BE49-F238E27FC236}">
                <a16:creationId xmlns:a16="http://schemas.microsoft.com/office/drawing/2014/main" id="{D354B43E-38FB-2AA5-9527-CC1D20EF182D}"/>
              </a:ext>
            </a:extLst>
          </p:cNvPr>
          <p:cNvGrpSpPr/>
          <p:nvPr/>
        </p:nvGrpSpPr>
        <p:grpSpPr>
          <a:xfrm>
            <a:off x="6456004" y="3068996"/>
            <a:ext cx="720008" cy="584775"/>
            <a:chOff x="3125967" y="2528990"/>
            <a:chExt cx="720008" cy="584775"/>
          </a:xfrm>
        </p:grpSpPr>
        <p:sp>
          <p:nvSpPr>
            <p:cNvPr id="66" name="Oval 65">
              <a:extLst>
                <a:ext uri="{FF2B5EF4-FFF2-40B4-BE49-F238E27FC236}">
                  <a16:creationId xmlns:a16="http://schemas.microsoft.com/office/drawing/2014/main" id="{A0DCC06F-DCAF-3291-34A1-8035A966413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4717B87-4401-5CD1-4279-E560AE3B79A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396669471"/>
      </p:ext>
    </p:extLst>
  </p:cSld>
  <p:clrMapOvr>
    <a:masterClrMapping/>
  </p:clrMapOvr>
  <p:transition spd="slow">
    <p:push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14DC-D295-DBB0-30D6-9F9D49CB0905}"/>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C05752D9-1759-3744-AE0B-6EE4E20B9006}"/>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7CE7A081-444C-ED3F-E735-6702802521E6}"/>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8889B1C-5A60-7EE4-A6C6-B69136EB1271}"/>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B10FC9AC-503E-F0BA-55FE-3EADDC50EF9E}"/>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140BFF6B-B671-A769-0BF7-C2FB371309B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08A62A0-5EB7-E0B5-BE1D-6E71BEAB20A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1FDBC65A-0022-852C-D746-FFB7A9F863C8}"/>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86677124-98B0-F939-728E-4F1CAAFC445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2A8522F-6725-E89D-F9C0-4A4F5EDB1DE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BCA5207E-59A6-5E89-F3C9-07D3AF00B6A5}"/>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AE802C14-E992-81A5-5392-5297E511ECE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C57CDF-918C-39AE-5CB1-7A9F7CE7980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CAC57CDF-918C-39AE-5CB1-7A9F7CE7980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60978027-F3B9-3090-E37F-78AEE6C4FBAF}"/>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F58ECBA8-FB65-171F-B8F2-A533C9C54DA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200A7DC-3F50-4461-FCD4-71C3FBC67AB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E3579149-CED8-56A7-8007-862ADA701DAC}"/>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B519DA2C-3F41-7990-B877-732F11C820E9}"/>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C9F40E3-6055-AB57-30BA-68372D208547}"/>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3E54861E-4294-3442-DCA1-55ABE802C352}"/>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EEAF1603-B4B3-6AEC-077E-108BD5CDD72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7544CC-5344-A8E0-4C1A-9A245E4CDEA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329B2A7B-2B36-294B-08D0-7CC594BF3B44}"/>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834B7CB7-E0E6-849A-9449-968B1CF4FEF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8342A8B-3ACA-4792-F7E4-546AA27F8BC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3ED881B5-A403-BED0-069E-E6288E45C34C}"/>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DCC79B66-177A-65E5-A7FC-FDFC7B04D00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E540928-5E46-23B7-F0A8-8378CABDE1A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5E540928-5E46-23B7-F0A8-8378CABDE1A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23742591-992C-8445-0863-C8DECE59EBE8}"/>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38C2E367-5856-C061-BBAE-07B3E986B85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A1691B0-6AB6-9B46-7296-4E1FE566EB6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CBD72B8-F501-7F36-C61C-4D3B8CB7C312}"/>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5CBD72B8-F501-7F36-C61C-4D3B8CB7C312}"/>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4181ED0-3B2B-94B7-E882-AE61BACA92A3}"/>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D4181ED0-3B2B-94B7-E882-AE61BACA92A3}"/>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CE9135C7-42BE-1276-5B3E-7643D88DE57D}"/>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61F8C96-97B5-5955-7034-17754B64183F}"/>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91C0F29C-C5CC-8556-A2E7-BB541CE110A0}"/>
              </a:ext>
            </a:extLst>
          </p:cNvPr>
          <p:cNvGrpSpPr/>
          <p:nvPr/>
        </p:nvGrpSpPr>
        <p:grpSpPr>
          <a:xfrm>
            <a:off x="8616028" y="2078985"/>
            <a:ext cx="720008" cy="584775"/>
            <a:chOff x="3125967" y="2528990"/>
            <a:chExt cx="720008" cy="584775"/>
          </a:xfrm>
        </p:grpSpPr>
        <p:sp>
          <p:nvSpPr>
            <p:cNvPr id="19" name="Oval 18">
              <a:extLst>
                <a:ext uri="{FF2B5EF4-FFF2-40B4-BE49-F238E27FC236}">
                  <a16:creationId xmlns:a16="http://schemas.microsoft.com/office/drawing/2014/main" id="{760A366A-691F-B20B-8BD0-EE90D062DE5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653FE1-1D08-A059-F010-9B14BD2E3A7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72FE5FCE-7895-8CAA-092A-B326E78FD351}"/>
              </a:ext>
            </a:extLst>
          </p:cNvPr>
          <p:cNvGrpSpPr/>
          <p:nvPr/>
        </p:nvGrpSpPr>
        <p:grpSpPr>
          <a:xfrm>
            <a:off x="8616028" y="3474232"/>
            <a:ext cx="720008" cy="584775"/>
            <a:chOff x="3125967" y="2528990"/>
            <a:chExt cx="720008" cy="584775"/>
          </a:xfrm>
        </p:grpSpPr>
        <p:sp>
          <p:nvSpPr>
            <p:cNvPr id="39" name="Oval 38">
              <a:extLst>
                <a:ext uri="{FF2B5EF4-FFF2-40B4-BE49-F238E27FC236}">
                  <a16:creationId xmlns:a16="http://schemas.microsoft.com/office/drawing/2014/main" id="{3283D3B6-0776-3DCD-AB7B-6135D479F9B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8B9CE74-A2CA-9354-6B93-929089215CE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B235FE97-73EC-7276-EF7B-8735AF0EDB62}"/>
              </a:ext>
            </a:extLst>
          </p:cNvPr>
          <p:cNvGrpSpPr/>
          <p:nvPr/>
        </p:nvGrpSpPr>
        <p:grpSpPr>
          <a:xfrm>
            <a:off x="10056044" y="1718981"/>
            <a:ext cx="720008" cy="584775"/>
            <a:chOff x="3125967" y="2528990"/>
            <a:chExt cx="720008" cy="584775"/>
          </a:xfrm>
        </p:grpSpPr>
        <p:sp>
          <p:nvSpPr>
            <p:cNvPr id="44" name="Oval 43">
              <a:extLst>
                <a:ext uri="{FF2B5EF4-FFF2-40B4-BE49-F238E27FC236}">
                  <a16:creationId xmlns:a16="http://schemas.microsoft.com/office/drawing/2014/main" id="{7A6B3855-32D9-958A-21A9-C113FB098B8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7C0CB79-FBDF-14A5-B67E-5156A4A7EB4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27C0CB79-FBDF-14A5-B67E-5156A4A7EB4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6E604148-8166-8081-68B5-962EF03F39FA}"/>
              </a:ext>
            </a:extLst>
          </p:cNvPr>
          <p:cNvGrpSpPr/>
          <p:nvPr/>
        </p:nvGrpSpPr>
        <p:grpSpPr>
          <a:xfrm>
            <a:off x="10056044" y="3068996"/>
            <a:ext cx="720008" cy="584775"/>
            <a:chOff x="3125967" y="2528990"/>
            <a:chExt cx="720008" cy="584775"/>
          </a:xfrm>
        </p:grpSpPr>
        <p:sp>
          <p:nvSpPr>
            <p:cNvPr id="75" name="Oval 74">
              <a:extLst>
                <a:ext uri="{FF2B5EF4-FFF2-40B4-BE49-F238E27FC236}">
                  <a16:creationId xmlns:a16="http://schemas.microsoft.com/office/drawing/2014/main" id="{453138AF-0DF0-1885-41E7-2CA2150A5ED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D4F4CEE-47EF-D8A3-0796-B143A70972A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4C1694B2-8ECF-B7DE-DC69-38A5A4642396}"/>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C61A68F-B7FE-D8A4-F0F8-0E056F4803B5}"/>
              </a:ext>
            </a:extLst>
          </p:cNvPr>
          <p:cNvCxnSpPr>
            <a:cxnSpLocks/>
          </p:cNvCxnSpPr>
          <p:nvPr/>
        </p:nvCxnSpPr>
        <p:spPr>
          <a:xfrm flipV="1">
            <a:off x="1041604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C9A316CD-E2A1-79C2-87A9-1B0D0A07D13D}"/>
              </a:ext>
            </a:extLst>
          </p:cNvPr>
          <p:cNvGrpSpPr/>
          <p:nvPr/>
        </p:nvGrpSpPr>
        <p:grpSpPr>
          <a:xfrm>
            <a:off x="8616028" y="2078985"/>
            <a:ext cx="720008" cy="584775"/>
            <a:chOff x="3125967" y="2528990"/>
            <a:chExt cx="720008" cy="584775"/>
          </a:xfrm>
        </p:grpSpPr>
        <p:sp>
          <p:nvSpPr>
            <p:cNvPr id="80" name="Oval 79">
              <a:extLst>
                <a:ext uri="{FF2B5EF4-FFF2-40B4-BE49-F238E27FC236}">
                  <a16:creationId xmlns:a16="http://schemas.microsoft.com/office/drawing/2014/main" id="{C2C593D7-EF3D-8DED-155D-25CCF9C30BD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F4034ED-ABA4-231F-8EE1-71858512EDA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FC379C62-82FE-40EB-C340-D0C21F571254}"/>
              </a:ext>
            </a:extLst>
          </p:cNvPr>
          <p:cNvGrpSpPr/>
          <p:nvPr/>
        </p:nvGrpSpPr>
        <p:grpSpPr>
          <a:xfrm>
            <a:off x="8616028" y="3474232"/>
            <a:ext cx="720008" cy="584775"/>
            <a:chOff x="3125967" y="2528990"/>
            <a:chExt cx="720008" cy="584775"/>
          </a:xfrm>
        </p:grpSpPr>
        <p:sp>
          <p:nvSpPr>
            <p:cNvPr id="83" name="Oval 82">
              <a:extLst>
                <a:ext uri="{FF2B5EF4-FFF2-40B4-BE49-F238E27FC236}">
                  <a16:creationId xmlns:a16="http://schemas.microsoft.com/office/drawing/2014/main" id="{8710D12E-8E01-D90A-04DA-EAF1C4C6091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57B98026-008E-D524-DA9B-92D68F7317B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B4EC901E-1E36-2DBD-F494-DF8FB0DC56DE}"/>
              </a:ext>
            </a:extLst>
          </p:cNvPr>
          <p:cNvGrpSpPr/>
          <p:nvPr/>
        </p:nvGrpSpPr>
        <p:grpSpPr>
          <a:xfrm>
            <a:off x="10056044" y="1718981"/>
            <a:ext cx="720008" cy="584775"/>
            <a:chOff x="3125967" y="2528990"/>
            <a:chExt cx="720008" cy="584775"/>
          </a:xfrm>
        </p:grpSpPr>
        <p:sp>
          <p:nvSpPr>
            <p:cNvPr id="86" name="Oval 85">
              <a:extLst>
                <a:ext uri="{FF2B5EF4-FFF2-40B4-BE49-F238E27FC236}">
                  <a16:creationId xmlns:a16="http://schemas.microsoft.com/office/drawing/2014/main" id="{C14FA5F1-E3EB-992D-9916-6A44693894A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CDAC90F-5059-E7E0-60AA-CAC8369DFDF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6CDAC90F-5059-E7E0-60AA-CAC8369DFDFB}"/>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CAB8AE5F-19C2-558D-5B05-ECF0CEF9F835}"/>
              </a:ext>
            </a:extLst>
          </p:cNvPr>
          <p:cNvGrpSpPr/>
          <p:nvPr/>
        </p:nvGrpSpPr>
        <p:grpSpPr>
          <a:xfrm>
            <a:off x="10056044" y="3068996"/>
            <a:ext cx="720008" cy="584775"/>
            <a:chOff x="3125967" y="2528990"/>
            <a:chExt cx="720008" cy="584775"/>
          </a:xfrm>
        </p:grpSpPr>
        <p:sp>
          <p:nvSpPr>
            <p:cNvPr id="89" name="Oval 88">
              <a:extLst>
                <a:ext uri="{FF2B5EF4-FFF2-40B4-BE49-F238E27FC236}">
                  <a16:creationId xmlns:a16="http://schemas.microsoft.com/office/drawing/2014/main" id="{18CA164E-DC95-91B9-1E01-AB30B93496F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3880F5F0-9879-C105-02E7-311FB19D450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086804A0-C7A0-F475-88DB-7B23AA2C744B}"/>
                  </a:ext>
                </a:extLst>
              </p:cNvPr>
              <p:cNvSpPr txBox="1"/>
              <p:nvPr/>
            </p:nvSpPr>
            <p:spPr>
              <a:xfrm>
                <a:off x="1505949" y="4779015"/>
                <a:ext cx="1980022" cy="894476"/>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𝑀</m:t>
                              </m:r>
                            </m:e>
                            <m:sub>
                              <m:r>
                                <a:rPr lang="en-GB" sz="4800" b="0" i="1" smtClean="0">
                                  <a:latin typeface="Cambria Math" panose="02040503050406030204" pitchFamily="18" charset="0"/>
                                </a:rPr>
                                <m:t>2</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3" name="TextBox 92">
                <a:extLst>
                  <a:ext uri="{FF2B5EF4-FFF2-40B4-BE49-F238E27FC236}">
                    <a16:creationId xmlns:a16="http://schemas.microsoft.com/office/drawing/2014/main" id="{086804A0-C7A0-F475-88DB-7B23AA2C744B}"/>
                  </a:ext>
                </a:extLst>
              </p:cNvPr>
              <p:cNvSpPr txBox="1">
                <a:spLocks noRot="1" noChangeAspect="1" noMove="1" noResize="1" noEditPoints="1" noAdjustHandles="1" noChangeArrowheads="1" noChangeShapeType="1" noTextEdit="1"/>
              </p:cNvSpPr>
              <p:nvPr/>
            </p:nvSpPr>
            <p:spPr>
              <a:xfrm>
                <a:off x="1505949" y="4779015"/>
                <a:ext cx="1980022" cy="89447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99272F6-7D8E-E7EA-12EF-5A974F6EFB26}"/>
                  </a:ext>
                </a:extLst>
              </p:cNvPr>
              <p:cNvSpPr txBox="1"/>
              <p:nvPr/>
            </p:nvSpPr>
            <p:spPr>
              <a:xfrm>
                <a:off x="5105989" y="4779015"/>
                <a:ext cx="1980022" cy="894476"/>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𝑀</m:t>
                              </m:r>
                            </m:e>
                            <m:sub>
                              <m:r>
                                <a:rPr lang="en-GB" sz="4800" b="0" i="1" smtClean="0">
                                  <a:latin typeface="Cambria Math" panose="02040503050406030204" pitchFamily="18" charset="0"/>
                                </a:rPr>
                                <m:t>2</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5" name="TextBox 94">
                <a:extLst>
                  <a:ext uri="{FF2B5EF4-FFF2-40B4-BE49-F238E27FC236}">
                    <a16:creationId xmlns:a16="http://schemas.microsoft.com/office/drawing/2014/main" id="{299272F6-7D8E-E7EA-12EF-5A974F6EFB26}"/>
                  </a:ext>
                </a:extLst>
              </p:cNvPr>
              <p:cNvSpPr txBox="1">
                <a:spLocks noRot="1" noChangeAspect="1" noMove="1" noResize="1" noEditPoints="1" noAdjustHandles="1" noChangeArrowheads="1" noChangeShapeType="1" noTextEdit="1"/>
              </p:cNvSpPr>
              <p:nvPr/>
            </p:nvSpPr>
            <p:spPr>
              <a:xfrm>
                <a:off x="5105989" y="4779015"/>
                <a:ext cx="1980022" cy="89447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DDC98E7-120B-9367-977E-16A94A247B9D}"/>
                  </a:ext>
                </a:extLst>
              </p:cNvPr>
              <p:cNvSpPr txBox="1"/>
              <p:nvPr/>
            </p:nvSpPr>
            <p:spPr>
              <a:xfrm>
                <a:off x="8706029"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0DDC98E7-120B-9367-977E-16A94A247B9D}"/>
                  </a:ext>
                </a:extLst>
              </p:cNvPr>
              <p:cNvSpPr txBox="1">
                <a:spLocks noRot="1" noChangeAspect="1" noMove="1" noResize="1" noEditPoints="1" noAdjustHandles="1" noChangeArrowheads="1" noChangeShapeType="1" noTextEdit="1"/>
              </p:cNvSpPr>
              <p:nvPr/>
            </p:nvSpPr>
            <p:spPr>
              <a:xfrm>
                <a:off x="8706029"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F5F23E0-4E46-EA9C-C4BB-35652AD4DB53}"/>
                  </a:ext>
                </a:extLst>
              </p:cNvPr>
              <p:cNvSpPr txBox="1"/>
              <p:nvPr/>
            </p:nvSpPr>
            <p:spPr>
              <a:xfrm>
                <a:off x="375597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3F5F23E0-4E46-EA9C-C4BB-35652AD4DB53}"/>
                  </a:ext>
                </a:extLst>
              </p:cNvPr>
              <p:cNvSpPr txBox="1">
                <a:spLocks noRot="1" noChangeAspect="1" noMove="1" noResize="1" noEditPoints="1" noAdjustHandles="1" noChangeArrowheads="1" noChangeShapeType="1" noTextEdit="1"/>
              </p:cNvSpPr>
              <p:nvPr/>
            </p:nvSpPr>
            <p:spPr>
              <a:xfrm>
                <a:off x="375597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03A1046-0A34-B9F7-84B8-B89B25BDA79A}"/>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101" name="TextBox 100">
                <a:extLst>
                  <a:ext uri="{FF2B5EF4-FFF2-40B4-BE49-F238E27FC236}">
                    <a16:creationId xmlns:a16="http://schemas.microsoft.com/office/drawing/2014/main" id="{703A1046-0A34-B9F7-84B8-B89B25BDA79A}"/>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44048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5" grpId="0"/>
      <p:bldP spid="97" grpId="0"/>
      <p:bldP spid="99" grpId="0"/>
      <p:bldP spid="10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0294E-EDCF-9992-38E9-DAA84A974D5B}"/>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4A5DECC-6BF3-E06B-9789-B12040F804A2}"/>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A8868986-3D89-E45D-4B25-8290DC2DC1DD}"/>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607BB06C-28BB-9961-6FF2-E6B118B83B9E}"/>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B6A9D262-8B38-33A5-13C3-F2ACAA83128F}"/>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7066BE86-B982-FB53-BDC0-D708759A495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FDA6A5F-79B2-1DBB-BEE4-700BC1889AD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5F4A9929-9A17-A919-07C3-889FFDF96F32}"/>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348F423B-5B0B-6555-640D-26CCFEB4A6B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EC775EC-8F7A-0B4F-5051-4D9E9D16B14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4FD3582D-C069-2A1F-0427-D78AD1A84587}"/>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ECE64132-1E24-B828-C66D-BDF908506CB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A882D78-7899-F150-F924-7AE5EDA17D1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0A882D78-7899-F150-F924-7AE5EDA17D1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4AA2F3E4-1180-A6D4-97F9-90A459960E53}"/>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B502D9A9-4471-C2A1-0252-F5511AE1593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12AFEE6-EA41-2F2E-5FCF-ED90945EE95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41401FC7-D924-87AB-DC2B-45F7CCC34B89}"/>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D221642C-5A6F-70CB-398C-95393D7A5A7F}"/>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154A3B8-1636-91B0-5AD4-A4F19BDBFD0F}"/>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35546D78-006A-94A7-E272-22E6579C7029}"/>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69B4652F-72E2-DF06-B958-F692B6A6DA1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87FEA24-8A10-F922-9B77-E54997C330C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4FBBB4BE-C34A-3337-F142-2F5CA2FFB1AA}"/>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E0BC5611-78AE-9643-DD4D-9C8FEF1D009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73B63E6-82F2-0631-2015-AD41FC0DCE8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DAD1164A-7426-862D-7978-9C0360EC80CD}"/>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71B56B88-47A1-7F05-7E3F-318531095FB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13F5CC4-E630-7319-491E-36FF52031CB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513F5CC4-E630-7319-491E-36FF52031CB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AA5C5E64-3DDD-554C-2E99-9C6FEAD67E19}"/>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1E437EC7-19FA-5FEE-DBD4-9D21C761C35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5BBFC6F-F5AE-4C36-6C4D-35292B43671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E165A6C-2AAF-1AB4-58AA-FCA92FAFA6BA}"/>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AE165A6C-2AAF-1AB4-58AA-FCA92FAFA6BA}"/>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A73B960-0C5B-A8D7-D021-C63668207802}"/>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DA73B960-0C5B-A8D7-D021-C63668207802}"/>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627C944B-99DF-59C8-8891-E971C99D993E}"/>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3FC4EF1-0A37-6B10-6665-2EF678E5BDCC}"/>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6EC82465-5844-6183-F15C-B07C99DDDCC5}"/>
              </a:ext>
            </a:extLst>
          </p:cNvPr>
          <p:cNvGrpSpPr/>
          <p:nvPr/>
        </p:nvGrpSpPr>
        <p:grpSpPr>
          <a:xfrm>
            <a:off x="8616028" y="2078985"/>
            <a:ext cx="720008" cy="584775"/>
            <a:chOff x="3125967" y="2528990"/>
            <a:chExt cx="720008" cy="584775"/>
          </a:xfrm>
        </p:grpSpPr>
        <p:sp>
          <p:nvSpPr>
            <p:cNvPr id="19" name="Oval 18">
              <a:extLst>
                <a:ext uri="{FF2B5EF4-FFF2-40B4-BE49-F238E27FC236}">
                  <a16:creationId xmlns:a16="http://schemas.microsoft.com/office/drawing/2014/main" id="{E0E51FBF-BE0E-F760-812D-CC73D0A90FA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3E4B68B-11F2-920C-FE98-0B825807E03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71FFB4C6-DE1F-4CF4-2844-7852F0026BDB}"/>
              </a:ext>
            </a:extLst>
          </p:cNvPr>
          <p:cNvGrpSpPr/>
          <p:nvPr/>
        </p:nvGrpSpPr>
        <p:grpSpPr>
          <a:xfrm>
            <a:off x="8616028" y="3474232"/>
            <a:ext cx="720008" cy="584775"/>
            <a:chOff x="3125967" y="2528990"/>
            <a:chExt cx="720008" cy="584775"/>
          </a:xfrm>
        </p:grpSpPr>
        <p:sp>
          <p:nvSpPr>
            <p:cNvPr id="39" name="Oval 38">
              <a:extLst>
                <a:ext uri="{FF2B5EF4-FFF2-40B4-BE49-F238E27FC236}">
                  <a16:creationId xmlns:a16="http://schemas.microsoft.com/office/drawing/2014/main" id="{80066C42-EF31-8BA2-B28C-14E6F459768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E33C9AC-3016-8B45-9629-ACD249DB5CB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DCE707AE-999F-B233-29D8-CE5C0918A488}"/>
              </a:ext>
            </a:extLst>
          </p:cNvPr>
          <p:cNvGrpSpPr/>
          <p:nvPr/>
        </p:nvGrpSpPr>
        <p:grpSpPr>
          <a:xfrm>
            <a:off x="10056044" y="1718981"/>
            <a:ext cx="720008" cy="584775"/>
            <a:chOff x="3125967" y="2528990"/>
            <a:chExt cx="720008" cy="584775"/>
          </a:xfrm>
        </p:grpSpPr>
        <p:sp>
          <p:nvSpPr>
            <p:cNvPr id="44" name="Oval 43">
              <a:extLst>
                <a:ext uri="{FF2B5EF4-FFF2-40B4-BE49-F238E27FC236}">
                  <a16:creationId xmlns:a16="http://schemas.microsoft.com/office/drawing/2014/main" id="{5B07500A-0778-1CA8-2B3E-F80DEAF5313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11774FB-B775-1686-4F7F-D8694411E00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F11774FB-B775-1686-4F7F-D8694411E00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94EE7F18-EFCF-E3A2-2A9A-B2AE8F9DDA45}"/>
              </a:ext>
            </a:extLst>
          </p:cNvPr>
          <p:cNvGrpSpPr/>
          <p:nvPr/>
        </p:nvGrpSpPr>
        <p:grpSpPr>
          <a:xfrm>
            <a:off x="10056044" y="3068996"/>
            <a:ext cx="720008" cy="584775"/>
            <a:chOff x="3125967" y="2528990"/>
            <a:chExt cx="720008" cy="584775"/>
          </a:xfrm>
        </p:grpSpPr>
        <p:sp>
          <p:nvSpPr>
            <p:cNvPr id="75" name="Oval 74">
              <a:extLst>
                <a:ext uri="{FF2B5EF4-FFF2-40B4-BE49-F238E27FC236}">
                  <a16:creationId xmlns:a16="http://schemas.microsoft.com/office/drawing/2014/main" id="{F4568DA6-4669-131D-9D65-853F3687DFA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59F32EB-741B-225D-77F4-EA562603800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1B012C92-2471-276F-2E32-924B9B72475C}"/>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DA330F4C-E674-982B-3113-425F8CC9A175}"/>
              </a:ext>
            </a:extLst>
          </p:cNvPr>
          <p:cNvCxnSpPr>
            <a:cxnSpLocks/>
          </p:cNvCxnSpPr>
          <p:nvPr/>
        </p:nvCxnSpPr>
        <p:spPr>
          <a:xfrm flipV="1">
            <a:off x="1041604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720BD047-1529-5526-ED04-B0BE23B96FB9}"/>
              </a:ext>
            </a:extLst>
          </p:cNvPr>
          <p:cNvGrpSpPr/>
          <p:nvPr/>
        </p:nvGrpSpPr>
        <p:grpSpPr>
          <a:xfrm>
            <a:off x="8616028" y="2078985"/>
            <a:ext cx="720008" cy="584775"/>
            <a:chOff x="3125967" y="2528990"/>
            <a:chExt cx="720008" cy="584775"/>
          </a:xfrm>
        </p:grpSpPr>
        <p:sp>
          <p:nvSpPr>
            <p:cNvPr id="80" name="Oval 79">
              <a:extLst>
                <a:ext uri="{FF2B5EF4-FFF2-40B4-BE49-F238E27FC236}">
                  <a16:creationId xmlns:a16="http://schemas.microsoft.com/office/drawing/2014/main" id="{17A6ABC0-C49E-284B-F425-204E42F9795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B1158FE-5BEA-B859-6F25-9350B8122AD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491D95F4-CAD4-B56A-23BB-0FA9E5812593}"/>
              </a:ext>
            </a:extLst>
          </p:cNvPr>
          <p:cNvGrpSpPr/>
          <p:nvPr/>
        </p:nvGrpSpPr>
        <p:grpSpPr>
          <a:xfrm>
            <a:off x="8616028" y="3474232"/>
            <a:ext cx="720008" cy="584775"/>
            <a:chOff x="3125967" y="2528990"/>
            <a:chExt cx="720008" cy="584775"/>
          </a:xfrm>
        </p:grpSpPr>
        <p:sp>
          <p:nvSpPr>
            <p:cNvPr id="83" name="Oval 82">
              <a:extLst>
                <a:ext uri="{FF2B5EF4-FFF2-40B4-BE49-F238E27FC236}">
                  <a16:creationId xmlns:a16="http://schemas.microsoft.com/office/drawing/2014/main" id="{B87C82F2-C283-1033-46ED-E17DCC99A7E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1E1D553-8004-DAAF-45A1-E4EAA115DF9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3E2BAC0C-14BB-8A94-D832-62B983F19FE0}"/>
              </a:ext>
            </a:extLst>
          </p:cNvPr>
          <p:cNvGrpSpPr/>
          <p:nvPr/>
        </p:nvGrpSpPr>
        <p:grpSpPr>
          <a:xfrm>
            <a:off x="10056044" y="1718981"/>
            <a:ext cx="720008" cy="584775"/>
            <a:chOff x="3125967" y="2528990"/>
            <a:chExt cx="720008" cy="584775"/>
          </a:xfrm>
        </p:grpSpPr>
        <p:sp>
          <p:nvSpPr>
            <p:cNvPr id="86" name="Oval 85">
              <a:extLst>
                <a:ext uri="{FF2B5EF4-FFF2-40B4-BE49-F238E27FC236}">
                  <a16:creationId xmlns:a16="http://schemas.microsoft.com/office/drawing/2014/main" id="{41BE0A51-1461-2C4E-2EDD-9E72F609A39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D4CAF74-C3ED-5AA2-C8A7-9AE12CED0F6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4D4CAF74-C3ED-5AA2-C8A7-9AE12CED0F6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B1BBD00B-8110-AE10-619C-1A9D4FD74C0F}"/>
              </a:ext>
            </a:extLst>
          </p:cNvPr>
          <p:cNvGrpSpPr/>
          <p:nvPr/>
        </p:nvGrpSpPr>
        <p:grpSpPr>
          <a:xfrm>
            <a:off x="10056044" y="3068996"/>
            <a:ext cx="720008" cy="584775"/>
            <a:chOff x="3125967" y="2528990"/>
            <a:chExt cx="720008" cy="584775"/>
          </a:xfrm>
        </p:grpSpPr>
        <p:sp>
          <p:nvSpPr>
            <p:cNvPr id="89" name="Oval 88">
              <a:extLst>
                <a:ext uri="{FF2B5EF4-FFF2-40B4-BE49-F238E27FC236}">
                  <a16:creationId xmlns:a16="http://schemas.microsoft.com/office/drawing/2014/main" id="{4627BC1C-1FCF-CC92-32A5-B449EAF5C89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7252CC6-3B9C-5049-2D6D-53711A8EE02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C911AC9-E0CA-BF39-19E4-1E2C1EA9E8EB}"/>
                  </a:ext>
                </a:extLst>
              </p:cNvPr>
              <p:cNvSpPr txBox="1"/>
              <p:nvPr/>
            </p:nvSpPr>
            <p:spPr>
              <a:xfrm>
                <a:off x="1505949" y="4779015"/>
                <a:ext cx="1980022" cy="830997"/>
              </a:xfrm>
              <a:prstGeom prst="rect">
                <a:avLst/>
              </a:prstGeom>
              <a:noFill/>
            </p:spPr>
            <p:txBody>
              <a:bodyPr wrap="square">
                <a:spAutoFit/>
              </a:bodyPr>
              <a:lstStyle/>
              <a:p>
                <a:pPr/>
                <a14:m>
                  <m:oMathPara xmlns:m="http://schemas.openxmlformats.org/officeDocument/2006/math">
                    <m:oMath>
                      <m:sSub>
                        <m:sSubPr>
                          <m:ctrlPr>
                            <a:rPr lang="en-GB" sz="4800" b="0" i="0" smtClean="0">
                              <a:latin typeface="Cambria Math" panose="02040503050406030204" pitchFamily="18" charset="0"/>
                            </a:rPr>
                          </m:ctrlPr>
                        </m:sSubPr>
                        <m:e>
                          <m:r>
                            <m:rPr>
                              <m:sty m:val="p"/>
                            </m:rPr>
                            <a:rPr lang="en-GB" sz="4800" b="0" i="0" smtClean="0">
                              <a:latin typeface="Cambria Math" panose="02040503050406030204" pitchFamily="18" charset="0"/>
                            </a:rPr>
                            <m:t>PIP</m:t>
                          </m:r>
                        </m:e>
                        <m:sub>
                          <m:r>
                            <a:rPr lang="en-GB" sz="4800" b="0" i="1" smtClean="0">
                              <a:latin typeface="Cambria Math" panose="02040503050406030204" pitchFamily="18" charset="0"/>
                            </a:rPr>
                            <m:t>𝑛</m:t>
                          </m:r>
                        </m:sub>
                      </m:sSub>
                    </m:oMath>
                  </m:oMathPara>
                </a14:m>
                <a:endParaRPr lang="en-GB" sz="4800" dirty="0"/>
              </a:p>
            </p:txBody>
          </p:sp>
        </mc:Choice>
        <mc:Fallback xmlns="">
          <p:sp>
            <p:nvSpPr>
              <p:cNvPr id="93" name="TextBox 92">
                <a:extLst>
                  <a:ext uri="{FF2B5EF4-FFF2-40B4-BE49-F238E27FC236}">
                    <a16:creationId xmlns:a16="http://schemas.microsoft.com/office/drawing/2014/main" id="{4C911AC9-E0CA-BF39-19E4-1E2C1EA9E8EB}"/>
                  </a:ext>
                </a:extLst>
              </p:cNvPr>
              <p:cNvSpPr txBox="1">
                <a:spLocks noRot="1" noChangeAspect="1" noMove="1" noResize="1" noEditPoints="1" noAdjustHandles="1" noChangeArrowheads="1" noChangeShapeType="1" noTextEdit="1"/>
              </p:cNvSpPr>
              <p:nvPr/>
            </p:nvSpPr>
            <p:spPr>
              <a:xfrm>
                <a:off x="1505949"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0ABAD9CF-6A95-0185-2917-90291DD178D9}"/>
                  </a:ext>
                </a:extLst>
              </p:cNvPr>
              <p:cNvSpPr txBox="1"/>
              <p:nvPr/>
            </p:nvSpPr>
            <p:spPr>
              <a:xfrm>
                <a:off x="5105989" y="4779015"/>
                <a:ext cx="1980022" cy="830997"/>
              </a:xfrm>
              <a:prstGeom prst="rect">
                <a:avLst/>
              </a:prstGeom>
              <a:noFill/>
            </p:spPr>
            <p:txBody>
              <a:bodyPr wrap="square">
                <a:spAutoFit/>
              </a:bodyPr>
              <a:lstStyle/>
              <a:p>
                <a:pPr/>
                <a14:m>
                  <m:oMathPara xmlns:m="http://schemas.openxmlformats.org/officeDocument/2006/math">
                    <m:oMath>
                      <m:sSub>
                        <m:sSubPr>
                          <m:ctrlPr>
                            <a:rPr lang="en-GB" sz="4800">
                              <a:latin typeface="Cambria Math" panose="02040503050406030204" pitchFamily="18" charset="0"/>
                            </a:rPr>
                          </m:ctrlPr>
                        </m:sSubPr>
                        <m:e>
                          <m:r>
                            <m:rPr>
                              <m:sty m:val="p"/>
                            </m:rPr>
                            <a:rPr lang="en-GB" sz="4800">
                              <a:latin typeface="Cambria Math" panose="02040503050406030204" pitchFamily="18" charset="0"/>
                            </a:rPr>
                            <m:t>PIP</m:t>
                          </m:r>
                        </m:e>
                        <m:sub>
                          <m:r>
                            <a:rPr lang="en-GB" sz="4800" i="1">
                              <a:latin typeface="Cambria Math" panose="02040503050406030204" pitchFamily="18" charset="0"/>
                            </a:rPr>
                            <m:t>𝑛</m:t>
                          </m:r>
                        </m:sub>
                      </m:sSub>
                    </m:oMath>
                  </m:oMathPara>
                </a14:m>
                <a:endParaRPr lang="en-GB" sz="4800" dirty="0"/>
              </a:p>
            </p:txBody>
          </p:sp>
        </mc:Choice>
        <mc:Fallback xmlns="">
          <p:sp>
            <p:nvSpPr>
              <p:cNvPr id="95" name="TextBox 94">
                <a:extLst>
                  <a:ext uri="{FF2B5EF4-FFF2-40B4-BE49-F238E27FC236}">
                    <a16:creationId xmlns:a16="http://schemas.microsoft.com/office/drawing/2014/main" id="{0ABAD9CF-6A95-0185-2917-90291DD178D9}"/>
                  </a:ext>
                </a:extLst>
              </p:cNvPr>
              <p:cNvSpPr txBox="1">
                <a:spLocks noRot="1" noChangeAspect="1" noMove="1" noResize="1" noEditPoints="1" noAdjustHandles="1" noChangeArrowheads="1" noChangeShapeType="1" noTextEdit="1"/>
              </p:cNvSpPr>
              <p:nvPr/>
            </p:nvSpPr>
            <p:spPr>
              <a:xfrm>
                <a:off x="5105989"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8A82E53D-FBAC-A5FB-0AA8-70367BED214D}"/>
                  </a:ext>
                </a:extLst>
              </p:cNvPr>
              <p:cNvSpPr txBox="1"/>
              <p:nvPr/>
            </p:nvSpPr>
            <p:spPr>
              <a:xfrm>
                <a:off x="8706029"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8A82E53D-FBAC-A5FB-0AA8-70367BED214D}"/>
                  </a:ext>
                </a:extLst>
              </p:cNvPr>
              <p:cNvSpPr txBox="1">
                <a:spLocks noRot="1" noChangeAspect="1" noMove="1" noResize="1" noEditPoints="1" noAdjustHandles="1" noChangeArrowheads="1" noChangeShapeType="1" noTextEdit="1"/>
              </p:cNvSpPr>
              <p:nvPr/>
            </p:nvSpPr>
            <p:spPr>
              <a:xfrm>
                <a:off x="8706029"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51488AA-7267-4B9F-A3DD-676E24A80092}"/>
                  </a:ext>
                </a:extLst>
              </p:cNvPr>
              <p:cNvSpPr txBox="1"/>
              <p:nvPr/>
            </p:nvSpPr>
            <p:spPr>
              <a:xfrm>
                <a:off x="375597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A51488AA-7267-4B9F-A3DD-676E24A80092}"/>
                  </a:ext>
                </a:extLst>
              </p:cNvPr>
              <p:cNvSpPr txBox="1">
                <a:spLocks noRot="1" noChangeAspect="1" noMove="1" noResize="1" noEditPoints="1" noAdjustHandles="1" noChangeArrowheads="1" noChangeShapeType="1" noTextEdit="1"/>
              </p:cNvSpPr>
              <p:nvPr/>
            </p:nvSpPr>
            <p:spPr>
              <a:xfrm>
                <a:off x="375597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F490D1BF-DC0E-1608-5875-BFE9494022FF}"/>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101" name="TextBox 100">
                <a:extLst>
                  <a:ext uri="{FF2B5EF4-FFF2-40B4-BE49-F238E27FC236}">
                    <a16:creationId xmlns:a16="http://schemas.microsoft.com/office/drawing/2014/main" id="{F490D1BF-DC0E-1608-5875-BFE9494022FF}"/>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129541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3961-38A9-9465-1EEA-F874580F972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1B8BFA5D-7814-6F98-EF9C-0B71E7D8C483}"/>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2D076962-DDB5-2F08-9668-4ABCFACCF270}"/>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933E930-4697-F514-C270-F9419883CE76}"/>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4628684A-1F2F-343B-0BF3-36AD7C906BAE}"/>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1C08B53E-D9DD-8296-61FD-8EAF2E01C19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E501CBF-6898-5CAC-DCA3-81A679772C2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0E1E9BE7-1DC6-C472-1AC0-9E2BBFE0B53C}"/>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8A072073-375D-54D0-8CCA-A2EBCEC06C3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0BBD9E9-701E-ECCA-B937-3FF5811E29A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F4791B30-8AD0-28F0-9991-3F4513750C54}"/>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EF70BB88-F39A-93F8-33CC-F72B0568E9A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542369-C0D0-955B-AAF5-64DD6A05A94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AE542369-C0D0-955B-AAF5-64DD6A05A94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9A157603-1222-78FA-4871-B217C0C05725}"/>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CA6B8A0D-F186-0F99-2265-01941130BBC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54BCB8-A51D-B89B-4EC2-987D5B3FB75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812BCF3F-532C-5EC1-BD4B-56C9AFF9DB40}"/>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6B6192FC-E56C-4E3C-140F-A4593BB6B5FA}"/>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870741C-4093-01E2-5610-7B4B0ACEC41D}"/>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8578F644-5E21-A8F9-EA51-743647F3ED51}"/>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B125434F-D427-74EA-C3CD-36E321F5F34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18BE856-8CEE-6D00-05BC-7EC960C39C2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F088B95E-DCD4-6C56-448F-998557C27A89}"/>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6DCA6B79-F924-2192-C3A6-4398DD394E7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AD001A-A100-E3B5-5A66-B7979F44668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72D5950B-BD61-2652-5AAE-7C0C47BE4FBE}"/>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3AFFC193-C9C4-25B5-89CC-2BCE462B70D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D744791-4A20-235F-0363-76F15834D63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DD744791-4A20-235F-0363-76F15834D63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60F1056D-B1C2-D2DF-FA4C-3F1D7244300E}"/>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F86ED637-8469-2760-9F93-66AD044D53F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C405E77-5AF3-9B95-D85F-80B0FB85016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D8A1AF-855B-2C34-7470-52B9E7D15717}"/>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3CD8A1AF-855B-2C34-7470-52B9E7D15717}"/>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441C559-9B94-671D-C65D-5D09EC9C8A41}"/>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4441C559-9B94-671D-C65D-5D09EC9C8A41}"/>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94ABB790-9A7F-9A80-CF19-3F5A9297B8AA}"/>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DAF0304-FB07-2484-4CA0-36592F3E47AB}"/>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816DFB3B-ACCD-44BA-F9C1-A6F69E104414}"/>
              </a:ext>
            </a:extLst>
          </p:cNvPr>
          <p:cNvGrpSpPr/>
          <p:nvPr/>
        </p:nvGrpSpPr>
        <p:grpSpPr>
          <a:xfrm>
            <a:off x="8616028" y="2078985"/>
            <a:ext cx="720008" cy="584775"/>
            <a:chOff x="3125967" y="2528990"/>
            <a:chExt cx="720008" cy="584775"/>
          </a:xfrm>
        </p:grpSpPr>
        <p:sp>
          <p:nvSpPr>
            <p:cNvPr id="19" name="Oval 18">
              <a:extLst>
                <a:ext uri="{FF2B5EF4-FFF2-40B4-BE49-F238E27FC236}">
                  <a16:creationId xmlns:a16="http://schemas.microsoft.com/office/drawing/2014/main" id="{31355E21-B1AB-AD2F-B8FC-990E4D52130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770F2A3-59A6-DDDF-3FA8-0A2B062AA32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B5D23786-83EA-F84B-2148-6D66A34AC358}"/>
              </a:ext>
            </a:extLst>
          </p:cNvPr>
          <p:cNvGrpSpPr/>
          <p:nvPr/>
        </p:nvGrpSpPr>
        <p:grpSpPr>
          <a:xfrm>
            <a:off x="8616028" y="3474232"/>
            <a:ext cx="720008" cy="584775"/>
            <a:chOff x="3125967" y="2528990"/>
            <a:chExt cx="720008" cy="584775"/>
          </a:xfrm>
        </p:grpSpPr>
        <p:sp>
          <p:nvSpPr>
            <p:cNvPr id="39" name="Oval 38">
              <a:extLst>
                <a:ext uri="{FF2B5EF4-FFF2-40B4-BE49-F238E27FC236}">
                  <a16:creationId xmlns:a16="http://schemas.microsoft.com/office/drawing/2014/main" id="{EFF418B9-C1E7-F843-873C-F00ACD2A76F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5BFA266-E94A-3AEF-79AF-264DD982BF9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945FDBB7-B7D2-3B7A-B2FA-7AE8BBE0778F}"/>
              </a:ext>
            </a:extLst>
          </p:cNvPr>
          <p:cNvGrpSpPr/>
          <p:nvPr/>
        </p:nvGrpSpPr>
        <p:grpSpPr>
          <a:xfrm>
            <a:off x="10056044" y="1718981"/>
            <a:ext cx="720008" cy="584775"/>
            <a:chOff x="3125967" y="2528990"/>
            <a:chExt cx="720008" cy="584775"/>
          </a:xfrm>
        </p:grpSpPr>
        <p:sp>
          <p:nvSpPr>
            <p:cNvPr id="44" name="Oval 43">
              <a:extLst>
                <a:ext uri="{FF2B5EF4-FFF2-40B4-BE49-F238E27FC236}">
                  <a16:creationId xmlns:a16="http://schemas.microsoft.com/office/drawing/2014/main" id="{18F34A6D-28BD-1050-498F-FA0B5E6F80E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C2D8858-63BD-4B4F-1857-D95227E518B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DC2D8858-63BD-4B4F-1857-D95227E518B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B82D186B-6989-5F99-8D3E-E91B336ADB28}"/>
              </a:ext>
            </a:extLst>
          </p:cNvPr>
          <p:cNvGrpSpPr/>
          <p:nvPr/>
        </p:nvGrpSpPr>
        <p:grpSpPr>
          <a:xfrm>
            <a:off x="10056044" y="3068996"/>
            <a:ext cx="720008" cy="584775"/>
            <a:chOff x="3125967" y="2528990"/>
            <a:chExt cx="720008" cy="584775"/>
          </a:xfrm>
        </p:grpSpPr>
        <p:sp>
          <p:nvSpPr>
            <p:cNvPr id="75" name="Oval 74">
              <a:extLst>
                <a:ext uri="{FF2B5EF4-FFF2-40B4-BE49-F238E27FC236}">
                  <a16:creationId xmlns:a16="http://schemas.microsoft.com/office/drawing/2014/main" id="{CE53AADD-FDDA-EEE1-920E-83567A6AE55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699CC2C-CC25-AE6E-E892-53B6B4EF4E5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22C5203B-431F-DCAE-A5F8-2D4A09BCFED8}"/>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D3F0100B-4ABD-3D9A-9011-B3E7261A1F9D}"/>
              </a:ext>
            </a:extLst>
          </p:cNvPr>
          <p:cNvCxnSpPr>
            <a:cxnSpLocks/>
          </p:cNvCxnSpPr>
          <p:nvPr/>
        </p:nvCxnSpPr>
        <p:spPr>
          <a:xfrm flipV="1">
            <a:off x="1041604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198A153F-6772-7A3B-ACD5-4AF25B211B0F}"/>
              </a:ext>
            </a:extLst>
          </p:cNvPr>
          <p:cNvGrpSpPr/>
          <p:nvPr/>
        </p:nvGrpSpPr>
        <p:grpSpPr>
          <a:xfrm>
            <a:off x="8616028" y="2078985"/>
            <a:ext cx="720008" cy="584775"/>
            <a:chOff x="3125967" y="2528990"/>
            <a:chExt cx="720008" cy="584775"/>
          </a:xfrm>
        </p:grpSpPr>
        <p:sp>
          <p:nvSpPr>
            <p:cNvPr id="80" name="Oval 79">
              <a:extLst>
                <a:ext uri="{FF2B5EF4-FFF2-40B4-BE49-F238E27FC236}">
                  <a16:creationId xmlns:a16="http://schemas.microsoft.com/office/drawing/2014/main" id="{05BA4D21-17BD-6DB1-562B-275CF0EB540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5989E12-64A4-71E3-FF26-587918041C2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8C4500D5-49CA-FA74-7B5F-312DB901972A}"/>
              </a:ext>
            </a:extLst>
          </p:cNvPr>
          <p:cNvGrpSpPr/>
          <p:nvPr/>
        </p:nvGrpSpPr>
        <p:grpSpPr>
          <a:xfrm>
            <a:off x="8616028" y="3474232"/>
            <a:ext cx="720008" cy="584775"/>
            <a:chOff x="3125967" y="2528990"/>
            <a:chExt cx="720008" cy="584775"/>
          </a:xfrm>
        </p:grpSpPr>
        <p:sp>
          <p:nvSpPr>
            <p:cNvPr id="83" name="Oval 82">
              <a:extLst>
                <a:ext uri="{FF2B5EF4-FFF2-40B4-BE49-F238E27FC236}">
                  <a16:creationId xmlns:a16="http://schemas.microsoft.com/office/drawing/2014/main" id="{5FE5FBDA-7EFB-9DEB-3762-7DF11E16610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CAA803E-8DB6-AE67-BB17-8EBB726341A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D0EEACAD-A215-77E5-AA49-7AA98C0B8F11}"/>
              </a:ext>
            </a:extLst>
          </p:cNvPr>
          <p:cNvGrpSpPr/>
          <p:nvPr/>
        </p:nvGrpSpPr>
        <p:grpSpPr>
          <a:xfrm>
            <a:off x="10056044" y="1718981"/>
            <a:ext cx="720008" cy="584775"/>
            <a:chOff x="3125967" y="2528990"/>
            <a:chExt cx="720008" cy="584775"/>
          </a:xfrm>
        </p:grpSpPr>
        <p:sp>
          <p:nvSpPr>
            <p:cNvPr id="86" name="Oval 85">
              <a:extLst>
                <a:ext uri="{FF2B5EF4-FFF2-40B4-BE49-F238E27FC236}">
                  <a16:creationId xmlns:a16="http://schemas.microsoft.com/office/drawing/2014/main" id="{551A1E66-FEDD-E28A-8FE9-EE1C2C2C29C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52F17C0-8BF3-F7D4-964B-EBD659F22C2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F52F17C0-8BF3-F7D4-964B-EBD659F22C2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0F46C4B3-AE2C-60C2-BDD6-3FB0A39628E9}"/>
              </a:ext>
            </a:extLst>
          </p:cNvPr>
          <p:cNvGrpSpPr/>
          <p:nvPr/>
        </p:nvGrpSpPr>
        <p:grpSpPr>
          <a:xfrm>
            <a:off x="10056044" y="3068996"/>
            <a:ext cx="720008" cy="584775"/>
            <a:chOff x="3125967" y="2528990"/>
            <a:chExt cx="720008" cy="584775"/>
          </a:xfrm>
        </p:grpSpPr>
        <p:sp>
          <p:nvSpPr>
            <p:cNvPr id="89" name="Oval 88">
              <a:extLst>
                <a:ext uri="{FF2B5EF4-FFF2-40B4-BE49-F238E27FC236}">
                  <a16:creationId xmlns:a16="http://schemas.microsoft.com/office/drawing/2014/main" id="{4C0253BA-99E8-D352-8331-CBD2C8B5734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3911B47B-8B96-FB26-3C7E-18DAA87D263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130D4397-5416-F7A5-F909-C6496AE657B6}"/>
                  </a:ext>
                </a:extLst>
              </p:cNvPr>
              <p:cNvSpPr txBox="1"/>
              <p:nvPr/>
            </p:nvSpPr>
            <p:spPr>
              <a:xfrm>
                <a:off x="1505949" y="4779015"/>
                <a:ext cx="1980022" cy="830997"/>
              </a:xfrm>
              <a:prstGeom prst="rect">
                <a:avLst/>
              </a:prstGeom>
              <a:noFill/>
            </p:spPr>
            <p:txBody>
              <a:bodyPr wrap="square">
                <a:spAutoFit/>
              </a:bodyPr>
              <a:lstStyle/>
              <a:p>
                <a:pPr/>
                <a14:m>
                  <m:oMathPara xmlns:m="http://schemas.openxmlformats.org/officeDocument/2006/math">
                    <m:oMath>
                      <m:sSub>
                        <m:sSubPr>
                          <m:ctrlPr>
                            <a:rPr lang="en-GB" sz="4800" b="0" i="0" smtClean="0">
                              <a:latin typeface="Cambria Math" panose="02040503050406030204" pitchFamily="18" charset="0"/>
                            </a:rPr>
                          </m:ctrlPr>
                        </m:sSubPr>
                        <m:e>
                          <m:r>
                            <m:rPr>
                              <m:sty m:val="p"/>
                            </m:rPr>
                            <a:rPr lang="en-GB" sz="4800" b="0" i="0" smtClean="0">
                              <a:latin typeface="Cambria Math" panose="02040503050406030204" pitchFamily="18" charset="0"/>
                            </a:rPr>
                            <m:t>PIP</m:t>
                          </m:r>
                        </m:e>
                        <m:sub>
                          <m:r>
                            <a:rPr lang="en-GB" sz="4800" b="0" i="1" smtClean="0">
                              <a:latin typeface="Cambria Math" panose="02040503050406030204" pitchFamily="18" charset="0"/>
                            </a:rPr>
                            <m:t>𝑛</m:t>
                          </m:r>
                        </m:sub>
                      </m:sSub>
                    </m:oMath>
                  </m:oMathPara>
                </a14:m>
                <a:endParaRPr lang="en-GB" sz="4800" dirty="0"/>
              </a:p>
            </p:txBody>
          </p:sp>
        </mc:Choice>
        <mc:Fallback xmlns="">
          <p:sp>
            <p:nvSpPr>
              <p:cNvPr id="93" name="TextBox 92">
                <a:extLst>
                  <a:ext uri="{FF2B5EF4-FFF2-40B4-BE49-F238E27FC236}">
                    <a16:creationId xmlns:a16="http://schemas.microsoft.com/office/drawing/2014/main" id="{130D4397-5416-F7A5-F909-C6496AE657B6}"/>
                  </a:ext>
                </a:extLst>
              </p:cNvPr>
              <p:cNvSpPr txBox="1">
                <a:spLocks noRot="1" noChangeAspect="1" noMove="1" noResize="1" noEditPoints="1" noAdjustHandles="1" noChangeArrowheads="1" noChangeShapeType="1" noTextEdit="1"/>
              </p:cNvSpPr>
              <p:nvPr/>
            </p:nvSpPr>
            <p:spPr>
              <a:xfrm>
                <a:off x="1505949"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929492F-2178-9922-20CC-52893DAC6692}"/>
                  </a:ext>
                </a:extLst>
              </p:cNvPr>
              <p:cNvSpPr txBox="1"/>
              <p:nvPr/>
            </p:nvSpPr>
            <p:spPr>
              <a:xfrm>
                <a:off x="5105989" y="4779015"/>
                <a:ext cx="1980022" cy="830997"/>
              </a:xfrm>
              <a:prstGeom prst="rect">
                <a:avLst/>
              </a:prstGeom>
              <a:noFill/>
            </p:spPr>
            <p:txBody>
              <a:bodyPr wrap="square">
                <a:spAutoFit/>
              </a:bodyPr>
              <a:lstStyle/>
              <a:p>
                <a:pPr/>
                <a14:m>
                  <m:oMathPara xmlns:m="http://schemas.openxmlformats.org/officeDocument/2006/math">
                    <m:oMath>
                      <m:sSub>
                        <m:sSubPr>
                          <m:ctrlPr>
                            <a:rPr lang="en-GB" sz="4800">
                              <a:latin typeface="Cambria Math" panose="02040503050406030204" pitchFamily="18" charset="0"/>
                            </a:rPr>
                          </m:ctrlPr>
                        </m:sSubPr>
                        <m:e>
                          <m:r>
                            <m:rPr>
                              <m:sty m:val="p"/>
                            </m:rPr>
                            <a:rPr lang="en-GB" sz="4800">
                              <a:latin typeface="Cambria Math" panose="02040503050406030204" pitchFamily="18" charset="0"/>
                            </a:rPr>
                            <m:t>PIP</m:t>
                          </m:r>
                        </m:e>
                        <m:sub>
                          <m:r>
                            <a:rPr lang="en-GB" sz="4800" i="1">
                              <a:latin typeface="Cambria Math" panose="02040503050406030204" pitchFamily="18" charset="0"/>
                            </a:rPr>
                            <m:t>𝑛</m:t>
                          </m:r>
                        </m:sub>
                      </m:sSub>
                    </m:oMath>
                  </m:oMathPara>
                </a14:m>
                <a:endParaRPr lang="en-GB" sz="4800" dirty="0"/>
              </a:p>
            </p:txBody>
          </p:sp>
        </mc:Choice>
        <mc:Fallback xmlns="">
          <p:sp>
            <p:nvSpPr>
              <p:cNvPr id="95" name="TextBox 94">
                <a:extLst>
                  <a:ext uri="{FF2B5EF4-FFF2-40B4-BE49-F238E27FC236}">
                    <a16:creationId xmlns:a16="http://schemas.microsoft.com/office/drawing/2014/main" id="{8929492F-2178-9922-20CC-52893DAC6692}"/>
                  </a:ext>
                </a:extLst>
              </p:cNvPr>
              <p:cNvSpPr txBox="1">
                <a:spLocks noRot="1" noChangeAspect="1" noMove="1" noResize="1" noEditPoints="1" noAdjustHandles="1" noChangeArrowheads="1" noChangeShapeType="1" noTextEdit="1"/>
              </p:cNvSpPr>
              <p:nvPr/>
            </p:nvSpPr>
            <p:spPr>
              <a:xfrm>
                <a:off x="5105989"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6ACD5CD-C90E-B56C-ECE8-05F96CB2CCDB}"/>
                  </a:ext>
                </a:extLst>
              </p:cNvPr>
              <p:cNvSpPr txBox="1"/>
              <p:nvPr/>
            </p:nvSpPr>
            <p:spPr>
              <a:xfrm>
                <a:off x="8706029"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E6ACD5CD-C90E-B56C-ECE8-05F96CB2CCDB}"/>
                  </a:ext>
                </a:extLst>
              </p:cNvPr>
              <p:cNvSpPr txBox="1">
                <a:spLocks noRot="1" noChangeAspect="1" noMove="1" noResize="1" noEditPoints="1" noAdjustHandles="1" noChangeArrowheads="1" noChangeShapeType="1" noTextEdit="1"/>
              </p:cNvSpPr>
              <p:nvPr/>
            </p:nvSpPr>
            <p:spPr>
              <a:xfrm>
                <a:off x="8706029"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559C627-AFF3-5650-BC64-73D51F97819E}"/>
                  </a:ext>
                </a:extLst>
              </p:cNvPr>
              <p:cNvSpPr txBox="1"/>
              <p:nvPr/>
            </p:nvSpPr>
            <p:spPr>
              <a:xfrm>
                <a:off x="375597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A559C627-AFF3-5650-BC64-73D51F97819E}"/>
                  </a:ext>
                </a:extLst>
              </p:cNvPr>
              <p:cNvSpPr txBox="1">
                <a:spLocks noRot="1" noChangeAspect="1" noMove="1" noResize="1" noEditPoints="1" noAdjustHandles="1" noChangeArrowheads="1" noChangeShapeType="1" noTextEdit="1"/>
              </p:cNvSpPr>
              <p:nvPr/>
            </p:nvSpPr>
            <p:spPr>
              <a:xfrm>
                <a:off x="375597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D02EDC66-A73E-FAAE-374C-02A6345153EA}"/>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D02EDC66-A73E-FAAE-374C-02A6345153EA}"/>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88F6A8C-2293-88C0-BDB6-2DABEF503D4E}"/>
                  </a:ext>
                </a:extLst>
              </p:cNvPr>
              <p:cNvSpPr txBox="1"/>
              <p:nvPr/>
            </p:nvSpPr>
            <p:spPr>
              <a:xfrm>
                <a:off x="105594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5" name="TextBox 44">
                <a:extLst>
                  <a:ext uri="{FF2B5EF4-FFF2-40B4-BE49-F238E27FC236}">
                    <a16:creationId xmlns:a16="http://schemas.microsoft.com/office/drawing/2014/main" id="{E88F6A8C-2293-88C0-BDB6-2DABEF503D4E}"/>
                  </a:ext>
                </a:extLst>
              </p:cNvPr>
              <p:cNvSpPr txBox="1">
                <a:spLocks noRot="1" noChangeAspect="1" noMove="1" noResize="1" noEditPoints="1" noAdjustHandles="1" noChangeArrowheads="1" noChangeShapeType="1" noTextEdit="1"/>
              </p:cNvSpPr>
              <p:nvPr/>
            </p:nvSpPr>
            <p:spPr>
              <a:xfrm>
                <a:off x="1055944" y="4779015"/>
                <a:ext cx="2610029" cy="830997"/>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C97827B-7D2F-B4BB-70EA-1897E775F618}"/>
                  </a:ext>
                </a:extLst>
              </p:cNvPr>
              <p:cNvSpPr txBox="1"/>
              <p:nvPr/>
            </p:nvSpPr>
            <p:spPr>
              <a:xfrm>
                <a:off x="465598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6" name="TextBox 45">
                <a:extLst>
                  <a:ext uri="{FF2B5EF4-FFF2-40B4-BE49-F238E27FC236}">
                    <a16:creationId xmlns:a16="http://schemas.microsoft.com/office/drawing/2014/main" id="{EC97827B-7D2F-B4BB-70EA-1897E775F618}"/>
                  </a:ext>
                </a:extLst>
              </p:cNvPr>
              <p:cNvSpPr txBox="1">
                <a:spLocks noRot="1" noChangeAspect="1" noMove="1" noResize="1" noEditPoints="1" noAdjustHandles="1" noChangeArrowheads="1" noChangeShapeType="1" noTextEdit="1"/>
              </p:cNvSpPr>
              <p:nvPr/>
            </p:nvSpPr>
            <p:spPr>
              <a:xfrm>
                <a:off x="4655984" y="4779015"/>
                <a:ext cx="2610029" cy="830997"/>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4CF9ED6-1D83-E7C3-B44B-42E356CEDE36}"/>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44CF9ED6-1D83-E7C3-B44B-42E356CEDE36}"/>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346410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DC8D8-8807-A2E1-3EE2-D629CCB986DB}"/>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DBE49370-9368-C8FA-DC5D-6A3624D0090D}"/>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D231D75E-0263-02D8-8CE9-1F177238735D}"/>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31C3DFD-F7EA-5F51-A367-27B0BDBA6212}"/>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32869BE2-FE7C-790A-F977-5C5348239DB6}"/>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0941E1EC-3D28-FC7C-0192-B43A88F3035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1155CC9-0B0F-1836-FB2A-DAD6220AB75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115A74FD-0459-B33F-89D4-1BFBFA956914}"/>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C754AA41-1887-968A-BF34-FDA6430087F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4DC0A9-8246-4675-6128-C975B055CFF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09C461AB-770C-D4CF-87F2-1AE28216EC97}"/>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DA437780-177B-4BCD-00A7-22786745718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0938BE9-E945-B0B4-C17C-4A8172A6CFD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80938BE9-E945-B0B4-C17C-4A8172A6CFD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2EFABFEC-6C84-783E-5071-91104931D2EE}"/>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1EE8A5E0-6969-8F1B-E122-E0F4500F344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1030C0-B234-2689-83BA-3C734C06482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170AED5E-01FC-CCC8-E711-EAF88DEE24EC}"/>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783990B2-FD9F-3BE5-BB09-2A94B49677EB}"/>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35A7549-021F-D764-E8EA-650BFD6E5DA1}"/>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0BD99081-70B2-E185-54D1-1F58B582DDD2}"/>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84F32E45-D16D-9ECA-E12C-E0F2892942D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7B2D6A7-BB45-E4F8-D8DE-29AB0CA36DD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AFBE907C-ED3E-908C-96E9-CDCC4CDE6626}"/>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59507660-7E72-1BD7-1ADB-AF3A247E543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D23AEEC-D5C0-0940-AF09-94D9DC51E88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28B47ABA-62C9-EF41-C5E2-0FE2743ECEE4}"/>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2284D045-ECDA-DB14-5C5A-4C423A286E6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FF0EAA-EF71-2320-F01B-6FE70B56867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48FF0EAA-EF71-2320-F01B-6FE70B56867B}"/>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2A7293E2-9937-85D7-1756-25C1713CCB7D}"/>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CA1FB4DB-5594-1B1F-8C6D-B0470BCBAB3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E4D5339-9108-78B9-3A11-14B2E8A0553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51B026A-2BAE-BCF8-668F-9982A6CEE327}"/>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E51B026A-2BAE-BCF8-668F-9982A6CEE327}"/>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80B01AD-A835-FC66-E625-859A1CA93B6A}"/>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C80B01AD-A835-FC66-E625-859A1CA93B6A}"/>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6E5435A8-3AA1-456D-13FD-AEC40F9EF994}"/>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DD6C919-1316-799A-C641-30E38F896577}"/>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69CE8086-DFE0-CE64-FD9E-682147C452D0}"/>
              </a:ext>
            </a:extLst>
          </p:cNvPr>
          <p:cNvGrpSpPr/>
          <p:nvPr/>
        </p:nvGrpSpPr>
        <p:grpSpPr>
          <a:xfrm>
            <a:off x="8616028" y="2078985"/>
            <a:ext cx="720008" cy="584775"/>
            <a:chOff x="3125967" y="2528990"/>
            <a:chExt cx="720008" cy="584775"/>
          </a:xfrm>
        </p:grpSpPr>
        <p:sp>
          <p:nvSpPr>
            <p:cNvPr id="19" name="Oval 18">
              <a:extLst>
                <a:ext uri="{FF2B5EF4-FFF2-40B4-BE49-F238E27FC236}">
                  <a16:creationId xmlns:a16="http://schemas.microsoft.com/office/drawing/2014/main" id="{FAA6E991-90D0-CAC2-8874-9D2D08FF32A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DA63761-6EB4-9D0A-9A4E-865F3448714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A7949E01-ACAF-8F12-70E2-97C904BD76B5}"/>
              </a:ext>
            </a:extLst>
          </p:cNvPr>
          <p:cNvGrpSpPr/>
          <p:nvPr/>
        </p:nvGrpSpPr>
        <p:grpSpPr>
          <a:xfrm>
            <a:off x="8616028" y="3474232"/>
            <a:ext cx="720008" cy="584775"/>
            <a:chOff x="3125967" y="2528990"/>
            <a:chExt cx="720008" cy="584775"/>
          </a:xfrm>
        </p:grpSpPr>
        <p:sp>
          <p:nvSpPr>
            <p:cNvPr id="39" name="Oval 38">
              <a:extLst>
                <a:ext uri="{FF2B5EF4-FFF2-40B4-BE49-F238E27FC236}">
                  <a16:creationId xmlns:a16="http://schemas.microsoft.com/office/drawing/2014/main" id="{493FBF38-2047-4F94-981E-722265FF1D7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F9306DC-14A6-A1AE-0D19-12B6C86DDCC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B9BAC6B7-E965-5112-4FDB-62DE973B880D}"/>
              </a:ext>
            </a:extLst>
          </p:cNvPr>
          <p:cNvGrpSpPr/>
          <p:nvPr/>
        </p:nvGrpSpPr>
        <p:grpSpPr>
          <a:xfrm>
            <a:off x="10056044" y="1718981"/>
            <a:ext cx="720008" cy="584775"/>
            <a:chOff x="3125967" y="2528990"/>
            <a:chExt cx="720008" cy="584775"/>
          </a:xfrm>
        </p:grpSpPr>
        <p:sp>
          <p:nvSpPr>
            <p:cNvPr id="44" name="Oval 43">
              <a:extLst>
                <a:ext uri="{FF2B5EF4-FFF2-40B4-BE49-F238E27FC236}">
                  <a16:creationId xmlns:a16="http://schemas.microsoft.com/office/drawing/2014/main" id="{48A764D0-6D9E-0E2B-76C4-56E02FAA5F5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BE7CA5F-7C49-ACA5-7837-A45E4DF27BF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FBE7CA5F-7C49-ACA5-7837-A45E4DF27BF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BC1C5910-B692-D678-18DA-B351C1778425}"/>
              </a:ext>
            </a:extLst>
          </p:cNvPr>
          <p:cNvGrpSpPr/>
          <p:nvPr/>
        </p:nvGrpSpPr>
        <p:grpSpPr>
          <a:xfrm>
            <a:off x="10056044" y="3068996"/>
            <a:ext cx="720008" cy="584775"/>
            <a:chOff x="3125967" y="2528990"/>
            <a:chExt cx="720008" cy="584775"/>
          </a:xfrm>
        </p:grpSpPr>
        <p:sp>
          <p:nvSpPr>
            <p:cNvPr id="75" name="Oval 74">
              <a:extLst>
                <a:ext uri="{FF2B5EF4-FFF2-40B4-BE49-F238E27FC236}">
                  <a16:creationId xmlns:a16="http://schemas.microsoft.com/office/drawing/2014/main" id="{D0B45793-D4DC-B424-CC6C-76ACB90CDCC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8AE0760-8F78-2529-C74E-9260536FA11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16E497D2-104C-75B9-E78F-78B93BCDA756}"/>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BC781210-DE37-427A-882D-48B5B38D3CD5}"/>
              </a:ext>
            </a:extLst>
          </p:cNvPr>
          <p:cNvCxnSpPr>
            <a:cxnSpLocks/>
          </p:cNvCxnSpPr>
          <p:nvPr/>
        </p:nvCxnSpPr>
        <p:spPr>
          <a:xfrm flipV="1">
            <a:off x="1041604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643EEF95-9BB4-A3DF-FF52-2EB65A618621}"/>
              </a:ext>
            </a:extLst>
          </p:cNvPr>
          <p:cNvGrpSpPr/>
          <p:nvPr/>
        </p:nvGrpSpPr>
        <p:grpSpPr>
          <a:xfrm>
            <a:off x="8616028" y="2078985"/>
            <a:ext cx="720008" cy="584775"/>
            <a:chOff x="3125967" y="2528990"/>
            <a:chExt cx="720008" cy="584775"/>
          </a:xfrm>
        </p:grpSpPr>
        <p:sp>
          <p:nvSpPr>
            <p:cNvPr id="80" name="Oval 79">
              <a:extLst>
                <a:ext uri="{FF2B5EF4-FFF2-40B4-BE49-F238E27FC236}">
                  <a16:creationId xmlns:a16="http://schemas.microsoft.com/office/drawing/2014/main" id="{30E734ED-E64E-CB34-11CD-181CC6D7BAA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B870CF9-9C59-336B-5023-7FBAC1FFBEA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352273DD-8AFE-E0D3-0426-168BE171B14D}"/>
              </a:ext>
            </a:extLst>
          </p:cNvPr>
          <p:cNvGrpSpPr/>
          <p:nvPr/>
        </p:nvGrpSpPr>
        <p:grpSpPr>
          <a:xfrm>
            <a:off x="8616028" y="3474232"/>
            <a:ext cx="720008" cy="584775"/>
            <a:chOff x="3125967" y="2528990"/>
            <a:chExt cx="720008" cy="584775"/>
          </a:xfrm>
        </p:grpSpPr>
        <p:sp>
          <p:nvSpPr>
            <p:cNvPr id="83" name="Oval 82">
              <a:extLst>
                <a:ext uri="{FF2B5EF4-FFF2-40B4-BE49-F238E27FC236}">
                  <a16:creationId xmlns:a16="http://schemas.microsoft.com/office/drawing/2014/main" id="{59C9CBC2-0AF7-A297-E02B-508CE61170C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1C4184E1-5740-4CA8-2B36-1D4C3578210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1CD3E924-00E0-C0E1-3A78-679D477D55FD}"/>
              </a:ext>
            </a:extLst>
          </p:cNvPr>
          <p:cNvGrpSpPr/>
          <p:nvPr/>
        </p:nvGrpSpPr>
        <p:grpSpPr>
          <a:xfrm>
            <a:off x="10056044" y="1718981"/>
            <a:ext cx="720008" cy="584775"/>
            <a:chOff x="3125967" y="2528990"/>
            <a:chExt cx="720008" cy="584775"/>
          </a:xfrm>
        </p:grpSpPr>
        <p:sp>
          <p:nvSpPr>
            <p:cNvPr id="86" name="Oval 85">
              <a:extLst>
                <a:ext uri="{FF2B5EF4-FFF2-40B4-BE49-F238E27FC236}">
                  <a16:creationId xmlns:a16="http://schemas.microsoft.com/office/drawing/2014/main" id="{3A5674FB-BE83-92F0-65F9-56D3CED2D3B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70B9747-AECD-5584-EE74-2BBD26390A4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270B9747-AECD-5584-EE74-2BBD26390A4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A89BF32C-61A9-B20F-9CD3-1DD70D59017A}"/>
              </a:ext>
            </a:extLst>
          </p:cNvPr>
          <p:cNvGrpSpPr/>
          <p:nvPr/>
        </p:nvGrpSpPr>
        <p:grpSpPr>
          <a:xfrm>
            <a:off x="10056044" y="3068996"/>
            <a:ext cx="720008" cy="584775"/>
            <a:chOff x="3125967" y="2528990"/>
            <a:chExt cx="720008" cy="584775"/>
          </a:xfrm>
        </p:grpSpPr>
        <p:sp>
          <p:nvSpPr>
            <p:cNvPr id="89" name="Oval 88">
              <a:extLst>
                <a:ext uri="{FF2B5EF4-FFF2-40B4-BE49-F238E27FC236}">
                  <a16:creationId xmlns:a16="http://schemas.microsoft.com/office/drawing/2014/main" id="{C00CFB6F-9BDD-0B36-BC0C-848A3E18AAB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C255365D-7033-A616-9420-ED6A7AF8C49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F41E44F-8818-6805-BCBE-B95CB03CE5AD}"/>
                  </a:ext>
                </a:extLst>
              </p:cNvPr>
              <p:cNvSpPr txBox="1"/>
              <p:nvPr/>
            </p:nvSpPr>
            <p:spPr>
              <a:xfrm>
                <a:off x="1505949"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BF41E44F-8818-6805-BCBE-B95CB03CE5AD}"/>
                  </a:ext>
                </a:extLst>
              </p:cNvPr>
              <p:cNvSpPr txBox="1">
                <a:spLocks noRot="1" noChangeAspect="1" noMove="1" noResize="1" noEditPoints="1" noAdjustHandles="1" noChangeArrowheads="1" noChangeShapeType="1" noTextEdit="1"/>
              </p:cNvSpPr>
              <p:nvPr/>
            </p:nvSpPr>
            <p:spPr>
              <a:xfrm>
                <a:off x="1505949"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D6E7117C-F797-5F5B-BA5D-EA357BE088AB}"/>
                  </a:ext>
                </a:extLst>
              </p:cNvPr>
              <p:cNvSpPr txBox="1"/>
              <p:nvPr/>
            </p:nvSpPr>
            <p:spPr>
              <a:xfrm>
                <a:off x="5105989"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D6E7117C-F797-5F5B-BA5D-EA357BE088AB}"/>
                  </a:ext>
                </a:extLst>
              </p:cNvPr>
              <p:cNvSpPr txBox="1">
                <a:spLocks noRot="1" noChangeAspect="1" noMove="1" noResize="1" noEditPoints="1" noAdjustHandles="1" noChangeArrowheads="1" noChangeShapeType="1" noTextEdit="1"/>
              </p:cNvSpPr>
              <p:nvPr/>
            </p:nvSpPr>
            <p:spPr>
              <a:xfrm>
                <a:off x="5105989"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888D4CC-1A78-8442-B2AD-E823D3DCC341}"/>
                  </a:ext>
                </a:extLst>
              </p:cNvPr>
              <p:cNvSpPr txBox="1"/>
              <p:nvPr/>
            </p:nvSpPr>
            <p:spPr>
              <a:xfrm>
                <a:off x="8706029"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2888D4CC-1A78-8442-B2AD-E823D3DCC341}"/>
                  </a:ext>
                </a:extLst>
              </p:cNvPr>
              <p:cNvSpPr txBox="1">
                <a:spLocks noRot="1" noChangeAspect="1" noMove="1" noResize="1" noEditPoints="1" noAdjustHandles="1" noChangeArrowheads="1" noChangeShapeType="1" noTextEdit="1"/>
              </p:cNvSpPr>
              <p:nvPr/>
            </p:nvSpPr>
            <p:spPr>
              <a:xfrm>
                <a:off x="8706029"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877E1CB-77FE-9D29-32E7-823F22A98D68}"/>
                  </a:ext>
                </a:extLst>
              </p:cNvPr>
              <p:cNvSpPr txBox="1"/>
              <p:nvPr/>
            </p:nvSpPr>
            <p:spPr>
              <a:xfrm>
                <a:off x="375597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B877E1CB-77FE-9D29-32E7-823F22A98D68}"/>
                  </a:ext>
                </a:extLst>
              </p:cNvPr>
              <p:cNvSpPr txBox="1">
                <a:spLocks noRot="1" noChangeAspect="1" noMove="1" noResize="1" noEditPoints="1" noAdjustHandles="1" noChangeArrowheads="1" noChangeShapeType="1" noTextEdit="1"/>
              </p:cNvSpPr>
              <p:nvPr/>
            </p:nvSpPr>
            <p:spPr>
              <a:xfrm>
                <a:off x="375597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A6803C77-7F1E-249E-EE54-F4CA5801BB7C}"/>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A6803C77-7F1E-249E-EE54-F4CA5801BB7C}"/>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610F6D-B9F0-F5F3-1FC9-1FEEEB527F2A}"/>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2F610F6D-B9F0-F5F3-1FC9-1FEEEB527F2A}"/>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261373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C5CD3-05E4-0807-459C-4DA1A5CE6ABB}"/>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A18A2080-6E7E-E7AD-C067-3C12D80B67EA}"/>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425FF61D-7968-F1B1-4A69-CEA855CDEB5C}"/>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9D2E4D4-A9B0-18E7-D970-35F83275201D}"/>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5038FB64-2CEF-621D-5388-32946C66B440}"/>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B01731A0-795D-F512-AFEB-91D8F0D362A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B6188D0-D441-F41D-D96D-4B8B03269BB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31C3C242-ECDB-2AA7-B726-23FCABFE5E4C}"/>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7C63D5C6-9DDA-0AC7-FFE8-BCD8CE198C7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77BDE3F-3704-5BBF-FEF2-193B0A1C6AC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3031EDD2-ED19-54C8-B699-687EA62D4D7B}"/>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3389CE94-A540-7584-4B40-F16A2FCF9BF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81EC4A5-6CA0-504E-67D4-D920B1DE141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481EC4A5-6CA0-504E-67D4-D920B1DE141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032D7D59-3325-0276-7E22-2EBAE987EF89}"/>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E1AE515D-6325-AA2D-0367-5A070637D62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E23616B-DECC-4630-6468-7E020B6A7A9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15343EC9-F92B-44B2-E29C-FEBFEC4F4D80}"/>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EDE3FA6A-0081-3908-ACE7-8D5EA7D4B9A9}"/>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22D36AF-7934-492E-28D1-5D7C1154C877}"/>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68CD1D91-42FA-8045-6C95-E8AE8692F034}"/>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55C4386E-AF9A-2892-836F-C2223BB3CD4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89A260-CE7F-A700-44BB-B55248A675F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7D16F93D-6BD7-24EA-33D1-8E617D244E15}"/>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68194CA7-8901-CE9D-9E5C-6BD4282253F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6F9D7FD-70B1-C904-E394-024F3C73774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44A01D37-059B-D32F-7FD7-D2803BA94A25}"/>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4199A22B-0219-1FD0-0BB5-5B205E5E624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F7A8FE3-5DC8-7DEC-BE69-0D9E03F63D4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1F7A8FE3-5DC8-7DEC-BE69-0D9E03F63D4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66D3937C-9557-B00E-4B28-F575496AE857}"/>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B3DE1886-537A-6E4F-B8A2-34F22838BFD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0693F84-43DC-F23C-22F2-43A2074E04E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921A471-71BC-58E4-EBDF-3D177ED7D2A1}"/>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1921A471-71BC-58E4-EBDF-3D177ED7D2A1}"/>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B1376D7-7EB6-9972-EDAB-4B8F0751FE4C}"/>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9B1376D7-7EB6-9972-EDAB-4B8F0751FE4C}"/>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D3298039-B372-4CDA-B279-E7820C3ADBDE}"/>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8A5663E-A1B3-83F0-4A6A-28C3D6829504}"/>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12E3A074-A84D-674B-3CA8-8047812D94E7}"/>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7DCE99B8-F66E-96A7-3EFB-E46F74499A4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9265F89-CB2A-21CE-E9D3-18703010D2A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46C507E9-E2F1-ED7B-B4E1-B4F36602BCCD}"/>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F6CA2972-E8BA-2993-ED7F-867EBF311F5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2BC3098-2774-94A2-8365-9858D73EFC6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0CCAC446-63B6-D77E-8D7D-53ADECB4CBBA}"/>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FC42E867-1C85-71C7-19A7-4B2CA81559E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35EC64C-3E42-39AA-4A88-2472FDED31C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535EC64C-3E42-39AA-4A88-2472FDED31CA}"/>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9DE1F74E-C64F-A70B-6F91-AEF75BD28135}"/>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C6434DF8-25EF-B285-0062-137A427B326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0C4F25D8-C1DE-1753-BCE9-FC39541EFF3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A56596E1-0624-7494-602F-201EE87615A6}"/>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9ED3EA2E-EF3E-1D60-7FCF-3189B6357269}"/>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FEEDF8DC-CEA6-9B20-FBB6-89C25E5104C4}"/>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6A911EF7-AB4A-2F17-4F14-2A3A4EA307E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E7F987F-25DC-04E0-E99A-6B9505F6E54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F5408588-2964-1665-5E45-CE5EA132605A}"/>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A1B338F1-227E-2F9B-3139-88D8A267558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42AFD95-0EE3-69C6-D139-AFF07F26899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7A3866CB-EE97-4F11-F987-5DAAE0187598}"/>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45AC477F-FB90-28E0-1D43-A4C0D78B40C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D2901D6-84D9-AB24-A7FA-6E97EE44950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6D2901D6-84D9-AB24-A7FA-6E97EE44950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643950F6-D8F4-E932-4F02-3E45296DCE06}"/>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3235A76F-B5C2-7B3D-4C57-D87C2AC5D0D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C933566-54CB-98B3-3628-BA7EC150424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EFAA172-3CF2-5FB9-B244-B856E48EFEB0}"/>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4EFAA172-3CF2-5FB9-B244-B856E48EFEB0}"/>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5B5F073-5670-BE6A-2676-FCA55CBA95FC}"/>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B5B5F073-5670-BE6A-2676-FCA55CBA95FC}"/>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C3CD218-77FE-F833-D1EC-5E3CB3186D44}"/>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5C3CD218-77FE-F833-D1EC-5E3CB3186D44}"/>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D7395DE-6D4E-0C0A-308D-CD3A277138D1}"/>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AD7395DE-6D4E-0C0A-308D-CD3A277138D1}"/>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61AD7DFC-F22A-DC16-29E1-C6752344ACEE}"/>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61AD7DFC-F22A-DC16-29E1-C6752344ACEE}"/>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9B61244-1923-CF0F-927C-73F2963A73A9}"/>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B9B61244-1923-CF0F-927C-73F2963A73A9}"/>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F2FD407E-497D-9B6F-EB77-A970C540FB4E}"/>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0A072E43-98AC-B3E2-88B8-1017B9EC017C}"/>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AD88086-DAB7-07A6-1600-14AC76DF3A48}"/>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55B3C8C-3220-5ED0-423D-DB5B2AF26821}"/>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A25D30B1-CC9F-259C-F164-9AE69885B809}"/>
              </a:ext>
            </a:extLst>
          </p:cNvPr>
          <p:cNvGrpSpPr/>
          <p:nvPr/>
        </p:nvGrpSpPr>
        <p:grpSpPr>
          <a:xfrm>
            <a:off x="3485971" y="2078985"/>
            <a:ext cx="720008" cy="584775"/>
            <a:chOff x="3125967" y="2528990"/>
            <a:chExt cx="720008" cy="584775"/>
          </a:xfrm>
        </p:grpSpPr>
        <p:sp>
          <p:nvSpPr>
            <p:cNvPr id="53" name="Oval 52">
              <a:extLst>
                <a:ext uri="{FF2B5EF4-FFF2-40B4-BE49-F238E27FC236}">
                  <a16:creationId xmlns:a16="http://schemas.microsoft.com/office/drawing/2014/main" id="{64F1B8DB-218B-3A40-1971-B63F426940E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7FCD495-3572-D441-EC77-3019BCFD696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0C35E32B-89E9-0A4C-5CF3-7FA2BD997DBD}"/>
              </a:ext>
            </a:extLst>
          </p:cNvPr>
          <p:cNvGrpSpPr/>
          <p:nvPr/>
        </p:nvGrpSpPr>
        <p:grpSpPr>
          <a:xfrm>
            <a:off x="3485971" y="3474232"/>
            <a:ext cx="720008" cy="584775"/>
            <a:chOff x="3125967" y="2528990"/>
            <a:chExt cx="720008" cy="584775"/>
          </a:xfrm>
        </p:grpSpPr>
        <p:sp>
          <p:nvSpPr>
            <p:cNvPr id="56" name="Oval 55">
              <a:extLst>
                <a:ext uri="{FF2B5EF4-FFF2-40B4-BE49-F238E27FC236}">
                  <a16:creationId xmlns:a16="http://schemas.microsoft.com/office/drawing/2014/main" id="{BFC96F7D-E773-7E91-1B87-FB01C07236E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682E886-3685-DAF3-593B-7965783DAE2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88C81F49-F001-279F-3D1A-42C07A661CA0}"/>
              </a:ext>
            </a:extLst>
          </p:cNvPr>
          <p:cNvGrpSpPr/>
          <p:nvPr/>
        </p:nvGrpSpPr>
        <p:grpSpPr>
          <a:xfrm>
            <a:off x="4925987" y="1718981"/>
            <a:ext cx="720008" cy="584775"/>
            <a:chOff x="3125967" y="2528990"/>
            <a:chExt cx="720008" cy="584775"/>
          </a:xfrm>
        </p:grpSpPr>
        <p:sp>
          <p:nvSpPr>
            <p:cNvPr id="60" name="Oval 59">
              <a:extLst>
                <a:ext uri="{FF2B5EF4-FFF2-40B4-BE49-F238E27FC236}">
                  <a16:creationId xmlns:a16="http://schemas.microsoft.com/office/drawing/2014/main" id="{C6B677F8-01B0-3601-BE0C-51C584A6AB5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B7FF3BC-564D-0082-C752-CE21CA766B5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6B7FF3BC-564D-0082-C752-CE21CA766B56}"/>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62" name="Group 61">
            <a:extLst>
              <a:ext uri="{FF2B5EF4-FFF2-40B4-BE49-F238E27FC236}">
                <a16:creationId xmlns:a16="http://schemas.microsoft.com/office/drawing/2014/main" id="{05956F2C-30FA-65D6-FAB7-9A7A7BF84B6C}"/>
              </a:ext>
            </a:extLst>
          </p:cNvPr>
          <p:cNvGrpSpPr/>
          <p:nvPr/>
        </p:nvGrpSpPr>
        <p:grpSpPr>
          <a:xfrm>
            <a:off x="4925987" y="3068996"/>
            <a:ext cx="720008" cy="584775"/>
            <a:chOff x="3125967" y="2528990"/>
            <a:chExt cx="720008" cy="584775"/>
          </a:xfrm>
        </p:grpSpPr>
        <p:sp>
          <p:nvSpPr>
            <p:cNvPr id="63" name="Oval 62">
              <a:extLst>
                <a:ext uri="{FF2B5EF4-FFF2-40B4-BE49-F238E27FC236}">
                  <a16:creationId xmlns:a16="http://schemas.microsoft.com/office/drawing/2014/main" id="{0893098E-7296-2E75-7C19-5096168AFFC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A795966-99E4-90DB-FABF-5DCF7D2451F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750072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9"/>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3483-EC6D-EC06-DECC-22CD09AE9DF4}"/>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B4892833-2888-4450-2076-013D7C2B066B}"/>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1EB59FD9-82EB-06BB-3653-0F4B056E6677}"/>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6CA39086-0488-2B1C-EC2E-0440C5A9AF3F}"/>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9DBBF00E-FA05-16D0-2E3F-C513700C03E1}"/>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AD949857-92D2-BA40-7152-6FFA800572A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9E923CB-045F-FA0C-E17D-3D019A7336E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7DDEFDA1-30A0-6834-2F8B-F28F0F439B61}"/>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E7BEA543-A802-261B-1118-F2E73B68C6B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1C77EFD-CFF8-2CB6-2B30-4EFCD52CE7F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A6AF7793-EF9F-D275-8C1C-720D036F8460}"/>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1CE4D9A3-BDA6-5868-D9C3-6A46538C163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ECC6E9F-5443-2D7B-DDFF-5048A6070F0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DECC6E9F-5443-2D7B-DDFF-5048A6070F0B}"/>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4E1A7656-2EB6-CFF1-6C59-2E345AA20636}"/>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FC94B756-7203-1014-64E6-7FDC8B9FCA3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6A2B32-F7A4-1F96-9FC2-03BD52E843F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C26B2EE2-4BFD-C870-9400-E114329242E3}"/>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264B4843-534A-423D-AD72-351FA860C692}"/>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FA17261-779C-D702-EC4D-09F2DAAE5641}"/>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77ABDE96-6271-008A-3C2D-DCDD569F5BB4}"/>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81284F05-6CE7-82C1-B3ED-5782401E715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B37B254-E40A-F939-CDEC-5C1B3BAC820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4027871B-3B08-2A90-D390-3F6F17FC17B1}"/>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0325FBCF-D43F-F553-9DAB-DC4715FF02A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84B924D-311C-C6A7-9238-F54A3025641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C2BC01C0-6A6F-7540-EBA4-7BA9E51991C7}"/>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9C5A76ED-1D61-3AE7-E68D-012A8516FB8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2B97D50-6497-B1F5-774F-5A7587B5D45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52B97D50-6497-B1F5-774F-5A7587B5D45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26DDC2F3-1F1C-0178-90AA-96FD1A4CA9F6}"/>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904D2DFE-FFBF-71DB-EBBD-2F0B2AF4AD1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573741-D349-1C6D-AA9D-A7848B474AC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12974C6-1F11-C51C-1BAF-3FBE283FD981}"/>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E12974C6-1F11-C51C-1BAF-3FBE283FD981}"/>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91F4EF9-A8EC-1197-FCA6-30AC30FD8399}"/>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891F4EF9-A8EC-1197-FCA6-30AC30FD8399}"/>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5800593C-5649-F904-DF86-86A70F4E97F5}"/>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C9B98BA-529E-B903-089B-E5A98C4030FD}"/>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2190B698-DBC9-4473-C973-C4D0F7F8FC67}"/>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11C1794B-A3C1-F76F-7ED7-D80EDBE6AB7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C940826-3A63-2D80-D3BF-2B56B2D4F5D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B0BCC6BB-D2FB-8C8C-8943-0ACF6641D5E0}"/>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7E71E858-F625-AEFC-BE92-40A9E86FE10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8BA3516-1BE1-AD6C-ED66-3BA547E5560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7A42652F-FF87-7DF3-52F2-FF34D3ED4B60}"/>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94E77F4E-8675-BC75-625E-D9E30BE92B5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9DBAD66-05AC-67D7-C843-BD48C972F3F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39DBAD66-05AC-67D7-C843-BD48C972F3F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CEBF48E2-D45D-1DE1-7772-7CC0DC0C8CF0}"/>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8083342E-CDA6-41B2-02CF-5ABCBD684D5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7601840-E7D5-3E17-E496-EC40317BB53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5B3BDDB3-4B30-C13E-AFE6-A78ABEA9B6B6}"/>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E6A13A75-0EB3-67B3-F0F9-6C1B81AA9372}"/>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E10DEBBE-5127-B4AB-30EF-AE30B415A615}"/>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4F4BEE31-546C-05CF-131E-F2EFEB28E67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15C30C8-B6F0-3660-0835-35CDD87E0D5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B3B47A9B-E9A5-EEDA-A210-38D5307A0240}"/>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2F93E067-FD26-90D7-93B8-14DACDBC9BC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231ADAD9-DCED-0A27-BD2D-F22B509D83F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433191E9-6D25-A133-C7FB-2A7A053DF6D9}"/>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D5090434-C433-89B8-DDFB-880CAE716C1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97610AB1-A339-EBB9-F42F-98B79ADA714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97610AB1-A339-EBB9-F42F-98B79ADA7147}"/>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E13B5CB9-44E6-8594-B2F9-759BBB0BE26D}"/>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72F520DD-1FC2-882F-C1FB-ABC32B112F7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0E08F7E-857A-DEBC-549E-949CE18B84E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7203D845-F105-B6D0-5D7B-40BA129D9500}"/>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7203D845-F105-B6D0-5D7B-40BA129D9500}"/>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5CBFC46-1B17-3277-7F63-47ED7DD1D62D}"/>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85CBFC46-1B17-3277-7F63-47ED7DD1D62D}"/>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764888B-AE81-5BFA-AC0B-BFFB3C354AFC}"/>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D764888B-AE81-5BFA-AC0B-BFFB3C354AFC}"/>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C3AA088C-AD64-9C2A-6029-C8347B365295}"/>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C3AA088C-AD64-9C2A-6029-C8347B365295}"/>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D57D802A-5422-BC05-5049-06AFF708907E}"/>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D57D802A-5422-BC05-5049-06AFF708907E}"/>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B6A21BA-5CD6-A056-5267-0553388D1533}"/>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6B6A21BA-5CD6-A056-5267-0553388D1533}"/>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B978E2ED-F443-6D9C-AB81-24EA8F2E2026}"/>
              </a:ext>
            </a:extLst>
          </p:cNvPr>
          <p:cNvCxnSpPr>
            <a:cxnSpLocks/>
          </p:cNvCxnSpPr>
          <p:nvPr/>
        </p:nvCxnSpPr>
        <p:spPr>
          <a:xfrm flipH="1">
            <a:off x="7896020"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3AD60AD8-F790-87B1-D6D9-C2C9B1F681E7}"/>
              </a:ext>
            </a:extLst>
          </p:cNvPr>
          <p:cNvCxnSpPr>
            <a:cxnSpLocks/>
          </p:cNvCxnSpPr>
          <p:nvPr/>
        </p:nvCxnSpPr>
        <p:spPr>
          <a:xfrm flipH="1">
            <a:off x="7896020"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157675B-317A-1AA9-899B-AF3C06D8933E}"/>
              </a:ext>
            </a:extLst>
          </p:cNvPr>
          <p:cNvCxnSpPr>
            <a:cxnSpLocks/>
          </p:cNvCxnSpPr>
          <p:nvPr/>
        </p:nvCxnSpPr>
        <p:spPr>
          <a:xfrm flipV="1">
            <a:off x="7896020"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B47F5D0A-69E1-8DE9-9C17-10354CCE55E5}"/>
              </a:ext>
            </a:extLst>
          </p:cNvPr>
          <p:cNvCxnSpPr>
            <a:cxnSpLocks/>
          </p:cNvCxnSpPr>
          <p:nvPr/>
        </p:nvCxnSpPr>
        <p:spPr>
          <a:xfrm flipV="1">
            <a:off x="9336036"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A29E5D11-6CF9-D949-0EB7-FCE857B12A3D}"/>
              </a:ext>
            </a:extLst>
          </p:cNvPr>
          <p:cNvGrpSpPr/>
          <p:nvPr/>
        </p:nvGrpSpPr>
        <p:grpSpPr>
          <a:xfrm>
            <a:off x="7536016" y="2078985"/>
            <a:ext cx="720008" cy="584775"/>
            <a:chOff x="3125967" y="2528990"/>
            <a:chExt cx="720008" cy="584775"/>
          </a:xfrm>
        </p:grpSpPr>
        <p:sp>
          <p:nvSpPr>
            <p:cNvPr id="53" name="Oval 52">
              <a:extLst>
                <a:ext uri="{FF2B5EF4-FFF2-40B4-BE49-F238E27FC236}">
                  <a16:creationId xmlns:a16="http://schemas.microsoft.com/office/drawing/2014/main" id="{1E4F26EA-9BB2-A9C5-A732-1E596B5B7E5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01C7192-316A-D337-50B2-2684574A6B0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77135495-30DF-3F3D-2D69-7E7F125816AE}"/>
              </a:ext>
            </a:extLst>
          </p:cNvPr>
          <p:cNvGrpSpPr/>
          <p:nvPr/>
        </p:nvGrpSpPr>
        <p:grpSpPr>
          <a:xfrm>
            <a:off x="7536016" y="3474232"/>
            <a:ext cx="720008" cy="584775"/>
            <a:chOff x="3125967" y="2528990"/>
            <a:chExt cx="720008" cy="584775"/>
          </a:xfrm>
        </p:grpSpPr>
        <p:sp>
          <p:nvSpPr>
            <p:cNvPr id="56" name="Oval 55">
              <a:extLst>
                <a:ext uri="{FF2B5EF4-FFF2-40B4-BE49-F238E27FC236}">
                  <a16:creationId xmlns:a16="http://schemas.microsoft.com/office/drawing/2014/main" id="{256A8332-7D61-A9DF-4CC7-776074A4661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E90BD9F-FC88-AE2F-E3CD-B8C56C87A58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E27E9B6C-C36E-AE2E-CBA1-E9ABF279FF3D}"/>
              </a:ext>
            </a:extLst>
          </p:cNvPr>
          <p:cNvGrpSpPr/>
          <p:nvPr/>
        </p:nvGrpSpPr>
        <p:grpSpPr>
          <a:xfrm>
            <a:off x="8976032" y="1718981"/>
            <a:ext cx="720008" cy="584775"/>
            <a:chOff x="3125967" y="2528990"/>
            <a:chExt cx="720008" cy="584775"/>
          </a:xfrm>
        </p:grpSpPr>
        <p:sp>
          <p:nvSpPr>
            <p:cNvPr id="60" name="Oval 59">
              <a:extLst>
                <a:ext uri="{FF2B5EF4-FFF2-40B4-BE49-F238E27FC236}">
                  <a16:creationId xmlns:a16="http://schemas.microsoft.com/office/drawing/2014/main" id="{549AA317-415C-21C7-7EE3-9CC08802FAB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A563D60-9128-8B62-B852-02F2DC7C75A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0A563D60-9128-8B62-B852-02F2DC7C75AD}"/>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6"/>
                  <a:stretch>
                    <a:fillRect/>
                  </a:stretch>
                </a:blipFill>
              </p:spPr>
              <p:txBody>
                <a:bodyPr/>
                <a:lstStyle/>
                <a:p>
                  <a:r>
                    <a:rPr lang="en-GB">
                      <a:noFill/>
                    </a:rPr>
                    <a:t> </a:t>
                  </a:r>
                </a:p>
              </p:txBody>
            </p:sp>
          </mc:Fallback>
        </mc:AlternateContent>
      </p:grpSp>
      <p:grpSp>
        <p:nvGrpSpPr>
          <p:cNvPr id="62" name="Group 61">
            <a:extLst>
              <a:ext uri="{FF2B5EF4-FFF2-40B4-BE49-F238E27FC236}">
                <a16:creationId xmlns:a16="http://schemas.microsoft.com/office/drawing/2014/main" id="{5B599740-23F8-6430-663C-21D452C99A2C}"/>
              </a:ext>
            </a:extLst>
          </p:cNvPr>
          <p:cNvGrpSpPr/>
          <p:nvPr/>
        </p:nvGrpSpPr>
        <p:grpSpPr>
          <a:xfrm>
            <a:off x="8976032" y="3068996"/>
            <a:ext cx="720008" cy="584775"/>
            <a:chOff x="3125967" y="2528990"/>
            <a:chExt cx="720008" cy="584775"/>
          </a:xfrm>
        </p:grpSpPr>
        <p:sp>
          <p:nvSpPr>
            <p:cNvPr id="63" name="Oval 62">
              <a:extLst>
                <a:ext uri="{FF2B5EF4-FFF2-40B4-BE49-F238E27FC236}">
                  <a16:creationId xmlns:a16="http://schemas.microsoft.com/office/drawing/2014/main" id="{81DC9350-0F19-3CED-9737-2156C8652DA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049E191-9D4E-77E6-59D5-79115D24418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37658606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407F9-7F1D-E716-81DF-A9F28D4BFF44}"/>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A578F8D9-04D6-FCAE-8737-74E9F025406E}"/>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26DF9A1A-E0A3-886C-A18F-77A2FD05FCBB}"/>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7CEA078-CC99-BB22-FE1A-EB166E16BE8D}"/>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FA14EC1B-2AF7-41F6-F2C5-B55CBCECA358}"/>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02375F27-1431-4609-5D80-E3EBA9BC5A2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036D038-57BB-FEDC-209F-A2C71A21751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B1A3466C-50EF-1299-F46D-653CEE3DFF2E}"/>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FC832852-4569-E1CA-F121-B53D4358CAB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853EC6D-24D3-D722-D800-75640E26BB0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BB5D1102-92DC-B2EA-257D-436D1659C27F}"/>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63E2D5D5-94F4-1CF6-71F7-B805645890F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4A6086-F79B-478F-A366-4FA574F79EE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834A6086-F79B-478F-A366-4FA574F79EE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C5451DE1-63CA-7007-AAF0-CF4CD473B501}"/>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690B4558-61EB-25DA-64B2-A6062A09B5E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3BCEE43-C9A2-31BC-390C-34F27E5958E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030D2B8E-1A12-D43F-C18F-0ED2615AD73B}"/>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6E79AC97-5515-F115-130F-3E18AD500CD9}"/>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87073A6-F179-F4FA-8E1E-C27C28E35218}"/>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A98592AC-33C7-F74F-E3D3-CC964816F1EB}"/>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817D0C8B-C8BB-F5C4-E4DB-C7BCC383821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AFBC29F-D6FD-DEB2-02E2-81BC16CF707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CBF4D37C-1558-27AE-0D29-3157A29A43BD}"/>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CAE4B6ED-5FE9-7053-2C89-DD024EFCDEB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D12DA5A-CC66-0E5D-0F40-59F58D4DE09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51A92B3E-E29F-30B1-7A8F-FB0BCAE5270A}"/>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440A7C77-A407-AF65-C148-7839A7498F6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89B88A6-992F-6D36-DE77-57F272149DA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289B88A6-992F-6D36-DE77-57F272149DA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6028EACC-C8CD-DB60-6D33-5184B4FBAD5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B3B62F52-3887-ADD6-0ACE-4A0AE97748B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1C5E33B-97ED-A482-0A72-270152051EB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D307A75-EDCE-9E6D-D612-8C282797BB69}"/>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3D307A75-EDCE-9E6D-D612-8C282797BB69}"/>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C5BFFD7-C625-A55E-CF22-39142237F737}"/>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8C5BFFD7-C625-A55E-CF22-39142237F737}"/>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3305917A-7272-5190-944A-8EC0BA29C11F}"/>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7A586D0-6CF9-7F34-1CD0-6D21662C4725}"/>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C4DA3397-7BF9-F4E6-A660-41ECA0200154}"/>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352538FB-31AE-5878-DB3F-A51645E7B5C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4AA87CF-332A-A357-95B5-B4A1C1141A9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8D741C10-FD8A-804C-CB29-BBEF15930CBA}"/>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7305C460-C41B-80F8-80E9-0DB5B06975F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4E0CE49-BD60-C6E9-7F14-3CD40AB56FA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7FE181BB-2FC5-FD44-06D8-0951D8945B39}"/>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1DC055DA-A361-91EC-F4BC-B3ABF70B22B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D9E4636-833F-9FF1-C4AE-4DB2926D89C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2D9E4636-833F-9FF1-C4AE-4DB2926D89C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2345BB47-FEEB-18C4-5070-933744D6CE29}"/>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2EDB1089-3975-77AD-87D2-6B518D1CED1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A469B89-6D66-58E1-5E09-23ED8FA1BCF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39F0A004-3820-BE27-A116-EB882D29C982}"/>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C8A5E3B1-C615-F78D-9F6B-A1FAA33EB93B}"/>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1812356-9210-0B48-74D9-F46D4189C403}"/>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B1312183-F3F6-40E5-D985-E3EFA920CBE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EAE8F548-824C-3001-914E-499770CB425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5BF20FE3-B35F-C0A8-705A-DDC9D65290BF}"/>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4131DF9C-8CE8-601C-3E52-38B5BDE6CE3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55AAF622-4150-680D-5F98-9AFBDD90ADF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8AD1092B-C180-AD20-9D3D-E20894CF22A0}"/>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2F3691A0-D472-641C-B626-C8FA56A9743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E59DEF80-0449-E6EA-A65B-3F83B415C0E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E59DEF80-0449-E6EA-A65B-3F83B415C0E3}"/>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FEB7CCD8-D5FC-811D-32B9-D3F967A89A65}"/>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86D1BD7C-06FD-0DE2-58AC-35AE71C0490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E9641F22-DA54-E1FD-FF1C-B20E0984148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218D38FD-F87D-CFC6-02E3-BF57411E6994}"/>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218D38FD-F87D-CFC6-02E3-BF57411E6994}"/>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E93E44D-B1F0-7927-62C0-BC6741D79CE2}"/>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4E93E44D-B1F0-7927-62C0-BC6741D79CE2}"/>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36C328BE-D4AD-2EE8-429E-35C282F25B43}"/>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36C328BE-D4AD-2EE8-429E-35C282F25B43}"/>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E867CF57-C77D-ABE6-4211-BD5E8BE2766E}"/>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E867CF57-C77D-ABE6-4211-BD5E8BE2766E}"/>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9494A33-BED3-DA06-5D26-1602766FE17D}"/>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C9494A33-BED3-DA06-5D26-1602766FE17D}"/>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8519EB0-A0D6-0D82-8120-F707C0BF9E19}"/>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08519EB0-A0D6-0D82-8120-F707C0BF9E19}"/>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310726B3-1423-3CDF-B19D-AE5AD74E923B}"/>
              </a:ext>
            </a:extLst>
          </p:cNvPr>
          <p:cNvCxnSpPr>
            <a:cxnSpLocks/>
          </p:cNvCxnSpPr>
          <p:nvPr/>
        </p:nvCxnSpPr>
        <p:spPr>
          <a:xfrm flipH="1">
            <a:off x="7896020"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C3F593F-9A11-FEDE-3E9A-2E4998C6E2DD}"/>
              </a:ext>
            </a:extLst>
          </p:cNvPr>
          <p:cNvCxnSpPr>
            <a:cxnSpLocks/>
          </p:cNvCxnSpPr>
          <p:nvPr/>
        </p:nvCxnSpPr>
        <p:spPr>
          <a:xfrm flipH="1">
            <a:off x="7896020"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8F3F1D5-8B34-6B88-8B59-06FF10804B41}"/>
              </a:ext>
            </a:extLst>
          </p:cNvPr>
          <p:cNvCxnSpPr>
            <a:cxnSpLocks/>
          </p:cNvCxnSpPr>
          <p:nvPr/>
        </p:nvCxnSpPr>
        <p:spPr>
          <a:xfrm flipV="1">
            <a:off x="7896020"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0D39205-23F6-4FB5-66BE-BAA481C9C9B3}"/>
              </a:ext>
            </a:extLst>
          </p:cNvPr>
          <p:cNvCxnSpPr>
            <a:cxnSpLocks/>
          </p:cNvCxnSpPr>
          <p:nvPr/>
        </p:nvCxnSpPr>
        <p:spPr>
          <a:xfrm flipV="1">
            <a:off x="9336036"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CCF663E8-45CF-D001-2D7A-F99B857727E9}"/>
              </a:ext>
            </a:extLst>
          </p:cNvPr>
          <p:cNvGrpSpPr/>
          <p:nvPr/>
        </p:nvGrpSpPr>
        <p:grpSpPr>
          <a:xfrm>
            <a:off x="7536016" y="2078985"/>
            <a:ext cx="720008" cy="584775"/>
            <a:chOff x="3125967" y="2528990"/>
            <a:chExt cx="720008" cy="584775"/>
          </a:xfrm>
        </p:grpSpPr>
        <p:sp>
          <p:nvSpPr>
            <p:cNvPr id="53" name="Oval 52">
              <a:extLst>
                <a:ext uri="{FF2B5EF4-FFF2-40B4-BE49-F238E27FC236}">
                  <a16:creationId xmlns:a16="http://schemas.microsoft.com/office/drawing/2014/main" id="{F99B8571-EB90-23EB-7027-C51FC924EBD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C3F0CD5-CB6C-5FC8-208C-D91CDEE80E6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8E8B68C2-1E9A-A268-261F-AB1B8CF96CFD}"/>
              </a:ext>
            </a:extLst>
          </p:cNvPr>
          <p:cNvGrpSpPr/>
          <p:nvPr/>
        </p:nvGrpSpPr>
        <p:grpSpPr>
          <a:xfrm>
            <a:off x="7536016" y="3474232"/>
            <a:ext cx="720008" cy="584775"/>
            <a:chOff x="3125967" y="2528990"/>
            <a:chExt cx="720008" cy="584775"/>
          </a:xfrm>
        </p:grpSpPr>
        <p:sp>
          <p:nvSpPr>
            <p:cNvPr id="56" name="Oval 55">
              <a:extLst>
                <a:ext uri="{FF2B5EF4-FFF2-40B4-BE49-F238E27FC236}">
                  <a16:creationId xmlns:a16="http://schemas.microsoft.com/office/drawing/2014/main" id="{B326DA79-4A49-517F-C3FE-8CBF379032F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027E949-2FDE-9D7A-AEE9-81C69DC3C96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874918B0-43D2-2FE3-60DA-ABAAD3CFF635}"/>
              </a:ext>
            </a:extLst>
          </p:cNvPr>
          <p:cNvGrpSpPr/>
          <p:nvPr/>
        </p:nvGrpSpPr>
        <p:grpSpPr>
          <a:xfrm>
            <a:off x="8976032" y="1718981"/>
            <a:ext cx="720008" cy="584775"/>
            <a:chOff x="3125967" y="2528990"/>
            <a:chExt cx="720008" cy="584775"/>
          </a:xfrm>
        </p:grpSpPr>
        <p:sp>
          <p:nvSpPr>
            <p:cNvPr id="60" name="Oval 59">
              <a:extLst>
                <a:ext uri="{FF2B5EF4-FFF2-40B4-BE49-F238E27FC236}">
                  <a16:creationId xmlns:a16="http://schemas.microsoft.com/office/drawing/2014/main" id="{CC7E49CE-81B2-2B28-B6D7-E4CF01BD2EB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7FAC315-4A70-E63B-D3FA-213E8038D7F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07FAC315-4A70-E63B-D3FA-213E8038D7F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6"/>
                  <a:stretch>
                    <a:fillRect/>
                  </a:stretch>
                </a:blipFill>
              </p:spPr>
              <p:txBody>
                <a:bodyPr/>
                <a:lstStyle/>
                <a:p>
                  <a:r>
                    <a:rPr lang="en-GB">
                      <a:noFill/>
                    </a:rPr>
                    <a:t> </a:t>
                  </a:r>
                </a:p>
              </p:txBody>
            </p:sp>
          </mc:Fallback>
        </mc:AlternateContent>
      </p:grpSp>
      <p:grpSp>
        <p:nvGrpSpPr>
          <p:cNvPr id="62" name="Group 61">
            <a:extLst>
              <a:ext uri="{FF2B5EF4-FFF2-40B4-BE49-F238E27FC236}">
                <a16:creationId xmlns:a16="http://schemas.microsoft.com/office/drawing/2014/main" id="{3984A0D6-0DFB-C8BD-6BB2-34487D39A715}"/>
              </a:ext>
            </a:extLst>
          </p:cNvPr>
          <p:cNvGrpSpPr/>
          <p:nvPr/>
        </p:nvGrpSpPr>
        <p:grpSpPr>
          <a:xfrm>
            <a:off x="8976032" y="3068996"/>
            <a:ext cx="720008" cy="584775"/>
            <a:chOff x="3125967" y="2528990"/>
            <a:chExt cx="720008" cy="584775"/>
          </a:xfrm>
        </p:grpSpPr>
        <p:sp>
          <p:nvSpPr>
            <p:cNvPr id="63" name="Oval 62">
              <a:extLst>
                <a:ext uri="{FF2B5EF4-FFF2-40B4-BE49-F238E27FC236}">
                  <a16:creationId xmlns:a16="http://schemas.microsoft.com/office/drawing/2014/main" id="{B250A7CE-674B-CB6C-A046-DE107282FAA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8FB086AF-9FE3-8CCC-12A3-225265C2809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CE18844-1B16-A8E8-0348-2265CF53A5A2}"/>
                  </a:ext>
                </a:extLst>
              </p:cNvPr>
              <p:cNvSpPr txBox="1"/>
              <p:nvPr/>
            </p:nvSpPr>
            <p:spPr>
              <a:xfrm>
                <a:off x="8166023" y="3699003"/>
                <a:ext cx="3870043" cy="646331"/>
              </a:xfrm>
              <a:prstGeom prst="rect">
                <a:avLst/>
              </a:prstGeom>
              <a:noFill/>
            </p:spPr>
            <p:txBody>
              <a:bodyPr wrap="square">
                <a:spAutoFit/>
              </a:bodyPr>
              <a:lstStyle/>
              <a:p>
                <a:pPr/>
                <a14:m>
                  <m:oMathPara xmlns:m="http://schemas.openxmlformats.org/officeDocument/2006/math">
                    <m:o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𝑊</m:t>
                          </m:r>
                        </m:e>
                        <m:sub>
                          <m:r>
                            <a:rPr lang="en-GB" sz="3600" b="0" i="1" smtClean="0">
                              <a:solidFill>
                                <a:schemeClr val="accent3"/>
                              </a:solidFill>
                              <a:latin typeface="Cambria Math" panose="02040503050406030204" pitchFamily="18" charset="0"/>
                            </a:rPr>
                            <m:t>𝑘</m:t>
                          </m:r>
                          <m:r>
                            <m:rPr>
                              <m:sty m:val="p"/>
                            </m:rPr>
                            <a:rPr lang="en-GB" sz="3600" b="0" i="1" smtClean="0">
                              <a:solidFill>
                                <a:schemeClr val="accent1"/>
                              </a:solidFill>
                              <a:latin typeface="Cambria Math" panose="02040503050406030204" pitchFamily="18" charset="0"/>
                            </a:rPr>
                            <m:t>ℓ</m:t>
                          </m:r>
                        </m:sub>
                      </m:sSub>
                      <m:r>
                        <a:rPr lang="en-GB" sz="3600" b="0" i="1" smtClean="0">
                          <a:latin typeface="Cambria Math" panose="02040503050406030204" pitchFamily="18" charset="0"/>
                        </a:rPr>
                        <m:t>=</m:t>
                      </m:r>
                      <m:r>
                        <a:rPr lang="en-GB" sz="3600" b="0" i="1" smtClean="0">
                          <a:latin typeface="Cambria Math" panose="02040503050406030204" pitchFamily="18" charset="0"/>
                        </a:rPr>
                        <m:t>𝕀</m:t>
                      </m:r>
                      <m:d>
                        <m:dPr>
                          <m:begChr m:val="["/>
                          <m:endChr m:val="]"/>
                          <m:ctrlPr>
                            <a:rPr lang="en-GB" sz="3600" b="0" i="1" smtClean="0">
                              <a:solidFill>
                                <a:schemeClr val="accent3"/>
                              </a:solidFill>
                              <a:latin typeface="Cambria Math" panose="02040503050406030204" pitchFamily="18" charset="0"/>
                            </a:rPr>
                          </m:ctrlPr>
                        </m:dPr>
                        <m:e>
                          <m:r>
                            <a:rPr lang="en-GB" sz="3600" b="0" i="1" smtClean="0">
                              <a:solidFill>
                                <a:schemeClr val="accent3"/>
                              </a:solidFill>
                              <a:latin typeface="Cambria Math" panose="02040503050406030204" pitchFamily="18" charset="0"/>
                            </a:rPr>
                            <m:t>𝑘</m:t>
                          </m:r>
                          <m:r>
                            <a:rPr lang="en-GB" sz="3600" b="0" i="1" smtClean="0">
                              <a:latin typeface="Cambria Math" panose="02040503050406030204" pitchFamily="18" charset="0"/>
                            </a:rPr>
                            <m:t>=</m:t>
                          </m:r>
                          <m:r>
                            <m:rPr>
                              <m:sty m:val="p"/>
                            </m:rPr>
                            <a:rPr lang="en-GB" sz="3600" b="0" i="1" smtClean="0">
                              <a:solidFill>
                                <a:schemeClr val="accent1"/>
                              </a:solidFill>
                              <a:latin typeface="Cambria Math" panose="02040503050406030204" pitchFamily="18" charset="0"/>
                            </a:rPr>
                            <m:t>ℓ</m:t>
                          </m:r>
                        </m:e>
                      </m:d>
                    </m:oMath>
                  </m:oMathPara>
                </a14:m>
                <a:endParaRPr lang="en-GB" sz="3600" dirty="0"/>
              </a:p>
            </p:txBody>
          </p:sp>
        </mc:Choice>
        <mc:Fallback xmlns="">
          <p:sp>
            <p:nvSpPr>
              <p:cNvPr id="46" name="TextBox 45">
                <a:extLst>
                  <a:ext uri="{FF2B5EF4-FFF2-40B4-BE49-F238E27FC236}">
                    <a16:creationId xmlns:a16="http://schemas.microsoft.com/office/drawing/2014/main" id="{FCE18844-1B16-A8E8-0348-2265CF53A5A2}"/>
                  </a:ext>
                </a:extLst>
              </p:cNvPr>
              <p:cNvSpPr txBox="1">
                <a:spLocks noRot="1" noChangeAspect="1" noMove="1" noResize="1" noEditPoints="1" noAdjustHandles="1" noChangeArrowheads="1" noChangeShapeType="1" noTextEdit="1"/>
              </p:cNvSpPr>
              <p:nvPr/>
            </p:nvSpPr>
            <p:spPr>
              <a:xfrm>
                <a:off x="8166023" y="3699003"/>
                <a:ext cx="3870043" cy="646331"/>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36921BE-7F73-5C39-EC40-FAC9EF0F5706}"/>
                  </a:ext>
                </a:extLst>
              </p:cNvPr>
              <p:cNvSpPr txBox="1"/>
              <p:nvPr/>
            </p:nvSpPr>
            <p:spPr>
              <a:xfrm>
                <a:off x="6096000" y="2528990"/>
                <a:ext cx="990011"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ea typeface="Cambria Math" panose="02040503050406030204" pitchFamily="18" charset="0"/>
                        </a:rPr>
                        <m:t>⟼</m:t>
                      </m:r>
                    </m:oMath>
                  </m:oMathPara>
                </a14:m>
                <a:endParaRPr lang="en-GB" sz="4800" dirty="0"/>
              </a:p>
            </p:txBody>
          </p:sp>
        </mc:Choice>
        <mc:Fallback xmlns="">
          <p:sp>
            <p:nvSpPr>
              <p:cNvPr id="71" name="TextBox 70">
                <a:extLst>
                  <a:ext uri="{FF2B5EF4-FFF2-40B4-BE49-F238E27FC236}">
                    <a16:creationId xmlns:a16="http://schemas.microsoft.com/office/drawing/2014/main" id="{F36921BE-7F73-5C39-EC40-FAC9EF0F5706}"/>
                  </a:ext>
                </a:extLst>
              </p:cNvPr>
              <p:cNvSpPr txBox="1">
                <a:spLocks noRot="1" noChangeAspect="1" noMove="1" noResize="1" noEditPoints="1" noAdjustHandles="1" noChangeArrowheads="1" noChangeShapeType="1" noTextEdit="1"/>
              </p:cNvSpPr>
              <p:nvPr/>
            </p:nvSpPr>
            <p:spPr>
              <a:xfrm>
                <a:off x="6096000" y="2528990"/>
                <a:ext cx="990011" cy="830997"/>
              </a:xfrm>
              <a:prstGeom prst="rect">
                <a:avLst/>
              </a:prstGeom>
              <a:blipFill>
                <a:blip r:embed="rId1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763343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81CF-0DED-47BB-9162-1B3B344AA3D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A38CC7F-FC15-0756-026B-7DF906E31952}"/>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27ED6F5B-22CC-07B7-10E7-C8F4D6356DC5}"/>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F1E18D63-8D43-3512-84EC-F95C3E0BD308}"/>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B8EDF698-FDA9-770B-B22C-87E8C3F6FB10}"/>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7CE6E532-BA75-9AB6-CC0A-2791C953BB2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6FEE84-AF8C-3DB2-894F-2E5A8672020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87091BD3-DAFF-CBB2-0C9F-A8EEFA00E217}"/>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2B72E518-E59A-B181-5EBC-DBF8BDD2DEA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77C66AA-5858-4D4F-FD52-86B0F37C6EA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99527D1D-B735-7788-C23B-750CC86C6C4A}"/>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97C63C9E-3875-EA8C-B2AA-C31A5D83E52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4AAA57D-A94B-B364-4C42-BF22F30D244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44AAA57D-A94B-B364-4C42-BF22F30D244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8B8A92EF-F4E9-0592-978A-961379BA31B1}"/>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04E5A7E1-7DDE-4545-9602-87EE27AB11D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EF8BE69-7CDE-CDFD-9865-809A17EE96E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54079881-4EEA-AFA5-6816-CCF8047AC9B2}"/>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5FB33384-8D3B-8FD9-5513-2F7D489F6FFC}"/>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0F856C1-79C0-4152-69F8-9CE5DA971AB3}"/>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F4BAEAE0-DE0C-BBD5-158B-632968A084E1}"/>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090F2931-1CD2-9BB8-2E59-761093179B1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6272F85-C96B-2974-2EE0-E80357B82B2A}"/>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CBAE771A-C851-399E-9931-7EE518EB50EB}"/>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9B4856EA-7EE5-28E9-1781-041CF6111DE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3894751-647E-313A-9845-417573F8679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5F7E44DF-CCE7-F461-0F0E-133AB340B327}"/>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F193C45B-1EC7-7459-6A09-6AB431C6376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0453CE2-6B3B-0D93-7D6D-AAB8C3F4AB3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70453CE2-6B3B-0D93-7D6D-AAB8C3F4AB3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6DAEF9E3-D54B-3157-EBAD-5055844C175A}"/>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6E915472-63AB-6E03-673C-E908FE91CFF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0E186AB-23B8-6763-13A9-565E2F449F1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EC28327-1BAB-AFB9-3C98-CA11FC077F4E}"/>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CEC28327-1BAB-AFB9-3C98-CA11FC077F4E}"/>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E688285-425A-4AB7-5F80-EDD59FB49B51}"/>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4E688285-425A-4AB7-5F80-EDD59FB49B51}"/>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708B1BD6-CF17-591A-C564-29DFA3081C12}"/>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D2EA690-0137-8D02-E3D7-FD16346DFC4A}"/>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81533701-2242-CDE9-1E91-FC9C2556196F}"/>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FAC1FB4C-575F-E3DE-0EF5-31A54219D74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B3A344A-BAA7-490E-8D63-F9EBFBBD1AB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56C10F18-96F3-90C6-F320-9CB98B97D125}"/>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9A371851-3153-2C29-894D-303897D63BC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0BE6530-1034-71F8-5073-45EE092A3BB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AB1EE794-AAED-D25C-B311-4B3EB0D18CE4}"/>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C8961C09-01AA-95BA-4043-EA1B9A5FC7B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03DF23C-A764-E500-2F34-EABE0543456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F03DF23C-A764-E500-2F34-EABE0543456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60FE0A5C-7D3F-58DF-05EB-2380F6103083}"/>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E22AFA16-96F1-14AC-3C35-196306810C2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49FBC86-EEBB-BA34-477E-4260F8C3D5F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9A2E9C01-514E-52E2-D4FE-A5D6D6BA8CD5}"/>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B5082385-F6F0-8EFA-F609-154DDF389972}"/>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D4325E46-5A3E-8714-01A0-BE5D803B3C34}"/>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A59B50AB-189F-E2EB-6D43-4EBEEC39148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6247E24-D0F7-A538-9D36-1166C659CB4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23C984D7-F308-AFE8-1D93-D5071C1FD0A4}"/>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CDFF01FE-717A-5EDB-C709-51F9F6B07CC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34562D7B-3390-FDA3-1813-CE152B252373}"/>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A92424EA-AE8A-AF27-7044-4D1A24A1298D}"/>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A3BBCBDC-CD38-D664-59E6-280DD2F3F1B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EA3F494-73E7-167D-321A-0EE7297FE5D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FEA3F494-73E7-167D-321A-0EE7297FE5D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5223CE7D-6689-F02D-B117-BA2D6132E485}"/>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9ECA998C-973D-6C87-5A7A-BA1A15235CD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DF02644-8CE9-AA17-4D3A-3183B935059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401C3E1-C8E9-131A-CA15-4EE561789445}"/>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B401C3E1-C8E9-131A-CA15-4EE561789445}"/>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0FBDE90-3EB7-9F2B-B06D-DB1656F18D4A}"/>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20FBDE90-3EB7-9F2B-B06D-DB1656F18D4A}"/>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66981E8-5FCA-72DF-55BD-24C51A951052}"/>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266981E8-5FCA-72DF-55BD-24C51A951052}"/>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5A18246-C273-2EF0-C3D7-45AAE81AFC84}"/>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35A18246-C273-2EF0-C3D7-45AAE81AFC84}"/>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363AFB8-64B4-920E-0B17-C90F44438239}"/>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C363AFB8-64B4-920E-0B17-C90F44438239}"/>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0FBD8D0-7226-B763-0805-473DB3F7BEBA}"/>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D0FBD8D0-7226-B763-0805-473DB3F7BEBA}"/>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D612D3A4-3D26-ACDB-AA7A-935DABA34059}"/>
              </a:ext>
            </a:extLst>
          </p:cNvPr>
          <p:cNvCxnSpPr>
            <a:cxnSpLocks/>
          </p:cNvCxnSpPr>
          <p:nvPr/>
        </p:nvCxnSpPr>
        <p:spPr>
          <a:xfrm flipH="1">
            <a:off x="7896020"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9E361ED-A127-1519-67DF-FC835CDB6F4C}"/>
              </a:ext>
            </a:extLst>
          </p:cNvPr>
          <p:cNvCxnSpPr>
            <a:cxnSpLocks/>
          </p:cNvCxnSpPr>
          <p:nvPr/>
        </p:nvCxnSpPr>
        <p:spPr>
          <a:xfrm flipH="1">
            <a:off x="7896020" y="2888994"/>
            <a:ext cx="720008" cy="855241"/>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41D2D75-2DDA-CA36-D85C-C99DC2CD4566}"/>
              </a:ext>
            </a:extLst>
          </p:cNvPr>
          <p:cNvCxnSpPr>
            <a:cxnSpLocks/>
          </p:cNvCxnSpPr>
          <p:nvPr/>
        </p:nvCxnSpPr>
        <p:spPr>
          <a:xfrm flipV="1">
            <a:off x="7896020"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98E86A0-E4FC-1B81-DDD0-582627E1AF9C}"/>
              </a:ext>
            </a:extLst>
          </p:cNvPr>
          <p:cNvCxnSpPr>
            <a:cxnSpLocks/>
          </p:cNvCxnSpPr>
          <p:nvPr/>
        </p:nvCxnSpPr>
        <p:spPr>
          <a:xfrm flipV="1">
            <a:off x="8616028" y="1988984"/>
            <a:ext cx="720008" cy="90001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B9AFE7BC-C755-2AFC-0301-469047F71DA4}"/>
              </a:ext>
            </a:extLst>
          </p:cNvPr>
          <p:cNvGrpSpPr/>
          <p:nvPr/>
        </p:nvGrpSpPr>
        <p:grpSpPr>
          <a:xfrm>
            <a:off x="7536016" y="2078985"/>
            <a:ext cx="720008" cy="584775"/>
            <a:chOff x="3125967" y="2528990"/>
            <a:chExt cx="720008" cy="584775"/>
          </a:xfrm>
        </p:grpSpPr>
        <p:sp>
          <p:nvSpPr>
            <p:cNvPr id="53" name="Oval 52">
              <a:extLst>
                <a:ext uri="{FF2B5EF4-FFF2-40B4-BE49-F238E27FC236}">
                  <a16:creationId xmlns:a16="http://schemas.microsoft.com/office/drawing/2014/main" id="{C2599146-4821-B6A1-C054-80D5816239A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31107DC-2421-D648-A0BE-5C7D739112D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238F67E5-A977-EE19-BA9E-18FFEF1BA5F4}"/>
              </a:ext>
            </a:extLst>
          </p:cNvPr>
          <p:cNvGrpSpPr/>
          <p:nvPr/>
        </p:nvGrpSpPr>
        <p:grpSpPr>
          <a:xfrm>
            <a:off x="7536016" y="3474232"/>
            <a:ext cx="720008" cy="584775"/>
            <a:chOff x="3125967" y="2528990"/>
            <a:chExt cx="720008" cy="584775"/>
          </a:xfrm>
        </p:grpSpPr>
        <p:sp>
          <p:nvSpPr>
            <p:cNvPr id="56" name="Oval 55">
              <a:extLst>
                <a:ext uri="{FF2B5EF4-FFF2-40B4-BE49-F238E27FC236}">
                  <a16:creationId xmlns:a16="http://schemas.microsoft.com/office/drawing/2014/main" id="{E8D67A68-85D0-8591-1D3F-1EA2927D13A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F3D9F74-CC1B-66C3-47BE-B72DC5EC410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715EEFB2-D5F4-00CA-775D-CBAF2CF08A80}"/>
              </a:ext>
            </a:extLst>
          </p:cNvPr>
          <p:cNvGrpSpPr/>
          <p:nvPr/>
        </p:nvGrpSpPr>
        <p:grpSpPr>
          <a:xfrm>
            <a:off x="8976032" y="1718981"/>
            <a:ext cx="720008" cy="584775"/>
            <a:chOff x="3125967" y="2528990"/>
            <a:chExt cx="720008" cy="584775"/>
          </a:xfrm>
        </p:grpSpPr>
        <p:sp>
          <p:nvSpPr>
            <p:cNvPr id="60" name="Oval 59">
              <a:extLst>
                <a:ext uri="{FF2B5EF4-FFF2-40B4-BE49-F238E27FC236}">
                  <a16:creationId xmlns:a16="http://schemas.microsoft.com/office/drawing/2014/main" id="{1E359B52-C0B9-6202-EC47-2E4DB44F564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A5A0CBE5-CBC4-2087-182E-31CC73A845C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A5A0CBE5-CBC4-2087-182E-31CC73A845C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6"/>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43755D3-63DC-0CBA-AA09-46B701BD5F40}"/>
                  </a:ext>
                </a:extLst>
              </p:cNvPr>
              <p:cNvSpPr txBox="1"/>
              <p:nvPr/>
            </p:nvSpPr>
            <p:spPr>
              <a:xfrm>
                <a:off x="6096000" y="2528990"/>
                <a:ext cx="990011"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ea typeface="Cambria Math" panose="02040503050406030204" pitchFamily="18" charset="0"/>
                        </a:rPr>
                        <m:t>⟼</m:t>
                      </m:r>
                    </m:oMath>
                  </m:oMathPara>
                </a14:m>
                <a:endParaRPr lang="en-GB" sz="4800" dirty="0"/>
              </a:p>
            </p:txBody>
          </p:sp>
        </mc:Choice>
        <mc:Fallback xmlns="">
          <p:sp>
            <p:nvSpPr>
              <p:cNvPr id="92" name="TextBox 91">
                <a:extLst>
                  <a:ext uri="{FF2B5EF4-FFF2-40B4-BE49-F238E27FC236}">
                    <a16:creationId xmlns:a16="http://schemas.microsoft.com/office/drawing/2014/main" id="{C43755D3-63DC-0CBA-AA09-46B701BD5F40}"/>
                  </a:ext>
                </a:extLst>
              </p:cNvPr>
              <p:cNvSpPr txBox="1">
                <a:spLocks noRot="1" noChangeAspect="1" noMove="1" noResize="1" noEditPoints="1" noAdjustHandles="1" noChangeArrowheads="1" noChangeShapeType="1" noTextEdit="1"/>
              </p:cNvSpPr>
              <p:nvPr/>
            </p:nvSpPr>
            <p:spPr>
              <a:xfrm>
                <a:off x="6096000" y="2528990"/>
                <a:ext cx="990011" cy="830997"/>
              </a:xfrm>
              <a:prstGeom prst="rect">
                <a:avLst/>
              </a:prstGeom>
              <a:blipFill>
                <a:blip r:embed="rId1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62620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9484-09FA-EADD-B2B3-6974D8A5A18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FFDBCB08-5079-8073-3B66-E91DC0A8AEA0}"/>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7419CADD-112A-F37D-B562-B1AF7342077B}"/>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4F403D99-DD98-03DC-587D-30912344B36F}"/>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474AA66A-F3DE-584F-92BE-B913D0AF7DCF}"/>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D7BB1D47-67C6-265D-C116-AA5A1C3867F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6EE1D2C-1E76-7C1B-60F9-5654C8706DE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3B9F1ADD-E67D-47D7-B9A1-99D959ED056A}"/>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3750244E-9807-1078-A2EA-519191E28F9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1C38F94-32C5-8637-B4BB-D82BD383B0D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0FFCADE3-5E6D-81C9-8EE0-C15308F921D0}"/>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1207503C-5332-E443-463D-871715FF759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0C79004-E21F-FC30-9D39-A9966C1F3FE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70C79004-E21F-FC30-9D39-A9966C1F3FE4}"/>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F6EAB996-E8A0-D712-657B-5FD693B6B746}"/>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79E2EDA5-801F-65CC-AC90-DA1749800E5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4460E8C-4807-E0B2-B3BB-F314C0ECAFF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79D732CE-B481-0878-EDCD-91F05BD575F4}"/>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ED68378A-FAAE-7C7F-8808-3C9C3DA33CCE}"/>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4A6333B-EC4A-564A-3F65-9F4706C674E8}"/>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9B382BCB-5237-4355-4E12-89071BA2EB9F}"/>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97F96C82-61AE-FA6C-F0A5-D93128C853C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232FC58-F4E7-C081-C4BC-437ECB4889F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517957D9-A882-D66B-A4A3-16FC6B3E77A0}"/>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9C660200-9010-4ED5-A9DA-52952BA99F5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4F8CE0B-92C3-93E5-E8DF-82E9D4CA153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09458BAC-26EB-B864-5D7D-5EECE19DF2EF}"/>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BDCE7623-F2BB-8BEE-9A1D-A1CA0026A44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D927D85-5067-9812-A718-44FD2528398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FD927D85-5067-9812-A718-44FD2528398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0106F986-CF2C-D967-EB4B-071FB6B1128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7D84ACE4-DBAC-1889-BF11-A4C77B4BF8E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B6147AA-6595-5A53-9010-21E2E329657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C66D5C2-99B6-F1CD-D8B9-3A331BB60A88}"/>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AC66D5C2-99B6-F1CD-D8B9-3A331BB60A88}"/>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78AB15B-1370-0CB9-DB1A-E38D6E6B7B67}"/>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D78AB15B-1370-0CB9-DB1A-E38D6E6B7B67}"/>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CA0F951F-4C82-4B78-1108-76AA0D661DCD}"/>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CF75537-AA26-3EC9-AEC1-986752389206}"/>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52009A14-6669-C3B4-1D55-F2116BFCBD4D}"/>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B1CF5CAC-361E-4D89-21C6-A6B0EB16864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6907849-D1EB-E035-03EE-4BA5F649959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868015D8-99DA-B666-BEC8-4156B85592E6}"/>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1E4CDBF1-2196-162B-D796-D3C6DCEFBC5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B9BAC34-F456-E6D3-0723-ED61576F9C7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F7D9B497-4C06-F8C3-4DBC-6CE331E6AB11}"/>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591B381B-0349-CB39-62D1-02B8652695D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289C038-BA5E-2887-02FA-52BC3857C04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B289C038-BA5E-2887-02FA-52BC3857C04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1B6C8CCF-8B69-9656-383C-3C8503DC3A60}"/>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8578D428-5197-AAAC-F6A1-D2B1D5175D9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A1ECA1C5-38F7-6815-A303-93CCB57266C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FB2F3AB1-962A-FEB2-6703-7C5200F6EFAD}"/>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AB056EE-59FB-BC4C-CC5C-A01B012F30E5}"/>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3A4FC9D-8082-0206-9D73-AD449402B92D}"/>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F90F6F98-AE40-AA1E-7B7E-EA0A4164E76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EBC3A74F-F0FB-63F8-0817-A25843AA44A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DD5141E2-134A-E892-3D7A-23A6CB50E10E}"/>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EAA7F50F-2D26-2457-DE4D-2172C4B6342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4E203D77-592E-BBEF-4018-8708F19D26B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41B22EA9-A08E-C70F-D954-504F5A4F4EB0}"/>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6A515B03-7CE4-68AC-D656-9A14AEBC24C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F04AC42-DCBD-3E01-89F8-11ABCA4CD93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4F04AC42-DCBD-3E01-89F8-11ABCA4CD93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DA6F9871-0016-F204-59B0-FB1B57871A0A}"/>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CAF64BE0-069D-9EA7-739D-C25203C5B5B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EB8E19EA-0EC6-1B20-E714-BF65793AD87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C08870C-B4E3-D854-DD9D-264DD5DC192F}"/>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5C08870C-B4E3-D854-DD9D-264DD5DC192F}"/>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6668DA1-98E3-68D0-E367-6E53D8377DD7}"/>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36668DA1-98E3-68D0-E367-6E53D8377DD7}"/>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6E16FC8-B187-04AD-E2F2-2E6D2B97BBE4}"/>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06E16FC8-B187-04AD-E2F2-2E6D2B97BBE4}"/>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F67F17F6-9B46-F80E-95F4-FB934445583D}"/>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F67F17F6-9B46-F80E-95F4-FB934445583D}"/>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46DDBDFE-D4E6-C282-B744-B61E2B01BC61}"/>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46DDBDFE-D4E6-C282-B744-B61E2B01BC61}"/>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4F0CB11-DEDB-F700-481C-982C4BF88989}"/>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74F0CB11-DEDB-F700-481C-982C4BF88989}"/>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C070AF36-1576-BE2E-C32D-99B66C6E88FD}"/>
              </a:ext>
            </a:extLst>
          </p:cNvPr>
          <p:cNvCxnSpPr>
            <a:cxnSpLocks/>
          </p:cNvCxnSpPr>
          <p:nvPr/>
        </p:nvCxnSpPr>
        <p:spPr>
          <a:xfrm flipH="1">
            <a:off x="7896020"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BD52419E-822F-0D92-0E8D-D75BE7E5D341}"/>
              </a:ext>
            </a:extLst>
          </p:cNvPr>
          <p:cNvCxnSpPr>
            <a:cxnSpLocks/>
          </p:cNvCxnSpPr>
          <p:nvPr/>
        </p:nvCxnSpPr>
        <p:spPr>
          <a:xfrm flipH="1">
            <a:off x="7896020" y="2888994"/>
            <a:ext cx="720008" cy="855241"/>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5251751-6F62-B289-8634-FCD2C0149192}"/>
              </a:ext>
            </a:extLst>
          </p:cNvPr>
          <p:cNvCxnSpPr>
            <a:cxnSpLocks/>
          </p:cNvCxnSpPr>
          <p:nvPr/>
        </p:nvCxnSpPr>
        <p:spPr>
          <a:xfrm flipV="1">
            <a:off x="7896020"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3EA4D7C-BA60-53F2-458A-0C4919A48B31}"/>
              </a:ext>
            </a:extLst>
          </p:cNvPr>
          <p:cNvCxnSpPr>
            <a:cxnSpLocks/>
          </p:cNvCxnSpPr>
          <p:nvPr/>
        </p:nvCxnSpPr>
        <p:spPr>
          <a:xfrm flipV="1">
            <a:off x="8616028" y="1988984"/>
            <a:ext cx="720008" cy="90001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AAC8700A-4589-3C54-999D-ACB6188ACDE5}"/>
              </a:ext>
            </a:extLst>
          </p:cNvPr>
          <p:cNvGrpSpPr/>
          <p:nvPr/>
        </p:nvGrpSpPr>
        <p:grpSpPr>
          <a:xfrm>
            <a:off x="7536016" y="2078985"/>
            <a:ext cx="720008" cy="584775"/>
            <a:chOff x="3125967" y="2528990"/>
            <a:chExt cx="720008" cy="584775"/>
          </a:xfrm>
        </p:grpSpPr>
        <p:sp>
          <p:nvSpPr>
            <p:cNvPr id="53" name="Oval 52">
              <a:extLst>
                <a:ext uri="{FF2B5EF4-FFF2-40B4-BE49-F238E27FC236}">
                  <a16:creationId xmlns:a16="http://schemas.microsoft.com/office/drawing/2014/main" id="{2426AF8A-8B84-9645-EEDB-B6D2702E203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7E2C862-4A8B-0158-81BB-DCFC3D40E06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659C989F-FF4F-E252-DB63-F08056D3A3E2}"/>
              </a:ext>
            </a:extLst>
          </p:cNvPr>
          <p:cNvGrpSpPr/>
          <p:nvPr/>
        </p:nvGrpSpPr>
        <p:grpSpPr>
          <a:xfrm>
            <a:off x="7536016" y="3474232"/>
            <a:ext cx="720008" cy="584775"/>
            <a:chOff x="3125967" y="2528990"/>
            <a:chExt cx="720008" cy="584775"/>
          </a:xfrm>
        </p:grpSpPr>
        <p:sp>
          <p:nvSpPr>
            <p:cNvPr id="56" name="Oval 55">
              <a:extLst>
                <a:ext uri="{FF2B5EF4-FFF2-40B4-BE49-F238E27FC236}">
                  <a16:creationId xmlns:a16="http://schemas.microsoft.com/office/drawing/2014/main" id="{B002EA31-36C6-9B4A-9E92-2CA1947F337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B01239B-948C-0401-DD1E-166C8E1DB76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E73F12CF-D63D-26BB-E1D4-6D28C2351F7A}"/>
              </a:ext>
            </a:extLst>
          </p:cNvPr>
          <p:cNvGrpSpPr/>
          <p:nvPr/>
        </p:nvGrpSpPr>
        <p:grpSpPr>
          <a:xfrm>
            <a:off x="8976032" y="1718981"/>
            <a:ext cx="720008" cy="584775"/>
            <a:chOff x="3125967" y="2528990"/>
            <a:chExt cx="720008" cy="584775"/>
          </a:xfrm>
        </p:grpSpPr>
        <p:sp>
          <p:nvSpPr>
            <p:cNvPr id="60" name="Oval 59">
              <a:extLst>
                <a:ext uri="{FF2B5EF4-FFF2-40B4-BE49-F238E27FC236}">
                  <a16:creationId xmlns:a16="http://schemas.microsoft.com/office/drawing/2014/main" id="{6610B490-BC10-FA1D-55C2-B578F20270A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C7F46A4-F11F-A04E-DB39-C642247DA60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CC7F46A4-F11F-A04E-DB39-C642247DA60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6"/>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4CA2C78-3098-46D0-C2A0-FCA685A70088}"/>
                  </a:ext>
                </a:extLst>
              </p:cNvPr>
              <p:cNvSpPr txBox="1"/>
              <p:nvPr/>
            </p:nvSpPr>
            <p:spPr>
              <a:xfrm>
                <a:off x="7896020" y="4784549"/>
                <a:ext cx="1980022" cy="830997"/>
              </a:xfrm>
              <a:prstGeom prst="rect">
                <a:avLst/>
              </a:prstGeom>
              <a:noFill/>
            </p:spPr>
            <p:txBody>
              <a:bodyPr wrap="square">
                <a:spAutoFit/>
              </a:bodyPr>
              <a:lstStyle/>
              <a:p>
                <a:pPr/>
                <a14:m>
                  <m:oMathPara xmlns:m="http://schemas.openxmlformats.org/officeDocument/2006/math">
                    <m:oMath>
                      <m:sSub>
                        <m:sSubPr>
                          <m:ctrlPr>
                            <a:rPr lang="en-GB" sz="4800" b="0" i="0" smtClean="0">
                              <a:latin typeface="Cambria Math" panose="02040503050406030204" pitchFamily="18" charset="0"/>
                            </a:rPr>
                          </m:ctrlPr>
                        </m:sSubPr>
                        <m:e>
                          <m:r>
                            <m:rPr>
                              <m:sty m:val="p"/>
                            </m:rPr>
                            <a:rPr lang="en-GB" sz="4800" b="0" i="0" smtClean="0">
                              <a:latin typeface="Cambria Math" panose="02040503050406030204" pitchFamily="18" charset="0"/>
                            </a:rPr>
                            <m:t>MM</m:t>
                          </m:r>
                        </m:e>
                        <m:sub>
                          <m:r>
                            <a:rPr lang="en-GB" sz="4800" b="0" i="1" smtClean="0">
                              <a:latin typeface="Cambria Math" panose="02040503050406030204" pitchFamily="18" charset="0"/>
                            </a:rPr>
                            <m:t>𝑛</m:t>
                          </m:r>
                        </m:sub>
                      </m:sSub>
                    </m:oMath>
                  </m:oMathPara>
                </a14:m>
                <a:endParaRPr lang="en-GB" sz="4800" dirty="0"/>
              </a:p>
            </p:txBody>
          </p:sp>
        </mc:Choice>
        <mc:Fallback xmlns="">
          <p:sp>
            <p:nvSpPr>
              <p:cNvPr id="46" name="TextBox 45">
                <a:extLst>
                  <a:ext uri="{FF2B5EF4-FFF2-40B4-BE49-F238E27FC236}">
                    <a16:creationId xmlns:a16="http://schemas.microsoft.com/office/drawing/2014/main" id="{F4CA2C78-3098-46D0-C2A0-FCA685A70088}"/>
                  </a:ext>
                </a:extLst>
              </p:cNvPr>
              <p:cNvSpPr txBox="1">
                <a:spLocks noRot="1" noChangeAspect="1" noMove="1" noResize="1" noEditPoints="1" noAdjustHandles="1" noChangeArrowheads="1" noChangeShapeType="1" noTextEdit="1"/>
              </p:cNvSpPr>
              <p:nvPr/>
            </p:nvSpPr>
            <p:spPr>
              <a:xfrm>
                <a:off x="7896020" y="4784549"/>
                <a:ext cx="1980022" cy="830997"/>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6D6E474-2923-E714-BD49-D7E5680A27FD}"/>
                  </a:ext>
                </a:extLst>
              </p:cNvPr>
              <p:cNvSpPr txBox="1"/>
              <p:nvPr/>
            </p:nvSpPr>
            <p:spPr>
              <a:xfrm>
                <a:off x="7446015"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63" name="TextBox 62">
                <a:extLst>
                  <a:ext uri="{FF2B5EF4-FFF2-40B4-BE49-F238E27FC236}">
                    <a16:creationId xmlns:a16="http://schemas.microsoft.com/office/drawing/2014/main" id="{46D6E474-2923-E714-BD49-D7E5680A27FD}"/>
                  </a:ext>
                </a:extLst>
              </p:cNvPr>
              <p:cNvSpPr txBox="1">
                <a:spLocks noRot="1" noChangeAspect="1" noMove="1" noResize="1" noEditPoints="1" noAdjustHandles="1" noChangeArrowheads="1" noChangeShapeType="1" noTextEdit="1"/>
              </p:cNvSpPr>
              <p:nvPr/>
            </p:nvSpPr>
            <p:spPr>
              <a:xfrm>
                <a:off x="7446015" y="4779015"/>
                <a:ext cx="2610029" cy="830997"/>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972D75F6-6DCD-05D7-5E74-7C40EEAD6483}"/>
                  </a:ext>
                </a:extLst>
              </p:cNvPr>
              <p:cNvSpPr txBox="1"/>
              <p:nvPr/>
            </p:nvSpPr>
            <p:spPr>
              <a:xfrm>
                <a:off x="6096000" y="2528990"/>
                <a:ext cx="990011"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ea typeface="Cambria Math" panose="02040503050406030204" pitchFamily="18" charset="0"/>
                        </a:rPr>
                        <m:t>⟼</m:t>
                      </m:r>
                    </m:oMath>
                  </m:oMathPara>
                </a14:m>
                <a:endParaRPr lang="en-GB" sz="4800" dirty="0"/>
              </a:p>
            </p:txBody>
          </p:sp>
        </mc:Choice>
        <mc:Fallback xmlns="">
          <p:sp>
            <p:nvSpPr>
              <p:cNvPr id="68" name="TextBox 67">
                <a:extLst>
                  <a:ext uri="{FF2B5EF4-FFF2-40B4-BE49-F238E27FC236}">
                    <a16:creationId xmlns:a16="http://schemas.microsoft.com/office/drawing/2014/main" id="{972D75F6-6DCD-05D7-5E74-7C40EEAD6483}"/>
                  </a:ext>
                </a:extLst>
              </p:cNvPr>
              <p:cNvSpPr txBox="1">
                <a:spLocks noRot="1" noChangeAspect="1" noMove="1" noResize="1" noEditPoints="1" noAdjustHandles="1" noChangeArrowheads="1" noChangeShapeType="1" noTextEdit="1"/>
              </p:cNvSpPr>
              <p:nvPr/>
            </p:nvSpPr>
            <p:spPr>
              <a:xfrm>
                <a:off x="6096000" y="2528990"/>
                <a:ext cx="990011" cy="830997"/>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6BD020-F85B-3B4D-4C28-306F34EFD3EE}"/>
                  </a:ext>
                </a:extLst>
              </p:cNvPr>
              <p:cNvSpPr txBox="1"/>
              <p:nvPr/>
            </p:nvSpPr>
            <p:spPr>
              <a:xfrm>
                <a:off x="6005999" y="4779015"/>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accent1"/>
                        </a:solidFill>
                        <a:latin typeface="Cambria Math" panose="02040503050406030204" pitchFamily="18" charset="0"/>
                      </a:rPr>
                      <m:t>≥</m:t>
                    </m:r>
                  </m:oMath>
                </a14:m>
                <a:r>
                  <a:rPr lang="en-GB" sz="4800" dirty="0">
                    <a:solidFill>
                      <a:schemeClr val="accent6"/>
                    </a:solidFill>
                  </a:rPr>
                  <a:t> </a:t>
                </a:r>
              </a:p>
            </p:txBody>
          </p:sp>
        </mc:Choice>
        <mc:Fallback xmlns="">
          <p:sp>
            <p:nvSpPr>
              <p:cNvPr id="71" name="TextBox 70">
                <a:extLst>
                  <a:ext uri="{FF2B5EF4-FFF2-40B4-BE49-F238E27FC236}">
                    <a16:creationId xmlns:a16="http://schemas.microsoft.com/office/drawing/2014/main" id="{DB6BD020-F85B-3B4D-4C28-306F34EFD3EE}"/>
                  </a:ext>
                </a:extLst>
              </p:cNvPr>
              <p:cNvSpPr txBox="1">
                <a:spLocks noRot="1" noChangeAspect="1" noMove="1" noResize="1" noEditPoints="1" noAdjustHandles="1" noChangeArrowheads="1" noChangeShapeType="1" noTextEdit="1"/>
              </p:cNvSpPr>
              <p:nvPr/>
            </p:nvSpPr>
            <p:spPr>
              <a:xfrm>
                <a:off x="6005999" y="4779015"/>
                <a:ext cx="1170013" cy="830997"/>
              </a:xfrm>
              <a:prstGeom prst="rect">
                <a:avLst/>
              </a:prstGeom>
              <a:blipFill>
                <a:blip r:embed="rId2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5720381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79B9-BC24-2309-1A58-3AA7EA3D484C}"/>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262876E3-F1F9-DCDB-7CDB-1307D582A294}"/>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AF3BBCF1-B4C5-59EC-B3B7-94E0BAA33E6C}"/>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7A725501-AA28-124E-39F1-D51152AC299A}"/>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46DE08FB-FE3E-A878-A233-92FAA057E81E}"/>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39ED68EA-1380-35CD-26FF-CAE10939CB5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ECC1AE1-1F1C-E57B-3B65-DF50574A8A9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CE654008-1037-F181-C911-F864AD1373EB}"/>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430E7D11-BADF-D776-40A9-D97ADB5FE3A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F583721-1AAA-D2CB-B37A-BB318DA01C5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780EE416-3D9D-FD0B-0CDC-B16881B8CFE7}"/>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A7D337BE-3B2A-1E98-05FF-81778D40C7C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383812F-7246-A396-CED0-0F405EF0BAD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A383812F-7246-A396-CED0-0F405EF0BAD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02964C2C-E8DB-E8E2-810E-B003FEA72418}"/>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D3AE5CBB-CD68-9E15-FB14-4F7CF2FFDA8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B1FF171-2AC7-6713-F882-C9A3C14DA4C6}"/>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09FB70B4-EFD4-2D18-4F92-798113EB8EE1}"/>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A7BB4240-2ABB-276C-B059-9FA1FA44588F}"/>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8E47DB2-2690-2B98-2D0B-1E7BF08D16E6}"/>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EC9A083D-F66C-D029-A776-9464A4BBE355}"/>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24FC77DC-628E-765D-EAA6-014028D88ED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3AFC537-3216-BF9F-DF5E-77569F9EEAE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8540F309-F744-C955-C800-4B16CF52570F}"/>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38F2EAFC-068C-B4FE-17E5-7C7EC7D4778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C302138-A722-1243-FA75-A503B48B363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4CE2B12C-7B4D-D424-CE97-AD32BA13C01F}"/>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442247EA-C8C7-4EC3-D2DE-24BBE01CBE6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131E18F-B49D-EFE8-8E2C-8F8B51EBE03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3131E18F-B49D-EFE8-8E2C-8F8B51EBE03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77BC26FD-7D1F-E972-A9B2-52F8049F2C0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DCAE3D29-CED1-4B2D-9E5B-C9D87939DF6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745AC2-2C5C-2519-DC9C-F45515FE3E0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ED51A03-5CBB-FFE2-3320-38BED964A0AE}"/>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CED51A03-5CBB-FFE2-3320-38BED964A0AE}"/>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E024B7A-121D-7F95-CF50-220476D470A4}"/>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8E024B7A-121D-7F95-CF50-220476D470A4}"/>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F177D95C-6B7E-5645-1652-1531EC8E5B31}"/>
              </a:ext>
            </a:extLst>
          </p:cNvPr>
          <p:cNvCxnSpPr>
            <a:cxnSpLocks/>
          </p:cNvCxnSpPr>
          <p:nvPr/>
        </p:nvCxnSpPr>
        <p:spPr>
          <a:xfrm flipH="1">
            <a:off x="3845975"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AAF0E45-44B9-51C3-2DA1-91080C7688CC}"/>
              </a:ext>
            </a:extLst>
          </p:cNvPr>
          <p:cNvCxnSpPr>
            <a:cxnSpLocks/>
          </p:cNvCxnSpPr>
          <p:nvPr/>
        </p:nvCxnSpPr>
        <p:spPr>
          <a:xfrm flipH="1">
            <a:off x="3845975"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39CC2276-3DF3-40E6-5CE6-6ADD378E5A79}"/>
              </a:ext>
            </a:extLst>
          </p:cNvPr>
          <p:cNvGrpSpPr/>
          <p:nvPr/>
        </p:nvGrpSpPr>
        <p:grpSpPr>
          <a:xfrm>
            <a:off x="3485971" y="2078985"/>
            <a:ext cx="720008" cy="584775"/>
            <a:chOff x="3125967" y="2528990"/>
            <a:chExt cx="720008" cy="584775"/>
          </a:xfrm>
        </p:grpSpPr>
        <p:sp>
          <p:nvSpPr>
            <p:cNvPr id="19" name="Oval 18">
              <a:extLst>
                <a:ext uri="{FF2B5EF4-FFF2-40B4-BE49-F238E27FC236}">
                  <a16:creationId xmlns:a16="http://schemas.microsoft.com/office/drawing/2014/main" id="{E3A598AE-A005-3944-9811-112B549E10A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D28C2A-50BE-7684-BD18-E3823BBC886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FFC6AE85-1334-D285-B03D-38E004DBDFA0}"/>
              </a:ext>
            </a:extLst>
          </p:cNvPr>
          <p:cNvGrpSpPr/>
          <p:nvPr/>
        </p:nvGrpSpPr>
        <p:grpSpPr>
          <a:xfrm>
            <a:off x="3485971" y="3474232"/>
            <a:ext cx="720008" cy="584775"/>
            <a:chOff x="3125967" y="2528990"/>
            <a:chExt cx="720008" cy="584775"/>
          </a:xfrm>
        </p:grpSpPr>
        <p:sp>
          <p:nvSpPr>
            <p:cNvPr id="39" name="Oval 38">
              <a:extLst>
                <a:ext uri="{FF2B5EF4-FFF2-40B4-BE49-F238E27FC236}">
                  <a16:creationId xmlns:a16="http://schemas.microsoft.com/office/drawing/2014/main" id="{0254CE6F-9D1F-4862-2BAC-0E2EB532801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40AB888-B0E3-D510-6834-8B2E955B6841}"/>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BD27C9CA-9174-2F24-CDC4-2DFD30F31EEC}"/>
              </a:ext>
            </a:extLst>
          </p:cNvPr>
          <p:cNvGrpSpPr/>
          <p:nvPr/>
        </p:nvGrpSpPr>
        <p:grpSpPr>
          <a:xfrm>
            <a:off x="4925987" y="1718981"/>
            <a:ext cx="720008" cy="584775"/>
            <a:chOff x="3125967" y="2528990"/>
            <a:chExt cx="720008" cy="584775"/>
          </a:xfrm>
        </p:grpSpPr>
        <p:sp>
          <p:nvSpPr>
            <p:cNvPr id="44" name="Oval 43">
              <a:extLst>
                <a:ext uri="{FF2B5EF4-FFF2-40B4-BE49-F238E27FC236}">
                  <a16:creationId xmlns:a16="http://schemas.microsoft.com/office/drawing/2014/main" id="{320F3A0C-11FA-D74D-745D-9516864C5C6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2DF44C5-04B8-90F1-2AA4-BDB6382B80C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52DF44C5-04B8-90F1-2AA4-BDB6382B80C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8111FC0B-E9BB-0DEB-2728-C573976A8971}"/>
              </a:ext>
            </a:extLst>
          </p:cNvPr>
          <p:cNvGrpSpPr/>
          <p:nvPr/>
        </p:nvGrpSpPr>
        <p:grpSpPr>
          <a:xfrm>
            <a:off x="4925987" y="3068996"/>
            <a:ext cx="720008" cy="584775"/>
            <a:chOff x="3125967" y="2528990"/>
            <a:chExt cx="720008" cy="584775"/>
          </a:xfrm>
        </p:grpSpPr>
        <p:sp>
          <p:nvSpPr>
            <p:cNvPr id="75" name="Oval 74">
              <a:extLst>
                <a:ext uri="{FF2B5EF4-FFF2-40B4-BE49-F238E27FC236}">
                  <a16:creationId xmlns:a16="http://schemas.microsoft.com/office/drawing/2014/main" id="{AF7C3858-6D3A-E0CE-A096-3888A328A6C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A43A0CA-D466-F6EE-AD35-9EDB38E51E7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AA0B1BC3-D1B8-337A-BA98-33A20243662B}"/>
              </a:ext>
            </a:extLst>
          </p:cNvPr>
          <p:cNvCxnSpPr>
            <a:cxnSpLocks/>
          </p:cNvCxnSpPr>
          <p:nvPr/>
        </p:nvCxnSpPr>
        <p:spPr>
          <a:xfrm flipV="1">
            <a:off x="3845975"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8C242E0-6649-2F2C-4896-815B4D3DF1A7}"/>
              </a:ext>
            </a:extLst>
          </p:cNvPr>
          <p:cNvCxnSpPr>
            <a:cxnSpLocks/>
          </p:cNvCxnSpPr>
          <p:nvPr/>
        </p:nvCxnSpPr>
        <p:spPr>
          <a:xfrm flipV="1">
            <a:off x="5285991"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1454E38F-DDD8-B0DA-5353-705BA8769997}"/>
              </a:ext>
            </a:extLst>
          </p:cNvPr>
          <p:cNvGrpSpPr/>
          <p:nvPr/>
        </p:nvGrpSpPr>
        <p:grpSpPr>
          <a:xfrm>
            <a:off x="3485971" y="2078985"/>
            <a:ext cx="720008" cy="584775"/>
            <a:chOff x="3125967" y="2528990"/>
            <a:chExt cx="720008" cy="584775"/>
          </a:xfrm>
        </p:grpSpPr>
        <p:sp>
          <p:nvSpPr>
            <p:cNvPr id="80" name="Oval 79">
              <a:extLst>
                <a:ext uri="{FF2B5EF4-FFF2-40B4-BE49-F238E27FC236}">
                  <a16:creationId xmlns:a16="http://schemas.microsoft.com/office/drawing/2014/main" id="{D46647B8-ED18-7520-B3F3-420E8D78EE5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18219EC-E46C-7E65-7A0C-7639B392D22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C0E1F46C-8B5F-8D62-1A78-9D0E18975751}"/>
              </a:ext>
            </a:extLst>
          </p:cNvPr>
          <p:cNvGrpSpPr/>
          <p:nvPr/>
        </p:nvGrpSpPr>
        <p:grpSpPr>
          <a:xfrm>
            <a:off x="3485971" y="3474232"/>
            <a:ext cx="720008" cy="584775"/>
            <a:chOff x="3125967" y="2528990"/>
            <a:chExt cx="720008" cy="584775"/>
          </a:xfrm>
        </p:grpSpPr>
        <p:sp>
          <p:nvSpPr>
            <p:cNvPr id="83" name="Oval 82">
              <a:extLst>
                <a:ext uri="{FF2B5EF4-FFF2-40B4-BE49-F238E27FC236}">
                  <a16:creationId xmlns:a16="http://schemas.microsoft.com/office/drawing/2014/main" id="{FD59C902-40EB-8192-9CD2-292E1C52222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B29D631-BC2F-1999-212F-22B93231884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182FB288-36EB-3E9F-383D-5BF745B51A90}"/>
              </a:ext>
            </a:extLst>
          </p:cNvPr>
          <p:cNvGrpSpPr/>
          <p:nvPr/>
        </p:nvGrpSpPr>
        <p:grpSpPr>
          <a:xfrm>
            <a:off x="4925987" y="1718981"/>
            <a:ext cx="720008" cy="584775"/>
            <a:chOff x="3125967" y="2528990"/>
            <a:chExt cx="720008" cy="584775"/>
          </a:xfrm>
        </p:grpSpPr>
        <p:sp>
          <p:nvSpPr>
            <p:cNvPr id="86" name="Oval 85">
              <a:extLst>
                <a:ext uri="{FF2B5EF4-FFF2-40B4-BE49-F238E27FC236}">
                  <a16:creationId xmlns:a16="http://schemas.microsoft.com/office/drawing/2014/main" id="{6E8ECEAB-4495-A755-1914-904270DA4BE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0A3BBD5-86CC-58D2-4E10-A9FAC575778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F0A3BBD5-86CC-58D2-4E10-A9FAC5757789}"/>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CC955667-2665-4E45-8599-61DC90ED33C5}"/>
              </a:ext>
            </a:extLst>
          </p:cNvPr>
          <p:cNvGrpSpPr/>
          <p:nvPr/>
        </p:nvGrpSpPr>
        <p:grpSpPr>
          <a:xfrm>
            <a:off x="4925987" y="3068996"/>
            <a:ext cx="720008" cy="584775"/>
            <a:chOff x="3125967" y="2528990"/>
            <a:chExt cx="720008" cy="584775"/>
          </a:xfrm>
        </p:grpSpPr>
        <p:sp>
          <p:nvSpPr>
            <p:cNvPr id="89" name="Oval 88">
              <a:extLst>
                <a:ext uri="{FF2B5EF4-FFF2-40B4-BE49-F238E27FC236}">
                  <a16:creationId xmlns:a16="http://schemas.microsoft.com/office/drawing/2014/main" id="{E33896EC-052B-7AD9-4A4D-57C2A6A4871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EA510622-D0A2-0430-787B-6ED88A31050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A3CE137D-16DE-0074-43E5-3B7D188EC8FF}"/>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A3CE137D-16DE-0074-43E5-3B7D188EC8FF}"/>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4C2B23C-B5EC-5FA5-46B1-88228AD47FC3}"/>
                  </a:ext>
                </a:extLst>
              </p:cNvPr>
              <p:cNvSpPr txBox="1"/>
              <p:nvPr/>
            </p:nvSpPr>
            <p:spPr>
              <a:xfrm>
                <a:off x="1325947"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34C2B23C-B5EC-5FA5-46B1-88228AD47FC3}"/>
                  </a:ext>
                </a:extLst>
              </p:cNvPr>
              <p:cNvSpPr txBox="1">
                <a:spLocks noRot="1" noChangeAspect="1" noMove="1" noResize="1" noEditPoints="1" noAdjustHandles="1" noChangeArrowheads="1" noChangeShapeType="1" noTextEdit="1"/>
              </p:cNvSpPr>
              <p:nvPr/>
            </p:nvSpPr>
            <p:spPr>
              <a:xfrm>
                <a:off x="1325947"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ACE67B2-2E3A-59F0-8698-9556885B600F}"/>
                  </a:ext>
                </a:extLst>
              </p:cNvPr>
              <p:cNvSpPr txBox="1"/>
              <p:nvPr/>
            </p:nvSpPr>
            <p:spPr>
              <a:xfrm>
                <a:off x="3575972"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5ACE67B2-2E3A-59F0-8698-9556885B600F}"/>
                  </a:ext>
                </a:extLst>
              </p:cNvPr>
              <p:cNvSpPr txBox="1">
                <a:spLocks noRot="1" noChangeAspect="1" noMove="1" noResize="1" noEditPoints="1" noAdjustHandles="1" noChangeArrowheads="1" noChangeShapeType="1" noTextEdit="1"/>
              </p:cNvSpPr>
              <p:nvPr/>
            </p:nvSpPr>
            <p:spPr>
              <a:xfrm>
                <a:off x="3575972"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25B03509-E068-01A2-37B8-278C08D063D0}"/>
                  </a:ext>
                </a:extLst>
              </p:cNvPr>
              <p:cNvSpPr txBox="1"/>
              <p:nvPr/>
            </p:nvSpPr>
            <p:spPr>
              <a:xfrm>
                <a:off x="1145945"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25B03509-E068-01A2-37B8-278C08D063D0}"/>
                  </a:ext>
                </a:extLst>
              </p:cNvPr>
              <p:cNvSpPr txBox="1">
                <a:spLocks noRot="1" noChangeAspect="1" noMove="1" noResize="1" noEditPoints="1" noAdjustHandles="1" noChangeArrowheads="1" noChangeShapeType="1" noTextEdit="1"/>
              </p:cNvSpPr>
              <p:nvPr/>
            </p:nvSpPr>
            <p:spPr>
              <a:xfrm>
                <a:off x="1145945"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E34327D-8540-477D-EF9B-06EC3251DCDB}"/>
                  </a:ext>
                </a:extLst>
              </p:cNvPr>
              <p:cNvSpPr txBox="1"/>
              <p:nvPr/>
            </p:nvSpPr>
            <p:spPr>
              <a:xfrm>
                <a:off x="2315958" y="4779015"/>
                <a:ext cx="1170013"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CE34327D-8540-477D-EF9B-06EC3251DCDB}"/>
                  </a:ext>
                </a:extLst>
              </p:cNvPr>
              <p:cNvSpPr txBox="1">
                <a:spLocks noRot="1" noChangeAspect="1" noMove="1" noResize="1" noEditPoints="1" noAdjustHandles="1" noChangeArrowheads="1" noChangeShapeType="1" noTextEdit="1"/>
              </p:cNvSpPr>
              <p:nvPr/>
            </p:nvSpPr>
            <p:spPr>
              <a:xfrm>
                <a:off x="2315958"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A5DF90-FAE3-9C39-7606-671C67087C2B}"/>
                  </a:ext>
                </a:extLst>
              </p:cNvPr>
              <p:cNvSpPr txBox="1"/>
              <p:nvPr/>
            </p:nvSpPr>
            <p:spPr>
              <a:xfrm>
                <a:off x="3125967"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55A5DF90-FAE3-9C39-7606-671C67087C2B}"/>
                  </a:ext>
                </a:extLst>
              </p:cNvPr>
              <p:cNvSpPr txBox="1">
                <a:spLocks noRot="1" noChangeAspect="1" noMove="1" noResize="1" noEditPoints="1" noAdjustHandles="1" noChangeArrowheads="1" noChangeShapeType="1" noTextEdit="1"/>
              </p:cNvSpPr>
              <p:nvPr/>
            </p:nvSpPr>
            <p:spPr>
              <a:xfrm>
                <a:off x="3125967" y="4779015"/>
                <a:ext cx="2610029" cy="830997"/>
              </a:xfrm>
              <a:prstGeom prst="rect">
                <a:avLst/>
              </a:prstGeom>
              <a:blipFill>
                <a:blip r:embed="rId15"/>
                <a:stretch>
                  <a:fillRect/>
                </a:stretch>
              </a:blipFill>
            </p:spPr>
            <p:txBody>
              <a:bodyPr/>
              <a:lstStyle/>
              <a:p>
                <a:r>
                  <a:rPr lang="en-GB">
                    <a:noFill/>
                  </a:rPr>
                  <a:t> </a:t>
                </a:r>
              </a:p>
            </p:txBody>
          </p:sp>
        </mc:Fallback>
      </mc:AlternateContent>
      <p:cxnSp>
        <p:nvCxnSpPr>
          <p:cNvPr id="48" name="Straight Connector 47">
            <a:extLst>
              <a:ext uri="{FF2B5EF4-FFF2-40B4-BE49-F238E27FC236}">
                <a16:creationId xmlns:a16="http://schemas.microsoft.com/office/drawing/2014/main" id="{8BBA79E8-BED0-23B0-60DF-7F8AFE88EA63}"/>
              </a:ext>
            </a:extLst>
          </p:cNvPr>
          <p:cNvCxnSpPr>
            <a:cxnSpLocks/>
          </p:cNvCxnSpPr>
          <p:nvPr/>
        </p:nvCxnSpPr>
        <p:spPr>
          <a:xfrm flipH="1">
            <a:off x="7896020"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539F0BF3-F63C-E70F-A5D8-C3F23E96EE99}"/>
              </a:ext>
            </a:extLst>
          </p:cNvPr>
          <p:cNvCxnSpPr>
            <a:cxnSpLocks/>
          </p:cNvCxnSpPr>
          <p:nvPr/>
        </p:nvCxnSpPr>
        <p:spPr>
          <a:xfrm flipH="1">
            <a:off x="7896020" y="2888994"/>
            <a:ext cx="720008" cy="855241"/>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5745E95-9EC4-6D6D-BA8F-FF981EEFC9F8}"/>
              </a:ext>
            </a:extLst>
          </p:cNvPr>
          <p:cNvCxnSpPr>
            <a:cxnSpLocks/>
          </p:cNvCxnSpPr>
          <p:nvPr/>
        </p:nvCxnSpPr>
        <p:spPr>
          <a:xfrm flipV="1">
            <a:off x="7896020"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E4AFBAB-F44B-EEB9-78FB-CF2CCE826CC4}"/>
              </a:ext>
            </a:extLst>
          </p:cNvPr>
          <p:cNvCxnSpPr>
            <a:cxnSpLocks/>
          </p:cNvCxnSpPr>
          <p:nvPr/>
        </p:nvCxnSpPr>
        <p:spPr>
          <a:xfrm flipV="1">
            <a:off x="8616028" y="1988984"/>
            <a:ext cx="720008" cy="90001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75092962-7C20-CC46-EE4D-7249E46E61DB}"/>
              </a:ext>
            </a:extLst>
          </p:cNvPr>
          <p:cNvGrpSpPr/>
          <p:nvPr/>
        </p:nvGrpSpPr>
        <p:grpSpPr>
          <a:xfrm>
            <a:off x="7536016" y="2078985"/>
            <a:ext cx="720008" cy="584775"/>
            <a:chOff x="3125967" y="2528990"/>
            <a:chExt cx="720008" cy="584775"/>
          </a:xfrm>
        </p:grpSpPr>
        <p:sp>
          <p:nvSpPr>
            <p:cNvPr id="53" name="Oval 52">
              <a:extLst>
                <a:ext uri="{FF2B5EF4-FFF2-40B4-BE49-F238E27FC236}">
                  <a16:creationId xmlns:a16="http://schemas.microsoft.com/office/drawing/2014/main" id="{A3DD3C55-3C1D-2427-0C14-E48AAED5426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EA7FC0C-FB18-B1D8-1017-FA89A45A458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81A74F78-5DCB-EB06-BDC0-B4D1B09B3F04}"/>
              </a:ext>
            </a:extLst>
          </p:cNvPr>
          <p:cNvGrpSpPr/>
          <p:nvPr/>
        </p:nvGrpSpPr>
        <p:grpSpPr>
          <a:xfrm>
            <a:off x="7536016" y="3474232"/>
            <a:ext cx="720008" cy="584775"/>
            <a:chOff x="3125967" y="2528990"/>
            <a:chExt cx="720008" cy="584775"/>
          </a:xfrm>
        </p:grpSpPr>
        <p:sp>
          <p:nvSpPr>
            <p:cNvPr id="56" name="Oval 55">
              <a:extLst>
                <a:ext uri="{FF2B5EF4-FFF2-40B4-BE49-F238E27FC236}">
                  <a16:creationId xmlns:a16="http://schemas.microsoft.com/office/drawing/2014/main" id="{7AF362BD-2B90-BFE2-08BE-3B144DC1535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39CDDDB-46A9-2A23-860B-968A084B1A5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58" name="Group 57">
            <a:extLst>
              <a:ext uri="{FF2B5EF4-FFF2-40B4-BE49-F238E27FC236}">
                <a16:creationId xmlns:a16="http://schemas.microsoft.com/office/drawing/2014/main" id="{B319AC47-7C30-96CD-A931-070DAB6C3E3B}"/>
              </a:ext>
            </a:extLst>
          </p:cNvPr>
          <p:cNvGrpSpPr/>
          <p:nvPr/>
        </p:nvGrpSpPr>
        <p:grpSpPr>
          <a:xfrm>
            <a:off x="8976032" y="1718981"/>
            <a:ext cx="720008" cy="584775"/>
            <a:chOff x="3125967" y="2528990"/>
            <a:chExt cx="720008" cy="584775"/>
          </a:xfrm>
        </p:grpSpPr>
        <p:sp>
          <p:nvSpPr>
            <p:cNvPr id="60" name="Oval 59">
              <a:extLst>
                <a:ext uri="{FF2B5EF4-FFF2-40B4-BE49-F238E27FC236}">
                  <a16:creationId xmlns:a16="http://schemas.microsoft.com/office/drawing/2014/main" id="{920F2DA5-F474-9FE0-4505-0CB5E7017C1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EC14A75-A9EA-48E8-EE58-872B5087FD4F}"/>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61" name="TextBox 60">
                  <a:extLst>
                    <a:ext uri="{FF2B5EF4-FFF2-40B4-BE49-F238E27FC236}">
                      <a16:creationId xmlns:a16="http://schemas.microsoft.com/office/drawing/2014/main" id="{6EC14A75-A9EA-48E8-EE58-872B5087FD4F}"/>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16"/>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45590F8-A133-F7F8-AC32-0B1A50483707}"/>
                  </a:ext>
                </a:extLst>
              </p:cNvPr>
              <p:cNvSpPr txBox="1"/>
              <p:nvPr/>
            </p:nvSpPr>
            <p:spPr>
              <a:xfrm>
                <a:off x="7896020" y="4784549"/>
                <a:ext cx="1980022" cy="830997"/>
              </a:xfrm>
              <a:prstGeom prst="rect">
                <a:avLst/>
              </a:prstGeom>
              <a:noFill/>
            </p:spPr>
            <p:txBody>
              <a:bodyPr wrap="square">
                <a:spAutoFit/>
              </a:bodyPr>
              <a:lstStyle/>
              <a:p>
                <a:pPr/>
                <a14:m>
                  <m:oMathPara xmlns:m="http://schemas.openxmlformats.org/officeDocument/2006/math">
                    <m:oMath>
                      <m:sSub>
                        <m:sSubPr>
                          <m:ctrlPr>
                            <a:rPr lang="en-GB" sz="4800" b="0" i="0" smtClean="0">
                              <a:latin typeface="Cambria Math" panose="02040503050406030204" pitchFamily="18" charset="0"/>
                            </a:rPr>
                          </m:ctrlPr>
                        </m:sSubPr>
                        <m:e>
                          <m:r>
                            <m:rPr>
                              <m:sty m:val="p"/>
                            </m:rPr>
                            <a:rPr lang="en-GB" sz="4800" b="0" i="0" smtClean="0">
                              <a:latin typeface="Cambria Math" panose="02040503050406030204" pitchFamily="18" charset="0"/>
                            </a:rPr>
                            <m:t>MM</m:t>
                          </m:r>
                        </m:e>
                        <m:sub>
                          <m:r>
                            <a:rPr lang="en-GB" sz="4800" b="0" i="1" smtClean="0">
                              <a:latin typeface="Cambria Math" panose="02040503050406030204" pitchFamily="18" charset="0"/>
                            </a:rPr>
                            <m:t>𝑛</m:t>
                          </m:r>
                        </m:sub>
                      </m:sSub>
                    </m:oMath>
                  </m:oMathPara>
                </a14:m>
                <a:endParaRPr lang="en-GB" sz="4800" dirty="0"/>
              </a:p>
            </p:txBody>
          </p:sp>
        </mc:Choice>
        <mc:Fallback xmlns="">
          <p:sp>
            <p:nvSpPr>
              <p:cNvPr id="46" name="TextBox 45">
                <a:extLst>
                  <a:ext uri="{FF2B5EF4-FFF2-40B4-BE49-F238E27FC236}">
                    <a16:creationId xmlns:a16="http://schemas.microsoft.com/office/drawing/2014/main" id="{345590F8-A133-F7F8-AC32-0B1A50483707}"/>
                  </a:ext>
                </a:extLst>
              </p:cNvPr>
              <p:cNvSpPr txBox="1">
                <a:spLocks noRot="1" noChangeAspect="1" noMove="1" noResize="1" noEditPoints="1" noAdjustHandles="1" noChangeArrowheads="1" noChangeShapeType="1" noTextEdit="1"/>
              </p:cNvSpPr>
              <p:nvPr/>
            </p:nvSpPr>
            <p:spPr>
              <a:xfrm>
                <a:off x="7896020" y="4784549"/>
                <a:ext cx="1980022" cy="830997"/>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33F88AA-E4C8-744D-92B2-35F79823151E}"/>
                  </a:ext>
                </a:extLst>
              </p:cNvPr>
              <p:cNvSpPr txBox="1"/>
              <p:nvPr/>
            </p:nvSpPr>
            <p:spPr>
              <a:xfrm>
                <a:off x="7446015"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i="1">
                              <a:solidFill>
                                <a:schemeClr val="accent3">
                                  <a:lumMod val="75000"/>
                                </a:schemeClr>
                              </a:solidFill>
                              <a:latin typeface="Cambria Math" panose="02040503050406030204" pitchFamily="18" charset="0"/>
                            </a:rPr>
                          </m:ctrlPr>
                        </m:accPr>
                        <m:e>
                          <m:r>
                            <a:rPr lang="en-GB" sz="4800" i="1">
                              <a:solidFill>
                                <a:schemeClr val="accent3">
                                  <a:lumMod val="75000"/>
                                </a:schemeClr>
                              </a:solidFill>
                              <a:latin typeface="Cambria Math" panose="02040503050406030204" pitchFamily="18" charset="0"/>
                            </a:rPr>
                            <m:t>𝑅</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63" name="TextBox 62">
                <a:extLst>
                  <a:ext uri="{FF2B5EF4-FFF2-40B4-BE49-F238E27FC236}">
                    <a16:creationId xmlns:a16="http://schemas.microsoft.com/office/drawing/2014/main" id="{F33F88AA-E4C8-744D-92B2-35F79823151E}"/>
                  </a:ext>
                </a:extLst>
              </p:cNvPr>
              <p:cNvSpPr txBox="1">
                <a:spLocks noRot="1" noChangeAspect="1" noMove="1" noResize="1" noEditPoints="1" noAdjustHandles="1" noChangeArrowheads="1" noChangeShapeType="1" noTextEdit="1"/>
              </p:cNvSpPr>
              <p:nvPr/>
            </p:nvSpPr>
            <p:spPr>
              <a:xfrm>
                <a:off x="7446015" y="4779015"/>
                <a:ext cx="2610029" cy="830997"/>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CFA079B-7404-612E-9A74-FF60E5D05F30}"/>
                  </a:ext>
                </a:extLst>
              </p:cNvPr>
              <p:cNvSpPr txBox="1"/>
              <p:nvPr/>
            </p:nvSpPr>
            <p:spPr>
              <a:xfrm>
                <a:off x="9876042" y="4779015"/>
                <a:ext cx="630007"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62" name="TextBox 61">
                <a:extLst>
                  <a:ext uri="{FF2B5EF4-FFF2-40B4-BE49-F238E27FC236}">
                    <a16:creationId xmlns:a16="http://schemas.microsoft.com/office/drawing/2014/main" id="{BCFA079B-7404-612E-9A74-FF60E5D05F30}"/>
                  </a:ext>
                </a:extLst>
              </p:cNvPr>
              <p:cNvSpPr txBox="1">
                <a:spLocks noRot="1" noChangeAspect="1" noMove="1" noResize="1" noEditPoints="1" noAdjustHandles="1" noChangeArrowheads="1" noChangeShapeType="1" noTextEdit="1"/>
              </p:cNvSpPr>
              <p:nvPr/>
            </p:nvSpPr>
            <p:spPr>
              <a:xfrm>
                <a:off x="9876042" y="4779015"/>
                <a:ext cx="630007" cy="830997"/>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DA8A4EA-88B8-9DE0-099E-6D7EBD521FE4}"/>
                  </a:ext>
                </a:extLst>
              </p:cNvPr>
              <p:cNvSpPr txBox="1"/>
              <p:nvPr/>
            </p:nvSpPr>
            <p:spPr>
              <a:xfrm>
                <a:off x="6096000" y="2528990"/>
                <a:ext cx="990011" cy="830997"/>
              </a:xfrm>
              <a:prstGeom prst="rect">
                <a:avLst/>
              </a:prstGeom>
              <a:noFill/>
            </p:spPr>
            <p:txBody>
              <a:bodyPr wrap="square" rtlCol="0">
                <a:spAutoFit/>
              </a:bodyPr>
              <a:lstStyle/>
              <a:p>
                <a:pPr/>
                <a14:m>
                  <m:oMathPara xmlns:m="http://schemas.openxmlformats.org/officeDocument/2006/math">
                    <m:oMath>
                      <m:r>
                        <a:rPr lang="en-GB" sz="4800" b="0" i="1" smtClean="0">
                          <a:latin typeface="Cambria Math" panose="02040503050406030204" pitchFamily="18" charset="0"/>
                          <a:ea typeface="Cambria Math" panose="02040503050406030204" pitchFamily="18" charset="0"/>
                        </a:rPr>
                        <m:t>⟼</m:t>
                      </m:r>
                    </m:oMath>
                  </m:oMathPara>
                </a14:m>
                <a:endParaRPr lang="en-GB" sz="4800" dirty="0"/>
              </a:p>
            </p:txBody>
          </p:sp>
        </mc:Choice>
        <mc:Fallback xmlns="">
          <p:sp>
            <p:nvSpPr>
              <p:cNvPr id="68" name="TextBox 67">
                <a:extLst>
                  <a:ext uri="{FF2B5EF4-FFF2-40B4-BE49-F238E27FC236}">
                    <a16:creationId xmlns:a16="http://schemas.microsoft.com/office/drawing/2014/main" id="{4DA8A4EA-88B8-9DE0-099E-6D7EBD521FE4}"/>
                  </a:ext>
                </a:extLst>
              </p:cNvPr>
              <p:cNvSpPr txBox="1">
                <a:spLocks noRot="1" noChangeAspect="1" noMove="1" noResize="1" noEditPoints="1" noAdjustHandles="1" noChangeArrowheads="1" noChangeShapeType="1" noTextEdit="1"/>
              </p:cNvSpPr>
              <p:nvPr/>
            </p:nvSpPr>
            <p:spPr>
              <a:xfrm>
                <a:off x="6096000" y="2528990"/>
                <a:ext cx="990011" cy="830997"/>
              </a:xfrm>
              <a:prstGeom prst="rect">
                <a:avLst/>
              </a:prstGeom>
              <a:blipFill>
                <a:blip r:embed="rId20"/>
                <a:stretch>
                  <a:fillRect/>
                </a:stretch>
              </a:blipFill>
            </p:spPr>
            <p:txBody>
              <a:bodyPr/>
              <a:lstStyle/>
              <a:p>
                <a:r>
                  <a:rPr lang="en-GB">
                    <a:noFill/>
                  </a:rPr>
                  <a:t> </a:t>
                </a:r>
              </a:p>
            </p:txBody>
          </p:sp>
        </mc:Fallback>
      </mc:AlternateContent>
      <p:pic>
        <p:nvPicPr>
          <p:cNvPr id="71" name="Picture 70" descr="Iceberg PNGs for Free Download">
            <a:extLst>
              <a:ext uri="{FF2B5EF4-FFF2-40B4-BE49-F238E27FC236}">
                <a16:creationId xmlns:a16="http://schemas.microsoft.com/office/drawing/2014/main" id="{3E0AB9C0-C0A0-F91E-4388-ADEE2F1B51D0}"/>
              </a:ext>
            </a:extLst>
          </p:cNvPr>
          <p:cNvPicPr>
            <a:picLocks noChangeAspect="1"/>
          </p:cNvPicPr>
          <p:nvPr/>
        </p:nvPicPr>
        <p:blipFill>
          <a:blip r:embed="rId21"/>
          <a:stretch>
            <a:fillRect/>
          </a:stretch>
        </p:blipFill>
        <p:spPr>
          <a:xfrm>
            <a:off x="12396070" y="-441043"/>
            <a:ext cx="7740086" cy="7740086"/>
          </a:xfrm>
          <a:prstGeom prst="rect">
            <a:avLst/>
          </a:prstGeom>
        </p:spPr>
      </p:pic>
      <p:sp>
        <p:nvSpPr>
          <p:cNvPr id="73" name="Rectangle 72">
            <a:extLst>
              <a:ext uri="{FF2B5EF4-FFF2-40B4-BE49-F238E27FC236}">
                <a16:creationId xmlns:a16="http://schemas.microsoft.com/office/drawing/2014/main" id="{6BC58EC2-19C6-2D7D-A71E-E454273AF45F}"/>
              </a:ext>
            </a:extLst>
          </p:cNvPr>
          <p:cNvSpPr/>
          <p:nvPr/>
        </p:nvSpPr>
        <p:spPr>
          <a:xfrm>
            <a:off x="14646095"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9F31FB0C-8BB6-1638-595A-18D5E788B689}"/>
                  </a:ext>
                </a:extLst>
              </p:cNvPr>
              <p:cNvSpPr/>
              <p:nvPr/>
            </p:nvSpPr>
            <p:spPr>
              <a:xfrm>
                <a:off x="1230606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92" name="Rectangle 91">
                <a:extLst>
                  <a:ext uri="{FF2B5EF4-FFF2-40B4-BE49-F238E27FC236}">
                    <a16:creationId xmlns:a16="http://schemas.microsoft.com/office/drawing/2014/main" id="{9F31FB0C-8BB6-1638-595A-18D5E788B689}"/>
                  </a:ext>
                </a:extLst>
              </p:cNvPr>
              <p:cNvSpPr>
                <a:spLocks noRot="1" noChangeAspect="1" noMove="1" noResize="1" noEditPoints="1" noAdjustHandles="1" noChangeArrowheads="1" noChangeShapeType="1" noTextEdit="1"/>
              </p:cNvSpPr>
              <p:nvPr/>
            </p:nvSpPr>
            <p:spPr>
              <a:xfrm>
                <a:off x="12306068" y="2168986"/>
                <a:ext cx="1890021" cy="540006"/>
              </a:xfrm>
              <a:prstGeom prst="rect">
                <a:avLst/>
              </a:prstGeom>
              <a:blipFill>
                <a:blip r:embed="rId2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47E53FD9-B668-9B5D-468F-2DEF160AFCF5}"/>
                  </a:ext>
                </a:extLst>
              </p:cNvPr>
              <p:cNvSpPr txBox="1"/>
              <p:nvPr/>
            </p:nvSpPr>
            <p:spPr>
              <a:xfrm>
                <a:off x="10416048" y="4779015"/>
                <a:ext cx="1080012" cy="830997"/>
              </a:xfrm>
              <a:prstGeom prst="rect">
                <a:avLst/>
              </a:prstGeom>
              <a:noFill/>
            </p:spPr>
            <p:txBody>
              <a:bodyPr wrap="square">
                <a:spAutoFit/>
              </a:bodyPr>
              <a:lstStyle/>
              <a:p>
                <a:pPr/>
                <a14:m>
                  <m:oMathPara xmlns:m="http://schemas.openxmlformats.org/officeDocument/2006/math">
                    <m:oMath>
                      <m:sSup>
                        <m:sSupPr>
                          <m:ctrlPr>
                            <a:rPr lang="en-GB" sz="4800" b="0" i="1" smtClean="0">
                              <a:solidFill>
                                <a:schemeClr val="accent6"/>
                              </a:solidFill>
                              <a:latin typeface="Cambria Math" panose="02040503050406030204" pitchFamily="18" charset="0"/>
                            </a:rPr>
                          </m:ctrlPr>
                        </m:sSupPr>
                        <m:e>
                          <m:r>
                            <a:rPr lang="en-GB" sz="4800" b="0" i="1" smtClean="0">
                              <a:solidFill>
                                <a:schemeClr val="accent6"/>
                              </a:solidFill>
                              <a:latin typeface="Cambria Math" panose="02040503050406030204" pitchFamily="18" charset="0"/>
                            </a:rPr>
                            <m:t>𝑛</m:t>
                          </m:r>
                        </m:e>
                        <m:sup>
                          <m:r>
                            <a:rPr lang="en-GB" sz="4800" b="0" i="1" smtClean="0">
                              <a:solidFill>
                                <a:schemeClr val="accent6"/>
                              </a:solidFill>
                              <a:latin typeface="Cambria Math" panose="02040503050406030204" pitchFamily="18" charset="0"/>
                            </a:rPr>
                            <m:t>𝜔</m:t>
                          </m:r>
                        </m:sup>
                      </m:sSup>
                    </m:oMath>
                  </m:oMathPara>
                </a14:m>
                <a:endParaRPr lang="en-GB" sz="4800" dirty="0">
                  <a:solidFill>
                    <a:schemeClr val="accent6"/>
                  </a:solidFill>
                </a:endParaRPr>
              </a:p>
            </p:txBody>
          </p:sp>
        </mc:Choice>
        <mc:Fallback xmlns="">
          <p:sp>
            <p:nvSpPr>
              <p:cNvPr id="96" name="TextBox 95">
                <a:extLst>
                  <a:ext uri="{FF2B5EF4-FFF2-40B4-BE49-F238E27FC236}">
                    <a16:creationId xmlns:a16="http://schemas.microsoft.com/office/drawing/2014/main" id="{47E53FD9-B668-9B5D-468F-2DEF160AFCF5}"/>
                  </a:ext>
                </a:extLst>
              </p:cNvPr>
              <p:cNvSpPr txBox="1">
                <a:spLocks noRot="1" noChangeAspect="1" noMove="1" noResize="1" noEditPoints="1" noAdjustHandles="1" noChangeArrowheads="1" noChangeShapeType="1" noTextEdit="1"/>
              </p:cNvSpPr>
              <p:nvPr/>
            </p:nvSpPr>
            <p:spPr>
              <a:xfrm>
                <a:off x="10416048" y="4779015"/>
                <a:ext cx="1080012" cy="830997"/>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88320F95-0484-E1E3-86A1-BB63666798CC}"/>
                  </a:ext>
                </a:extLst>
              </p:cNvPr>
              <p:cNvSpPr txBox="1"/>
              <p:nvPr/>
            </p:nvSpPr>
            <p:spPr>
              <a:xfrm>
                <a:off x="6005999" y="4779015"/>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accent1"/>
                        </a:solidFill>
                        <a:latin typeface="Cambria Math" panose="02040503050406030204" pitchFamily="18" charset="0"/>
                      </a:rPr>
                      <m:t>≥</m:t>
                    </m:r>
                  </m:oMath>
                </a14:m>
                <a:r>
                  <a:rPr lang="en-GB" sz="4800" dirty="0">
                    <a:solidFill>
                      <a:schemeClr val="accent6"/>
                    </a:solidFill>
                  </a:rPr>
                  <a:t> </a:t>
                </a:r>
              </a:p>
            </p:txBody>
          </p:sp>
        </mc:Choice>
        <mc:Fallback xmlns="">
          <p:sp>
            <p:nvSpPr>
              <p:cNvPr id="100" name="TextBox 99">
                <a:extLst>
                  <a:ext uri="{FF2B5EF4-FFF2-40B4-BE49-F238E27FC236}">
                    <a16:creationId xmlns:a16="http://schemas.microsoft.com/office/drawing/2014/main" id="{88320F95-0484-E1E3-86A1-BB63666798CC}"/>
                  </a:ext>
                </a:extLst>
              </p:cNvPr>
              <p:cNvSpPr txBox="1">
                <a:spLocks noRot="1" noChangeAspect="1" noMove="1" noResize="1" noEditPoints="1" noAdjustHandles="1" noChangeArrowheads="1" noChangeShapeType="1" noTextEdit="1"/>
              </p:cNvSpPr>
              <p:nvPr/>
            </p:nvSpPr>
            <p:spPr>
              <a:xfrm>
                <a:off x="6005999" y="4779015"/>
                <a:ext cx="1170013" cy="830997"/>
              </a:xfrm>
              <a:prstGeom prst="rect">
                <a:avLst/>
              </a:prstGeom>
              <a:blipFill>
                <a:blip r:embed="rId2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9052076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9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15EDF-1006-0CF4-44D0-B2FE51CA0DBE}"/>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C31C334-9578-C78E-69CC-A78794F730D1}"/>
              </a:ext>
            </a:extLst>
          </p:cNvPr>
          <p:cNvGrpSpPr/>
          <p:nvPr/>
        </p:nvGrpSpPr>
        <p:grpSpPr>
          <a:xfrm>
            <a:off x="-5964134" y="1718981"/>
            <a:ext cx="2160024" cy="2340026"/>
            <a:chOff x="1415948" y="2258987"/>
            <a:chExt cx="2160024" cy="2340026"/>
          </a:xfrm>
        </p:grpSpPr>
        <p:cxnSp>
          <p:nvCxnSpPr>
            <p:cNvPr id="3" name="Straight Connector 2">
              <a:extLst>
                <a:ext uri="{FF2B5EF4-FFF2-40B4-BE49-F238E27FC236}">
                  <a16:creationId xmlns:a16="http://schemas.microsoft.com/office/drawing/2014/main" id="{37F24DCB-7653-D9B4-0AEE-A4B438489AA1}"/>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E8F4E5BD-8942-F3EF-672D-9B5405BCEA5D}"/>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57DE7B16-C443-C9BF-AF86-96ABF334328F}"/>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1058F0BA-1055-4D57-86EC-8C8912C744D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7FF7BC-3A38-D1FE-269E-5B27B12B90A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79975F3E-4C07-A37A-5C9C-16200800ED32}"/>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DA7CEB84-C1EA-9E75-08AB-0F4343908A6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ABCAE52-FB65-C320-9480-9CAB3E694E6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F7873E19-7CAB-B588-5EA6-9337A3FACF48}"/>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3BCB5F05-0919-D92A-DD1C-36404BB5365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550261-9FE9-1CA8-0CC6-56EA69103FF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55550261-9FE9-1CA8-0CC6-56EA69103FFC}"/>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265FCD93-C72D-AAD8-2692-6408D3F51318}"/>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84A54D55-CDD0-DC60-7CCF-778AA675A2F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2A59EF7-5E8A-7F95-9642-1EC0C802428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CB906D64-A6C8-3F11-B28F-F579430320E4}"/>
              </a:ext>
            </a:extLst>
          </p:cNvPr>
          <p:cNvGrpSpPr/>
          <p:nvPr/>
        </p:nvGrpSpPr>
        <p:grpSpPr>
          <a:xfrm>
            <a:off x="-3084102" y="1718981"/>
            <a:ext cx="2160024" cy="2340026"/>
            <a:chOff x="5015988" y="2258987"/>
            <a:chExt cx="2160024" cy="2340026"/>
          </a:xfrm>
        </p:grpSpPr>
        <p:cxnSp>
          <p:nvCxnSpPr>
            <p:cNvPr id="22" name="Straight Connector 21">
              <a:extLst>
                <a:ext uri="{FF2B5EF4-FFF2-40B4-BE49-F238E27FC236}">
                  <a16:creationId xmlns:a16="http://schemas.microsoft.com/office/drawing/2014/main" id="{DE53659C-B12E-A0C3-25D8-5C1E3CE60173}"/>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6EBEAF7-3CD0-05CB-CA1B-0428E73CDE48}"/>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717A2D22-ED31-51AD-87DE-24C395E43E4D}"/>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6FBEB7E5-0230-EA7B-ECCE-E3073A833AA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E0F04CA-93F5-FB2D-6B70-CF250D8ED5F9}"/>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9442E094-1C07-514F-C382-33C31F1109A9}"/>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717A1FFB-49D0-B6B5-EF42-0C655C45A39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5409D54-4C9B-BCF2-90C8-CDAB9171DCD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68799B47-8A10-ACE4-C443-A944E8539893}"/>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1BB4BAA0-5760-2F20-0D05-1CCCAB446B1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68DEC10-F7AE-5967-49A7-C002CA8A6AE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768DEC10-F7AE-5967-49A7-C002CA8A6AE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180BF5B8-208F-7CDC-04EF-7FB0FBF83DB2}"/>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B7F12A52-2B05-A857-1460-131DBDC236A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F4B6CAA-D737-32C0-DF54-DCFEB2D5A8F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2E369E1-F6A7-BB8A-68DC-7D9669F32C30}"/>
                  </a:ext>
                </a:extLst>
              </p:cNvPr>
              <p:cNvSpPr txBox="1"/>
              <p:nvPr/>
            </p:nvSpPr>
            <p:spPr>
              <a:xfrm>
                <a:off x="-4074113"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B2E369E1-F6A7-BB8A-68DC-7D9669F32C30}"/>
                  </a:ext>
                </a:extLst>
              </p:cNvPr>
              <p:cNvSpPr txBox="1">
                <a:spLocks noRot="1" noChangeAspect="1" noMove="1" noResize="1" noEditPoints="1" noAdjustHandles="1" noChangeArrowheads="1" noChangeShapeType="1" noTextEdit="1"/>
              </p:cNvSpPr>
              <p:nvPr/>
            </p:nvSpPr>
            <p:spPr>
              <a:xfrm>
                <a:off x="-4074113"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BA32BDF-F2F8-CC7B-9930-5D3BCB56205A}"/>
                  </a:ext>
                </a:extLst>
              </p:cNvPr>
              <p:cNvSpPr txBox="1"/>
              <p:nvPr/>
            </p:nvSpPr>
            <p:spPr>
              <a:xfrm>
                <a:off x="-1194081"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2BA32BDF-F2F8-CC7B-9930-5D3BCB56205A}"/>
                  </a:ext>
                </a:extLst>
              </p:cNvPr>
              <p:cNvSpPr txBox="1">
                <a:spLocks noRot="1" noChangeAspect="1" noMove="1" noResize="1" noEditPoints="1" noAdjustHandles="1" noChangeArrowheads="1" noChangeShapeType="1" noTextEdit="1"/>
              </p:cNvSpPr>
              <p:nvPr/>
            </p:nvSpPr>
            <p:spPr>
              <a:xfrm>
                <a:off x="-1194081"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87502BF0-0014-4054-9353-DBC31FAACEE2}"/>
              </a:ext>
            </a:extLst>
          </p:cNvPr>
          <p:cNvCxnSpPr>
            <a:cxnSpLocks/>
          </p:cNvCxnSpPr>
          <p:nvPr/>
        </p:nvCxnSpPr>
        <p:spPr>
          <a:xfrm flipH="1">
            <a:off x="3305969"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8AA9175-390A-F8D4-77CC-4D13E48AE532}"/>
              </a:ext>
            </a:extLst>
          </p:cNvPr>
          <p:cNvCxnSpPr>
            <a:cxnSpLocks/>
          </p:cNvCxnSpPr>
          <p:nvPr/>
        </p:nvCxnSpPr>
        <p:spPr>
          <a:xfrm flipH="1">
            <a:off x="3305969"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504C7777-EA16-0670-352D-1B1991B3C2A3}"/>
              </a:ext>
            </a:extLst>
          </p:cNvPr>
          <p:cNvGrpSpPr/>
          <p:nvPr/>
        </p:nvGrpSpPr>
        <p:grpSpPr>
          <a:xfrm>
            <a:off x="2945965" y="2078985"/>
            <a:ext cx="720008" cy="584775"/>
            <a:chOff x="3125967" y="2528990"/>
            <a:chExt cx="720008" cy="584775"/>
          </a:xfrm>
        </p:grpSpPr>
        <p:sp>
          <p:nvSpPr>
            <p:cNvPr id="19" name="Oval 18">
              <a:extLst>
                <a:ext uri="{FF2B5EF4-FFF2-40B4-BE49-F238E27FC236}">
                  <a16:creationId xmlns:a16="http://schemas.microsoft.com/office/drawing/2014/main" id="{74923596-24BE-6E13-0833-730ED624E15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F18D112-1B7F-AFEE-D36B-21D0B5E5055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8F20F714-362C-42BD-43D1-2221D5711669}"/>
              </a:ext>
            </a:extLst>
          </p:cNvPr>
          <p:cNvGrpSpPr/>
          <p:nvPr/>
        </p:nvGrpSpPr>
        <p:grpSpPr>
          <a:xfrm>
            <a:off x="2945965" y="3474232"/>
            <a:ext cx="720008" cy="584775"/>
            <a:chOff x="3125967" y="2528990"/>
            <a:chExt cx="720008" cy="584775"/>
          </a:xfrm>
        </p:grpSpPr>
        <p:sp>
          <p:nvSpPr>
            <p:cNvPr id="39" name="Oval 38">
              <a:extLst>
                <a:ext uri="{FF2B5EF4-FFF2-40B4-BE49-F238E27FC236}">
                  <a16:creationId xmlns:a16="http://schemas.microsoft.com/office/drawing/2014/main" id="{DEFCB357-5F8D-FAF0-7472-FD76C336371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CD0123B-AAD7-4C47-EA6C-03922FEC13E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2AC11BC1-3F04-6264-A741-8C4944346B99}"/>
              </a:ext>
            </a:extLst>
          </p:cNvPr>
          <p:cNvGrpSpPr/>
          <p:nvPr/>
        </p:nvGrpSpPr>
        <p:grpSpPr>
          <a:xfrm>
            <a:off x="4385981" y="1718981"/>
            <a:ext cx="720008" cy="584775"/>
            <a:chOff x="3125967" y="2528990"/>
            <a:chExt cx="720008" cy="584775"/>
          </a:xfrm>
        </p:grpSpPr>
        <p:sp>
          <p:nvSpPr>
            <p:cNvPr id="44" name="Oval 43">
              <a:extLst>
                <a:ext uri="{FF2B5EF4-FFF2-40B4-BE49-F238E27FC236}">
                  <a16:creationId xmlns:a16="http://schemas.microsoft.com/office/drawing/2014/main" id="{3E7791D5-23DE-195B-66C1-3E8CF478358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433FA9D-9BAB-6FC1-2B85-92D185799CAD}"/>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5433FA9D-9BAB-6FC1-2B85-92D185799CAD}"/>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23E1E61D-F1C6-81D9-7448-89C1C9AEF872}"/>
              </a:ext>
            </a:extLst>
          </p:cNvPr>
          <p:cNvGrpSpPr/>
          <p:nvPr/>
        </p:nvGrpSpPr>
        <p:grpSpPr>
          <a:xfrm>
            <a:off x="4385981" y="3068996"/>
            <a:ext cx="720008" cy="584775"/>
            <a:chOff x="3125967" y="2528990"/>
            <a:chExt cx="720008" cy="584775"/>
          </a:xfrm>
        </p:grpSpPr>
        <p:sp>
          <p:nvSpPr>
            <p:cNvPr id="75" name="Oval 74">
              <a:extLst>
                <a:ext uri="{FF2B5EF4-FFF2-40B4-BE49-F238E27FC236}">
                  <a16:creationId xmlns:a16="http://schemas.microsoft.com/office/drawing/2014/main" id="{643A580C-C8AC-94F0-884A-A4354233942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0289E4A-1365-783A-45F5-A74A13C482C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732C4625-D45B-E166-DF02-F28F9354027B}"/>
              </a:ext>
            </a:extLst>
          </p:cNvPr>
          <p:cNvCxnSpPr>
            <a:cxnSpLocks/>
          </p:cNvCxnSpPr>
          <p:nvPr/>
        </p:nvCxnSpPr>
        <p:spPr>
          <a:xfrm flipV="1">
            <a:off x="3305969"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5A8D38B-6257-7634-CA81-08ED7142176F}"/>
              </a:ext>
            </a:extLst>
          </p:cNvPr>
          <p:cNvCxnSpPr>
            <a:cxnSpLocks/>
          </p:cNvCxnSpPr>
          <p:nvPr/>
        </p:nvCxnSpPr>
        <p:spPr>
          <a:xfrm flipV="1">
            <a:off x="4745985"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0591A58A-CEDE-3C0B-9B9B-B5D20B01705C}"/>
              </a:ext>
            </a:extLst>
          </p:cNvPr>
          <p:cNvGrpSpPr/>
          <p:nvPr/>
        </p:nvGrpSpPr>
        <p:grpSpPr>
          <a:xfrm>
            <a:off x="2945965" y="2078985"/>
            <a:ext cx="720008" cy="584775"/>
            <a:chOff x="3125967" y="2528990"/>
            <a:chExt cx="720008" cy="584775"/>
          </a:xfrm>
        </p:grpSpPr>
        <p:sp>
          <p:nvSpPr>
            <p:cNvPr id="80" name="Oval 79">
              <a:extLst>
                <a:ext uri="{FF2B5EF4-FFF2-40B4-BE49-F238E27FC236}">
                  <a16:creationId xmlns:a16="http://schemas.microsoft.com/office/drawing/2014/main" id="{8551FBEA-C94A-4202-187C-344F9876DC4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6E030E4-B250-4C49-9D18-A382835100A2}"/>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31A9A4EE-F671-2051-655F-28FF8DC2083F}"/>
              </a:ext>
            </a:extLst>
          </p:cNvPr>
          <p:cNvGrpSpPr/>
          <p:nvPr/>
        </p:nvGrpSpPr>
        <p:grpSpPr>
          <a:xfrm>
            <a:off x="2945965" y="3474232"/>
            <a:ext cx="720008" cy="584775"/>
            <a:chOff x="3125967" y="2528990"/>
            <a:chExt cx="720008" cy="584775"/>
          </a:xfrm>
        </p:grpSpPr>
        <p:sp>
          <p:nvSpPr>
            <p:cNvPr id="83" name="Oval 82">
              <a:extLst>
                <a:ext uri="{FF2B5EF4-FFF2-40B4-BE49-F238E27FC236}">
                  <a16:creationId xmlns:a16="http://schemas.microsoft.com/office/drawing/2014/main" id="{C58B06F1-C0E7-4F70-C241-9869CAB211E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6F94740-D1BB-ECC5-306F-AB4F247ECE6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7516F663-666F-27AC-B43C-52FA8F4327B1}"/>
              </a:ext>
            </a:extLst>
          </p:cNvPr>
          <p:cNvGrpSpPr/>
          <p:nvPr/>
        </p:nvGrpSpPr>
        <p:grpSpPr>
          <a:xfrm>
            <a:off x="4385981" y="1718981"/>
            <a:ext cx="720008" cy="584775"/>
            <a:chOff x="3125967" y="2528990"/>
            <a:chExt cx="720008" cy="584775"/>
          </a:xfrm>
        </p:grpSpPr>
        <p:sp>
          <p:nvSpPr>
            <p:cNvPr id="86" name="Oval 85">
              <a:extLst>
                <a:ext uri="{FF2B5EF4-FFF2-40B4-BE49-F238E27FC236}">
                  <a16:creationId xmlns:a16="http://schemas.microsoft.com/office/drawing/2014/main" id="{AB086456-9207-3EC3-2733-3FA5A2AF361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CDBA644B-32C1-81AF-4B47-0DBF0E2BFC8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CDBA644B-32C1-81AF-4B47-0DBF0E2BFC8B}"/>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8A630EA2-8B3D-49BD-57C4-E3E7EC6E3665}"/>
              </a:ext>
            </a:extLst>
          </p:cNvPr>
          <p:cNvGrpSpPr/>
          <p:nvPr/>
        </p:nvGrpSpPr>
        <p:grpSpPr>
          <a:xfrm>
            <a:off x="4385981" y="3068996"/>
            <a:ext cx="720008" cy="584775"/>
            <a:chOff x="3125967" y="2528990"/>
            <a:chExt cx="720008" cy="584775"/>
          </a:xfrm>
        </p:grpSpPr>
        <p:sp>
          <p:nvSpPr>
            <p:cNvPr id="89" name="Oval 88">
              <a:extLst>
                <a:ext uri="{FF2B5EF4-FFF2-40B4-BE49-F238E27FC236}">
                  <a16:creationId xmlns:a16="http://schemas.microsoft.com/office/drawing/2014/main" id="{C1ACAC2D-BE4D-6670-EFE1-6A966CD161C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FE30F293-31C3-B0E6-F997-DCB09CE1B3B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B333891-4D2A-6DA4-D5C2-FDA9939E7AE1}"/>
                  </a:ext>
                </a:extLst>
              </p:cNvPr>
              <p:cNvSpPr txBox="1"/>
              <p:nvPr/>
            </p:nvSpPr>
            <p:spPr>
              <a:xfrm>
                <a:off x="15593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BB333891-4D2A-6DA4-D5C2-FDA9939E7AE1}"/>
                  </a:ext>
                </a:extLst>
              </p:cNvPr>
              <p:cNvSpPr txBox="1">
                <a:spLocks noRot="1" noChangeAspect="1" noMove="1" noResize="1" noEditPoints="1" noAdjustHandles="1" noChangeArrowheads="1" noChangeShapeType="1" noTextEdit="1"/>
              </p:cNvSpPr>
              <p:nvPr/>
            </p:nvSpPr>
            <p:spPr>
              <a:xfrm>
                <a:off x="15593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0B75C16-097D-B5F7-205D-43CBFBB1716F}"/>
                  </a:ext>
                </a:extLst>
              </p:cNvPr>
              <p:cNvSpPr txBox="1"/>
              <p:nvPr/>
            </p:nvSpPr>
            <p:spPr>
              <a:xfrm>
                <a:off x="1145945"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C0B75C16-097D-B5F7-205D-43CBFBB1716F}"/>
                  </a:ext>
                </a:extLst>
              </p:cNvPr>
              <p:cNvSpPr txBox="1">
                <a:spLocks noRot="1" noChangeAspect="1" noMove="1" noResize="1" noEditPoints="1" noAdjustHandles="1" noChangeArrowheads="1" noChangeShapeType="1" noTextEdit="1"/>
              </p:cNvSpPr>
              <p:nvPr/>
            </p:nvSpPr>
            <p:spPr>
              <a:xfrm>
                <a:off x="1145945"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4B408F3-C760-26FC-54D0-EDD1F6B27B1D}"/>
                  </a:ext>
                </a:extLst>
              </p:cNvPr>
              <p:cNvSpPr txBox="1"/>
              <p:nvPr/>
            </p:nvSpPr>
            <p:spPr>
              <a:xfrm>
                <a:off x="3215968"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44B408F3-C760-26FC-54D0-EDD1F6B27B1D}"/>
                  </a:ext>
                </a:extLst>
              </p:cNvPr>
              <p:cNvSpPr txBox="1">
                <a:spLocks noRot="1" noChangeAspect="1" noMove="1" noResize="1" noEditPoints="1" noAdjustHandles="1" noChangeArrowheads="1" noChangeShapeType="1" noTextEdit="1"/>
              </p:cNvSpPr>
              <p:nvPr/>
            </p:nvSpPr>
            <p:spPr>
              <a:xfrm>
                <a:off x="3215968"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09379AD5-6126-FB0D-77A8-B02D0DDFAD4B}"/>
                  </a:ext>
                </a:extLst>
              </p:cNvPr>
              <p:cNvSpPr txBox="1"/>
              <p:nvPr/>
            </p:nvSpPr>
            <p:spPr>
              <a:xfrm>
                <a:off x="105594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09379AD5-6126-FB0D-77A8-B02D0DDFAD4B}"/>
                  </a:ext>
                </a:extLst>
              </p:cNvPr>
              <p:cNvSpPr txBox="1">
                <a:spLocks noRot="1" noChangeAspect="1" noMove="1" noResize="1" noEditPoints="1" noAdjustHandles="1" noChangeArrowheads="1" noChangeShapeType="1" noTextEdit="1"/>
              </p:cNvSpPr>
              <p:nvPr/>
            </p:nvSpPr>
            <p:spPr>
              <a:xfrm>
                <a:off x="105594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6FD755A0-3CFA-A3BB-12A4-A1B650372AA2}"/>
                  </a:ext>
                </a:extLst>
              </p:cNvPr>
              <p:cNvSpPr txBox="1"/>
              <p:nvPr/>
            </p:nvSpPr>
            <p:spPr>
              <a:xfrm>
                <a:off x="2045955" y="4779015"/>
                <a:ext cx="1170013" cy="830997"/>
              </a:xfrm>
              <a:prstGeom prst="rect">
                <a:avLst/>
              </a:prstGeom>
              <a:noFill/>
            </p:spPr>
            <p:txBody>
              <a:bodyPr wrap="square">
                <a:spAutoFit/>
              </a:bodyPr>
              <a:lstStyle/>
              <a:p>
                <a:pPr/>
                <a14:m>
                  <m:oMathPara xmlns:m="http://schemas.openxmlformats.org/officeDocument/2006/math">
                    <m:oMath>
                      <m:r>
                        <a:rPr lang="en-GB" sz="4800" b="0" i="1" smtClean="0">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6FD755A0-3CFA-A3BB-12A4-A1B650372AA2}"/>
                  </a:ext>
                </a:extLst>
              </p:cNvPr>
              <p:cNvSpPr txBox="1">
                <a:spLocks noRot="1" noChangeAspect="1" noMove="1" noResize="1" noEditPoints="1" noAdjustHandles="1" noChangeArrowheads="1" noChangeShapeType="1" noTextEdit="1"/>
              </p:cNvSpPr>
              <p:nvPr/>
            </p:nvSpPr>
            <p:spPr>
              <a:xfrm>
                <a:off x="2045955"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5B2F2EA-EEC6-A3BB-4084-38213311E1A4}"/>
                  </a:ext>
                </a:extLst>
              </p:cNvPr>
              <p:cNvSpPr txBox="1"/>
              <p:nvPr/>
            </p:nvSpPr>
            <p:spPr>
              <a:xfrm>
                <a:off x="2765963"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E5B2F2EA-EEC6-A3BB-4084-38213311E1A4}"/>
                  </a:ext>
                </a:extLst>
              </p:cNvPr>
              <p:cNvSpPr txBox="1">
                <a:spLocks noRot="1" noChangeAspect="1" noMove="1" noResize="1" noEditPoints="1" noAdjustHandles="1" noChangeArrowheads="1" noChangeShapeType="1" noTextEdit="1"/>
              </p:cNvSpPr>
              <p:nvPr/>
            </p:nvSpPr>
            <p:spPr>
              <a:xfrm>
                <a:off x="2765963" y="4779015"/>
                <a:ext cx="2610029" cy="830997"/>
              </a:xfrm>
              <a:prstGeom prst="rect">
                <a:avLst/>
              </a:prstGeom>
              <a:blipFill>
                <a:blip r:embed="rId15"/>
                <a:stretch>
                  <a:fillRect/>
                </a:stretch>
              </a:blipFill>
            </p:spPr>
            <p:txBody>
              <a:bodyPr/>
              <a:lstStyle/>
              <a:p>
                <a:r>
                  <a:rPr lang="en-GB">
                    <a:noFill/>
                  </a:rPr>
                  <a:t> </a:t>
                </a:r>
              </a:p>
            </p:txBody>
          </p:sp>
        </mc:Fallback>
      </mc:AlternateContent>
      <p:pic>
        <p:nvPicPr>
          <p:cNvPr id="71" name="Picture 70" descr="Iceberg PNGs for Free Download">
            <a:extLst>
              <a:ext uri="{FF2B5EF4-FFF2-40B4-BE49-F238E27FC236}">
                <a16:creationId xmlns:a16="http://schemas.microsoft.com/office/drawing/2014/main" id="{DC7FE446-361E-C658-9F78-F72638E0B71E}"/>
              </a:ext>
            </a:extLst>
          </p:cNvPr>
          <p:cNvPicPr>
            <a:picLocks noChangeAspect="1"/>
          </p:cNvPicPr>
          <p:nvPr/>
        </p:nvPicPr>
        <p:blipFill>
          <a:blip r:embed="rId16"/>
          <a:stretch>
            <a:fillRect/>
          </a:stretch>
        </p:blipFill>
        <p:spPr>
          <a:xfrm>
            <a:off x="7356014" y="-441043"/>
            <a:ext cx="7740086" cy="7740086"/>
          </a:xfrm>
          <a:prstGeom prst="rect">
            <a:avLst/>
          </a:prstGeom>
        </p:spPr>
      </p:pic>
      <p:sp>
        <p:nvSpPr>
          <p:cNvPr id="73" name="Rectangle 72">
            <a:extLst>
              <a:ext uri="{FF2B5EF4-FFF2-40B4-BE49-F238E27FC236}">
                <a16:creationId xmlns:a16="http://schemas.microsoft.com/office/drawing/2014/main" id="{033ED778-2959-9BB9-196E-F029E503FCC9}"/>
              </a:ext>
            </a:extLst>
          </p:cNvPr>
          <p:cNvSpPr/>
          <p:nvPr/>
        </p:nvSpPr>
        <p:spPr>
          <a:xfrm>
            <a:off x="9606039"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8430A8AD-1061-8872-9764-5397D1FF01D2}"/>
                  </a:ext>
                </a:extLst>
              </p:cNvPr>
              <p:cNvSpPr/>
              <p:nvPr/>
            </p:nvSpPr>
            <p:spPr>
              <a:xfrm>
                <a:off x="7266012"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92" name="Rectangle 91">
                <a:extLst>
                  <a:ext uri="{FF2B5EF4-FFF2-40B4-BE49-F238E27FC236}">
                    <a16:creationId xmlns:a16="http://schemas.microsoft.com/office/drawing/2014/main" id="{8430A8AD-1061-8872-9764-5397D1FF01D2}"/>
                  </a:ext>
                </a:extLst>
              </p:cNvPr>
              <p:cNvSpPr>
                <a:spLocks noRot="1" noChangeAspect="1" noMove="1" noResize="1" noEditPoints="1" noAdjustHandles="1" noChangeArrowheads="1" noChangeShapeType="1" noTextEdit="1"/>
              </p:cNvSpPr>
              <p:nvPr/>
            </p:nvSpPr>
            <p:spPr>
              <a:xfrm>
                <a:off x="7266012" y="2168986"/>
                <a:ext cx="1890021" cy="540006"/>
              </a:xfrm>
              <a:prstGeom prst="rect">
                <a:avLst/>
              </a:prstGeom>
              <a:blipFill>
                <a:blip r:embed="rId1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FC2523F-A430-BBB1-8D66-F73D398253F3}"/>
                  </a:ext>
                </a:extLst>
              </p:cNvPr>
              <p:cNvSpPr txBox="1"/>
              <p:nvPr/>
            </p:nvSpPr>
            <p:spPr>
              <a:xfrm>
                <a:off x="5645995" y="4779015"/>
                <a:ext cx="1080012" cy="830997"/>
              </a:xfrm>
              <a:prstGeom prst="rect">
                <a:avLst/>
              </a:prstGeom>
              <a:noFill/>
            </p:spPr>
            <p:txBody>
              <a:bodyPr wrap="square">
                <a:spAutoFit/>
              </a:bodyPr>
              <a:lstStyle/>
              <a:p>
                <a:pPr/>
                <a14:m>
                  <m:oMathPara xmlns:m="http://schemas.openxmlformats.org/officeDocument/2006/math">
                    <m:oMath>
                      <m:sSup>
                        <m:sSupPr>
                          <m:ctrlPr>
                            <a:rPr lang="en-GB" sz="4800" b="0" i="1" smtClean="0">
                              <a:solidFill>
                                <a:schemeClr val="accent6"/>
                              </a:solidFill>
                              <a:latin typeface="Cambria Math" panose="02040503050406030204" pitchFamily="18" charset="0"/>
                            </a:rPr>
                          </m:ctrlPr>
                        </m:sSupPr>
                        <m:e>
                          <m:r>
                            <a:rPr lang="en-GB" sz="4800" b="0" i="1" smtClean="0">
                              <a:solidFill>
                                <a:schemeClr val="accent6"/>
                              </a:solidFill>
                              <a:latin typeface="Cambria Math" panose="02040503050406030204" pitchFamily="18" charset="0"/>
                            </a:rPr>
                            <m:t>𝑛</m:t>
                          </m:r>
                        </m:e>
                        <m:sup>
                          <m:r>
                            <a:rPr lang="en-GB" sz="4800" b="0" i="1" smtClean="0">
                              <a:solidFill>
                                <a:schemeClr val="accent6"/>
                              </a:solidFill>
                              <a:latin typeface="Cambria Math" panose="02040503050406030204" pitchFamily="18" charset="0"/>
                            </a:rPr>
                            <m:t>𝜔</m:t>
                          </m:r>
                        </m:sup>
                      </m:sSup>
                    </m:oMath>
                  </m:oMathPara>
                </a14:m>
                <a:endParaRPr lang="en-GB" sz="4800" dirty="0">
                  <a:solidFill>
                    <a:schemeClr val="accent6"/>
                  </a:solidFill>
                </a:endParaRPr>
              </a:p>
            </p:txBody>
          </p:sp>
        </mc:Choice>
        <mc:Fallback xmlns="">
          <p:sp>
            <p:nvSpPr>
              <p:cNvPr id="66" name="TextBox 65">
                <a:extLst>
                  <a:ext uri="{FF2B5EF4-FFF2-40B4-BE49-F238E27FC236}">
                    <a16:creationId xmlns:a16="http://schemas.microsoft.com/office/drawing/2014/main" id="{BFC2523F-A430-BBB1-8D66-F73D398253F3}"/>
                  </a:ext>
                </a:extLst>
              </p:cNvPr>
              <p:cNvSpPr txBox="1">
                <a:spLocks noRot="1" noChangeAspect="1" noMove="1" noResize="1" noEditPoints="1" noAdjustHandles="1" noChangeArrowheads="1" noChangeShapeType="1" noTextEdit="1"/>
              </p:cNvSpPr>
              <p:nvPr/>
            </p:nvSpPr>
            <p:spPr>
              <a:xfrm>
                <a:off x="5645995" y="4779015"/>
                <a:ext cx="1080012" cy="830997"/>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8BAB1F74-6006-C906-8DD2-1F22DC9C0A88}"/>
                  </a:ext>
                </a:extLst>
              </p:cNvPr>
              <p:cNvSpPr txBox="1"/>
              <p:nvPr/>
            </p:nvSpPr>
            <p:spPr>
              <a:xfrm>
                <a:off x="4745985" y="4779015"/>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accent1"/>
                        </a:solidFill>
                        <a:latin typeface="Cambria Math" panose="02040503050406030204" pitchFamily="18" charset="0"/>
                      </a:rPr>
                      <m:t>≥</m:t>
                    </m:r>
                  </m:oMath>
                </a14:m>
                <a:r>
                  <a:rPr lang="en-GB" sz="4800" dirty="0">
                    <a:solidFill>
                      <a:schemeClr val="accent6"/>
                    </a:solidFill>
                  </a:rPr>
                  <a:t> </a:t>
                </a:r>
              </a:p>
            </p:txBody>
          </p:sp>
        </mc:Choice>
        <mc:Fallback xmlns="">
          <p:sp>
            <p:nvSpPr>
              <p:cNvPr id="91" name="TextBox 90">
                <a:extLst>
                  <a:ext uri="{FF2B5EF4-FFF2-40B4-BE49-F238E27FC236}">
                    <a16:creationId xmlns:a16="http://schemas.microsoft.com/office/drawing/2014/main" id="{8BAB1F74-6006-C906-8DD2-1F22DC9C0A88}"/>
                  </a:ext>
                </a:extLst>
              </p:cNvPr>
              <p:cNvSpPr txBox="1">
                <a:spLocks noRot="1" noChangeAspect="1" noMove="1" noResize="1" noEditPoints="1" noAdjustHandles="1" noChangeArrowheads="1" noChangeShapeType="1" noTextEdit="1"/>
              </p:cNvSpPr>
              <p:nvPr/>
            </p:nvSpPr>
            <p:spPr>
              <a:xfrm>
                <a:off x="4745985" y="4779015"/>
                <a:ext cx="1170013" cy="830997"/>
              </a:xfrm>
              <a:prstGeom prst="rect">
                <a:avLst/>
              </a:prstGeom>
              <a:blipFill>
                <a:blip r:embed="rId1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464825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C5698-5B94-AB71-E9EB-D7E1CDA28FDB}"/>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A46E3918-547F-841D-1B29-C299C21832D8}"/>
              </a:ext>
            </a:extLst>
          </p:cNvPr>
          <p:cNvGrpSpPr/>
          <p:nvPr/>
        </p:nvGrpSpPr>
        <p:grpSpPr>
          <a:xfrm>
            <a:off x="1415948" y="1718981"/>
            <a:ext cx="2160024" cy="2340026"/>
            <a:chOff x="1415948" y="2258987"/>
            <a:chExt cx="2160024" cy="2340026"/>
          </a:xfrm>
        </p:grpSpPr>
        <p:cxnSp>
          <p:nvCxnSpPr>
            <p:cNvPr id="3" name="Straight Connector 2">
              <a:extLst>
                <a:ext uri="{FF2B5EF4-FFF2-40B4-BE49-F238E27FC236}">
                  <a16:creationId xmlns:a16="http://schemas.microsoft.com/office/drawing/2014/main" id="{986503BB-1EB8-90EA-ABB9-B4AE5E2AD133}"/>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89A88887-0D32-57BF-FEE8-E12964D24C0A}"/>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93C5B1AE-4978-96A8-6049-2D614355D345}"/>
                </a:ext>
              </a:extLst>
            </p:cNvPr>
            <p:cNvGrpSpPr/>
            <p:nvPr/>
          </p:nvGrpSpPr>
          <p:grpSpPr>
            <a:xfrm>
              <a:off x="1415948" y="2618991"/>
              <a:ext cx="720008" cy="584775"/>
              <a:chOff x="3125967" y="2528990"/>
              <a:chExt cx="720008" cy="584775"/>
            </a:xfrm>
          </p:grpSpPr>
          <p:sp>
            <p:nvSpPr>
              <p:cNvPr id="15" name="Oval 14">
                <a:extLst>
                  <a:ext uri="{FF2B5EF4-FFF2-40B4-BE49-F238E27FC236}">
                    <a16:creationId xmlns:a16="http://schemas.microsoft.com/office/drawing/2014/main" id="{7A71E21D-24D9-10D2-7FCA-FA81858B823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E61128A-CC02-EFC9-5F30-A6BA8FD8DC2C}"/>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096D671A-FA68-91E5-4530-161074D15A54}"/>
                </a:ext>
              </a:extLst>
            </p:cNvPr>
            <p:cNvGrpSpPr/>
            <p:nvPr/>
          </p:nvGrpSpPr>
          <p:grpSpPr>
            <a:xfrm>
              <a:off x="1415948" y="4014238"/>
              <a:ext cx="720008" cy="584775"/>
              <a:chOff x="3125967" y="2528990"/>
              <a:chExt cx="720008" cy="584775"/>
            </a:xfrm>
          </p:grpSpPr>
          <p:sp>
            <p:nvSpPr>
              <p:cNvPr id="13" name="Oval 12">
                <a:extLst>
                  <a:ext uri="{FF2B5EF4-FFF2-40B4-BE49-F238E27FC236}">
                    <a16:creationId xmlns:a16="http://schemas.microsoft.com/office/drawing/2014/main" id="{7BBE7FF4-D07F-9006-84D7-8B859DB4F76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6D29BD-0E12-97E2-C846-6212F8F1D33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34AEDC59-7A85-2B48-EFB8-C8FCE4292888}"/>
                </a:ext>
              </a:extLst>
            </p:cNvPr>
            <p:cNvGrpSpPr/>
            <p:nvPr/>
          </p:nvGrpSpPr>
          <p:grpSpPr>
            <a:xfrm>
              <a:off x="2855964" y="2258987"/>
              <a:ext cx="720008" cy="584775"/>
              <a:chOff x="3125967" y="2528990"/>
              <a:chExt cx="720008" cy="584775"/>
            </a:xfrm>
          </p:grpSpPr>
          <p:sp>
            <p:nvSpPr>
              <p:cNvPr id="11" name="Oval 10">
                <a:extLst>
                  <a:ext uri="{FF2B5EF4-FFF2-40B4-BE49-F238E27FC236}">
                    <a16:creationId xmlns:a16="http://schemas.microsoft.com/office/drawing/2014/main" id="{55C3582F-78C5-6458-534A-33D996D2C87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647C9B0-96CF-A37D-FD40-017AAF7F3F0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12" name="TextBox 11">
                    <a:extLst>
                      <a:ext uri="{FF2B5EF4-FFF2-40B4-BE49-F238E27FC236}">
                        <a16:creationId xmlns:a16="http://schemas.microsoft.com/office/drawing/2014/main" id="{2647C9B0-96CF-A37D-FD40-017AAF7F3F0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4"/>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A93785C2-1DED-1DF8-E0B0-FB0DD48B59E9}"/>
                </a:ext>
              </a:extLst>
            </p:cNvPr>
            <p:cNvGrpSpPr/>
            <p:nvPr/>
          </p:nvGrpSpPr>
          <p:grpSpPr>
            <a:xfrm>
              <a:off x="2855964" y="3609002"/>
              <a:ext cx="720008" cy="584775"/>
              <a:chOff x="3125967" y="2528990"/>
              <a:chExt cx="720008" cy="584775"/>
            </a:xfrm>
          </p:grpSpPr>
          <p:sp>
            <p:nvSpPr>
              <p:cNvPr id="9" name="Oval 8">
                <a:extLst>
                  <a:ext uri="{FF2B5EF4-FFF2-40B4-BE49-F238E27FC236}">
                    <a16:creationId xmlns:a16="http://schemas.microsoft.com/office/drawing/2014/main" id="{480C2A68-C5F8-AA91-88DF-91AD22A1CA7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86ED320-FE61-65E5-10C0-E6600EA276AB}"/>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p:grpSp>
        <p:nvGrpSpPr>
          <p:cNvPr id="43" name="Group 42">
            <a:extLst>
              <a:ext uri="{FF2B5EF4-FFF2-40B4-BE49-F238E27FC236}">
                <a16:creationId xmlns:a16="http://schemas.microsoft.com/office/drawing/2014/main" id="{B934B10A-1A08-CBC8-4AD8-73943CA7E5C4}"/>
              </a:ext>
            </a:extLst>
          </p:cNvPr>
          <p:cNvGrpSpPr/>
          <p:nvPr/>
        </p:nvGrpSpPr>
        <p:grpSpPr>
          <a:xfrm>
            <a:off x="5015988" y="1718981"/>
            <a:ext cx="2160024" cy="2340026"/>
            <a:chOff x="5015988" y="2258987"/>
            <a:chExt cx="2160024" cy="2340026"/>
          </a:xfrm>
        </p:grpSpPr>
        <p:cxnSp>
          <p:nvCxnSpPr>
            <p:cNvPr id="22" name="Straight Connector 21">
              <a:extLst>
                <a:ext uri="{FF2B5EF4-FFF2-40B4-BE49-F238E27FC236}">
                  <a16:creationId xmlns:a16="http://schemas.microsoft.com/office/drawing/2014/main" id="{B994465E-5557-427D-D8E1-5F15900EDF7D}"/>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13170639-7C14-9F0C-1EA9-F6E3D85581C3}"/>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A89DA8FA-A520-EB77-7FDD-DC6ADFF8D147}"/>
                </a:ext>
              </a:extLst>
            </p:cNvPr>
            <p:cNvGrpSpPr/>
            <p:nvPr/>
          </p:nvGrpSpPr>
          <p:grpSpPr>
            <a:xfrm>
              <a:off x="5015988" y="2618991"/>
              <a:ext cx="720008" cy="584775"/>
              <a:chOff x="3125967" y="2528990"/>
              <a:chExt cx="720008" cy="584775"/>
            </a:xfrm>
          </p:grpSpPr>
          <p:sp>
            <p:nvSpPr>
              <p:cNvPr id="34" name="Oval 33">
                <a:extLst>
                  <a:ext uri="{FF2B5EF4-FFF2-40B4-BE49-F238E27FC236}">
                    <a16:creationId xmlns:a16="http://schemas.microsoft.com/office/drawing/2014/main" id="{6B99D650-767F-E5D6-06CE-0962145FEAA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B2DA91-8E01-21D6-E775-C84D8C5C9CC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25" name="Group 24">
              <a:extLst>
                <a:ext uri="{FF2B5EF4-FFF2-40B4-BE49-F238E27FC236}">
                  <a16:creationId xmlns:a16="http://schemas.microsoft.com/office/drawing/2014/main" id="{00991861-4A7C-A5DD-653E-612AE1A59B23}"/>
                </a:ext>
              </a:extLst>
            </p:cNvPr>
            <p:cNvGrpSpPr/>
            <p:nvPr/>
          </p:nvGrpSpPr>
          <p:grpSpPr>
            <a:xfrm>
              <a:off x="5015988" y="4014238"/>
              <a:ext cx="720008" cy="584775"/>
              <a:chOff x="3125967" y="2528990"/>
              <a:chExt cx="720008" cy="584775"/>
            </a:xfrm>
          </p:grpSpPr>
          <p:sp>
            <p:nvSpPr>
              <p:cNvPr id="32" name="Oval 31">
                <a:extLst>
                  <a:ext uri="{FF2B5EF4-FFF2-40B4-BE49-F238E27FC236}">
                    <a16:creationId xmlns:a16="http://schemas.microsoft.com/office/drawing/2014/main" id="{388C2BB5-FE23-8091-73F5-A5524D1787E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7F906DE-5A8B-7C92-1946-5F2432A33D7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E1E7B738-401F-CE8F-53EF-F0D0807E692B}"/>
                </a:ext>
              </a:extLst>
            </p:cNvPr>
            <p:cNvGrpSpPr/>
            <p:nvPr/>
          </p:nvGrpSpPr>
          <p:grpSpPr>
            <a:xfrm>
              <a:off x="6456004" y="2258987"/>
              <a:ext cx="720008" cy="584775"/>
              <a:chOff x="3125967" y="2528990"/>
              <a:chExt cx="720008" cy="584775"/>
            </a:xfrm>
          </p:grpSpPr>
          <p:sp>
            <p:nvSpPr>
              <p:cNvPr id="30" name="Oval 29">
                <a:extLst>
                  <a:ext uri="{FF2B5EF4-FFF2-40B4-BE49-F238E27FC236}">
                    <a16:creationId xmlns:a16="http://schemas.microsoft.com/office/drawing/2014/main" id="{DEDAF7CB-0F97-10FB-25FA-29D4462A524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57A401-2530-8D72-2C2E-91CC6EC2C09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31" name="TextBox 30">
                    <a:extLst>
                      <a:ext uri="{FF2B5EF4-FFF2-40B4-BE49-F238E27FC236}">
                        <a16:creationId xmlns:a16="http://schemas.microsoft.com/office/drawing/2014/main" id="{1C57A401-2530-8D72-2C2E-91CC6EC2C09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6"/>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858D691B-63A7-191D-6344-2FDBD1A7647E}"/>
                </a:ext>
              </a:extLst>
            </p:cNvPr>
            <p:cNvGrpSpPr/>
            <p:nvPr/>
          </p:nvGrpSpPr>
          <p:grpSpPr>
            <a:xfrm>
              <a:off x="6456004" y="3609002"/>
              <a:ext cx="720008" cy="584775"/>
              <a:chOff x="3125967" y="2528990"/>
              <a:chExt cx="720008" cy="584775"/>
            </a:xfrm>
          </p:grpSpPr>
          <p:sp>
            <p:nvSpPr>
              <p:cNvPr id="28" name="Oval 27">
                <a:extLst>
                  <a:ext uri="{FF2B5EF4-FFF2-40B4-BE49-F238E27FC236}">
                    <a16:creationId xmlns:a16="http://schemas.microsoft.com/office/drawing/2014/main" id="{895B147A-EEA1-0D70-4AF0-214A18583F5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3130937-162A-AD9A-5E93-9115194811F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BC9A60-9487-0598-B6AC-24377CA731A4}"/>
                  </a:ext>
                </a:extLst>
              </p:cNvPr>
              <p:cNvSpPr txBox="1"/>
              <p:nvPr/>
            </p:nvSpPr>
            <p:spPr>
              <a:xfrm>
                <a:off x="3755974" y="224732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38" name="TextBox 37">
                <a:extLst>
                  <a:ext uri="{FF2B5EF4-FFF2-40B4-BE49-F238E27FC236}">
                    <a16:creationId xmlns:a16="http://schemas.microsoft.com/office/drawing/2014/main" id="{3CBC9A60-9487-0598-B6AC-24377CA731A4}"/>
                  </a:ext>
                </a:extLst>
              </p:cNvPr>
              <p:cNvSpPr txBox="1">
                <a:spLocks noRot="1" noChangeAspect="1" noMove="1" noResize="1" noEditPoints="1" noAdjustHandles="1" noChangeArrowheads="1" noChangeShapeType="1" noTextEdit="1"/>
              </p:cNvSpPr>
              <p:nvPr/>
            </p:nvSpPr>
            <p:spPr>
              <a:xfrm>
                <a:off x="3755974" y="2247327"/>
                <a:ext cx="1170013" cy="9233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4E56AE3-D996-67C8-85F9-A9BF17E80E29}"/>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74E56AE3-D996-67C8-85F9-A9BF17E80E29}"/>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8"/>
                <a:stretch>
                  <a:fillRect/>
                </a:stretch>
              </a:blipFill>
            </p:spPr>
            <p:txBody>
              <a:bodyPr/>
              <a:lstStyle/>
              <a:p>
                <a:r>
                  <a:rPr lang="en-GB">
                    <a:noFill/>
                  </a:rPr>
                  <a:t> </a:t>
                </a:r>
              </a:p>
            </p:txBody>
          </p:sp>
        </mc:Fallback>
      </mc:AlternateContent>
      <p:cxnSp>
        <p:nvCxnSpPr>
          <p:cNvPr id="2" name="Straight Connector 1">
            <a:extLst>
              <a:ext uri="{FF2B5EF4-FFF2-40B4-BE49-F238E27FC236}">
                <a16:creationId xmlns:a16="http://schemas.microsoft.com/office/drawing/2014/main" id="{16E098C5-069B-8E5B-B15F-61032B539D8D}"/>
              </a:ext>
            </a:extLst>
          </p:cNvPr>
          <p:cNvCxnSpPr>
            <a:cxnSpLocks/>
          </p:cNvCxnSpPr>
          <p:nvPr/>
        </p:nvCxnSpPr>
        <p:spPr>
          <a:xfrm flipH="1">
            <a:off x="8976032" y="1988984"/>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0B6AFF0-D956-A55F-F41D-EA5CA7931D0C}"/>
              </a:ext>
            </a:extLst>
          </p:cNvPr>
          <p:cNvCxnSpPr>
            <a:cxnSpLocks/>
          </p:cNvCxnSpPr>
          <p:nvPr/>
        </p:nvCxnSpPr>
        <p:spPr>
          <a:xfrm flipH="1">
            <a:off x="8976032" y="3338999"/>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B727D650-6DA3-932A-8A8C-01D573BB291C}"/>
              </a:ext>
            </a:extLst>
          </p:cNvPr>
          <p:cNvGrpSpPr/>
          <p:nvPr/>
        </p:nvGrpSpPr>
        <p:grpSpPr>
          <a:xfrm>
            <a:off x="8616028" y="2078985"/>
            <a:ext cx="720008" cy="584775"/>
            <a:chOff x="3125967" y="2528990"/>
            <a:chExt cx="720008" cy="584775"/>
          </a:xfrm>
        </p:grpSpPr>
        <p:sp>
          <p:nvSpPr>
            <p:cNvPr id="19" name="Oval 18">
              <a:extLst>
                <a:ext uri="{FF2B5EF4-FFF2-40B4-BE49-F238E27FC236}">
                  <a16:creationId xmlns:a16="http://schemas.microsoft.com/office/drawing/2014/main" id="{62830180-B4D2-1631-F27B-D6F48D1AEC8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26473C2-1DAA-A778-F193-39CA0A6C2CC8}"/>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37" name="Group 36">
            <a:extLst>
              <a:ext uri="{FF2B5EF4-FFF2-40B4-BE49-F238E27FC236}">
                <a16:creationId xmlns:a16="http://schemas.microsoft.com/office/drawing/2014/main" id="{A80D2E99-195A-745F-A1C3-2D9575D53561}"/>
              </a:ext>
            </a:extLst>
          </p:cNvPr>
          <p:cNvGrpSpPr/>
          <p:nvPr/>
        </p:nvGrpSpPr>
        <p:grpSpPr>
          <a:xfrm>
            <a:off x="8616028" y="3474232"/>
            <a:ext cx="720008" cy="584775"/>
            <a:chOff x="3125967" y="2528990"/>
            <a:chExt cx="720008" cy="584775"/>
          </a:xfrm>
        </p:grpSpPr>
        <p:sp>
          <p:nvSpPr>
            <p:cNvPr id="39" name="Oval 38">
              <a:extLst>
                <a:ext uri="{FF2B5EF4-FFF2-40B4-BE49-F238E27FC236}">
                  <a16:creationId xmlns:a16="http://schemas.microsoft.com/office/drawing/2014/main" id="{976E20D9-350F-2953-42FE-1EC353A67B7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1FD5CFD-AF5B-297A-C87A-C613708A73E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42" name="Group 41">
            <a:extLst>
              <a:ext uri="{FF2B5EF4-FFF2-40B4-BE49-F238E27FC236}">
                <a16:creationId xmlns:a16="http://schemas.microsoft.com/office/drawing/2014/main" id="{A042A4D6-38F3-2FE2-86D0-D9C03DEA33C9}"/>
              </a:ext>
            </a:extLst>
          </p:cNvPr>
          <p:cNvGrpSpPr/>
          <p:nvPr/>
        </p:nvGrpSpPr>
        <p:grpSpPr>
          <a:xfrm>
            <a:off x="10056044" y="1718981"/>
            <a:ext cx="720008" cy="584775"/>
            <a:chOff x="3125967" y="2528990"/>
            <a:chExt cx="720008" cy="584775"/>
          </a:xfrm>
        </p:grpSpPr>
        <p:sp>
          <p:nvSpPr>
            <p:cNvPr id="44" name="Oval 43">
              <a:extLst>
                <a:ext uri="{FF2B5EF4-FFF2-40B4-BE49-F238E27FC236}">
                  <a16:creationId xmlns:a16="http://schemas.microsoft.com/office/drawing/2014/main" id="{3D4991E5-1627-8583-1F72-D1D0992ABD5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D0EA02D-84A2-979F-5992-F73D1EB998D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59" name="TextBox 58">
                  <a:extLst>
                    <a:ext uri="{FF2B5EF4-FFF2-40B4-BE49-F238E27FC236}">
                      <a16:creationId xmlns:a16="http://schemas.microsoft.com/office/drawing/2014/main" id="{2D0EA02D-84A2-979F-5992-F73D1EB998D0}"/>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F2F9C13E-6E27-547C-DD06-CE935A271F9A}"/>
              </a:ext>
            </a:extLst>
          </p:cNvPr>
          <p:cNvGrpSpPr/>
          <p:nvPr/>
        </p:nvGrpSpPr>
        <p:grpSpPr>
          <a:xfrm>
            <a:off x="10056044" y="3068996"/>
            <a:ext cx="720008" cy="584775"/>
            <a:chOff x="3125967" y="2528990"/>
            <a:chExt cx="720008" cy="584775"/>
          </a:xfrm>
        </p:grpSpPr>
        <p:sp>
          <p:nvSpPr>
            <p:cNvPr id="75" name="Oval 74">
              <a:extLst>
                <a:ext uri="{FF2B5EF4-FFF2-40B4-BE49-F238E27FC236}">
                  <a16:creationId xmlns:a16="http://schemas.microsoft.com/office/drawing/2014/main" id="{2D715812-5C5A-9196-4045-9B412ED1F00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78CE263-B273-7A4A-D797-B0AAA1F07A74}"/>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p:cxnSp>
        <p:nvCxnSpPr>
          <p:cNvPr id="77" name="Straight Connector 76">
            <a:extLst>
              <a:ext uri="{FF2B5EF4-FFF2-40B4-BE49-F238E27FC236}">
                <a16:creationId xmlns:a16="http://schemas.microsoft.com/office/drawing/2014/main" id="{D4A67CEA-4EA5-6CC1-0918-B01E11F5E801}"/>
              </a:ext>
            </a:extLst>
          </p:cNvPr>
          <p:cNvCxnSpPr>
            <a:cxnSpLocks/>
          </p:cNvCxnSpPr>
          <p:nvPr/>
        </p:nvCxnSpPr>
        <p:spPr>
          <a:xfrm flipV="1">
            <a:off x="8976032" y="2348988"/>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17850D1D-2B7E-1A3F-75B4-E25D4C06278F}"/>
              </a:ext>
            </a:extLst>
          </p:cNvPr>
          <p:cNvCxnSpPr>
            <a:cxnSpLocks/>
          </p:cNvCxnSpPr>
          <p:nvPr/>
        </p:nvCxnSpPr>
        <p:spPr>
          <a:xfrm flipV="1">
            <a:off x="10416048" y="1988984"/>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240AA741-9327-187E-DECA-759CA048428C}"/>
              </a:ext>
            </a:extLst>
          </p:cNvPr>
          <p:cNvGrpSpPr/>
          <p:nvPr/>
        </p:nvGrpSpPr>
        <p:grpSpPr>
          <a:xfrm>
            <a:off x="8616028" y="2078985"/>
            <a:ext cx="720008" cy="584775"/>
            <a:chOff x="3125967" y="2528990"/>
            <a:chExt cx="720008" cy="584775"/>
          </a:xfrm>
        </p:grpSpPr>
        <p:sp>
          <p:nvSpPr>
            <p:cNvPr id="80" name="Oval 79">
              <a:extLst>
                <a:ext uri="{FF2B5EF4-FFF2-40B4-BE49-F238E27FC236}">
                  <a16:creationId xmlns:a16="http://schemas.microsoft.com/office/drawing/2014/main" id="{63B0EB23-29CB-EC7D-626E-D714E550C9E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BEE6B1E-E729-C6B4-F3B8-69657F893A25}"/>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𝑋</m:t>
                        </m:r>
                      </m:oMath>
                    </m:oMathPara>
                  </a14:m>
                  <a:endParaRPr lang="en-GB" dirty="0">
                    <a:solidFill>
                      <a:schemeClr val="tx1"/>
                    </a:solidFill>
                  </a:endParaRPr>
                </a:p>
              </p:txBody>
            </p:sp>
          </mc:Choice>
          <mc:Fallback xmlns="">
            <p:sp>
              <p:nvSpPr>
                <p:cNvPr id="29" name="TextBox 28">
                  <a:extLst>
                    <a:ext uri="{FF2B5EF4-FFF2-40B4-BE49-F238E27FC236}">
                      <a16:creationId xmlns:a16="http://schemas.microsoft.com/office/drawing/2014/main" id="{D6A0DE88-3E39-140A-33AF-AE42BF97BE92}"/>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2"/>
                  <a:stretch>
                    <a:fillRect/>
                  </a:stretch>
                </a:blipFill>
              </p:spPr>
              <p:txBody>
                <a:bodyPr/>
                <a:lstStyle/>
                <a:p>
                  <a:r>
                    <a:rPr lang="en-GB">
                      <a:noFill/>
                    </a:rPr>
                    <a:t> </a:t>
                  </a:r>
                </a:p>
              </p:txBody>
            </p:sp>
          </mc:Fallback>
        </mc:AlternateContent>
      </p:grpSp>
      <p:grpSp>
        <p:nvGrpSpPr>
          <p:cNvPr id="82" name="Group 81">
            <a:extLst>
              <a:ext uri="{FF2B5EF4-FFF2-40B4-BE49-F238E27FC236}">
                <a16:creationId xmlns:a16="http://schemas.microsoft.com/office/drawing/2014/main" id="{4412F929-F018-83E9-4E83-95792FBE1AB6}"/>
              </a:ext>
            </a:extLst>
          </p:cNvPr>
          <p:cNvGrpSpPr/>
          <p:nvPr/>
        </p:nvGrpSpPr>
        <p:grpSpPr>
          <a:xfrm>
            <a:off x="8616028" y="3474232"/>
            <a:ext cx="720008" cy="584775"/>
            <a:chOff x="3125967" y="2528990"/>
            <a:chExt cx="720008" cy="584775"/>
          </a:xfrm>
        </p:grpSpPr>
        <p:sp>
          <p:nvSpPr>
            <p:cNvPr id="83" name="Oval 82">
              <a:extLst>
                <a:ext uri="{FF2B5EF4-FFF2-40B4-BE49-F238E27FC236}">
                  <a16:creationId xmlns:a16="http://schemas.microsoft.com/office/drawing/2014/main" id="{AC9C7D13-4C3B-FAAA-6001-62A79297266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D4A3D3DF-DB2E-3EC7-6D82-5E0F9C612757}"/>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𝑍</m:t>
                        </m:r>
                      </m:oMath>
                    </m:oMathPara>
                  </a14:m>
                  <a:endParaRPr lang="en-GB" dirty="0">
                    <a:solidFill>
                      <a:schemeClr val="tx1"/>
                    </a:solidFill>
                  </a:endParaRPr>
                </a:p>
              </p:txBody>
            </p:sp>
          </mc:Choice>
          <mc:Fallback xmlns="">
            <p:sp>
              <p:nvSpPr>
                <p:cNvPr id="26" name="TextBox 25">
                  <a:extLst>
                    <a:ext uri="{FF2B5EF4-FFF2-40B4-BE49-F238E27FC236}">
                      <a16:creationId xmlns:a16="http://schemas.microsoft.com/office/drawing/2014/main" id="{46BE2ECF-1D8B-498C-CECA-7AA89A96A695}"/>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3"/>
                  <a:stretch>
                    <a:fillRect/>
                  </a:stretch>
                </a:blipFill>
              </p:spPr>
              <p:txBody>
                <a:bodyPr/>
                <a:lstStyle/>
                <a:p>
                  <a:r>
                    <a:rPr lang="en-GB">
                      <a:noFill/>
                    </a:rPr>
                    <a:t> </a:t>
                  </a:r>
                </a:p>
              </p:txBody>
            </p:sp>
          </mc:Fallback>
        </mc:AlternateContent>
      </p:grpSp>
      <p:grpSp>
        <p:nvGrpSpPr>
          <p:cNvPr id="85" name="Group 84">
            <a:extLst>
              <a:ext uri="{FF2B5EF4-FFF2-40B4-BE49-F238E27FC236}">
                <a16:creationId xmlns:a16="http://schemas.microsoft.com/office/drawing/2014/main" id="{A6C5706C-5BE7-1011-66BD-37433C75508B}"/>
              </a:ext>
            </a:extLst>
          </p:cNvPr>
          <p:cNvGrpSpPr/>
          <p:nvPr/>
        </p:nvGrpSpPr>
        <p:grpSpPr>
          <a:xfrm>
            <a:off x="10056044" y="1718981"/>
            <a:ext cx="720008" cy="584775"/>
            <a:chOff x="3125967" y="2528990"/>
            <a:chExt cx="720008" cy="584775"/>
          </a:xfrm>
        </p:grpSpPr>
        <p:sp>
          <p:nvSpPr>
            <p:cNvPr id="86" name="Oval 85">
              <a:extLst>
                <a:ext uri="{FF2B5EF4-FFF2-40B4-BE49-F238E27FC236}">
                  <a16:creationId xmlns:a16="http://schemas.microsoft.com/office/drawing/2014/main" id="{42FB64BD-53BD-88AA-2AF0-187A70F9FE1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238AF6A-88C6-C8AC-5F89-5278BE9B9AFE}"/>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𝑌</m:t>
                        </m:r>
                      </m:oMath>
                    </m:oMathPara>
                  </a14:m>
                  <a:endParaRPr lang="en-GB" dirty="0">
                    <a:solidFill>
                      <a:schemeClr val="tx1"/>
                    </a:solidFill>
                  </a:endParaRPr>
                </a:p>
              </p:txBody>
            </p:sp>
          </mc:Choice>
          <mc:Fallback xmlns="">
            <p:sp>
              <p:nvSpPr>
                <p:cNvPr id="87" name="TextBox 86">
                  <a:extLst>
                    <a:ext uri="{FF2B5EF4-FFF2-40B4-BE49-F238E27FC236}">
                      <a16:creationId xmlns:a16="http://schemas.microsoft.com/office/drawing/2014/main" id="{F238AF6A-88C6-C8AC-5F89-5278BE9B9AFE}"/>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9"/>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B0B72763-6EEB-985B-7911-5B8DAC82F15E}"/>
              </a:ext>
            </a:extLst>
          </p:cNvPr>
          <p:cNvGrpSpPr/>
          <p:nvPr/>
        </p:nvGrpSpPr>
        <p:grpSpPr>
          <a:xfrm>
            <a:off x="10056044" y="3068996"/>
            <a:ext cx="720008" cy="584775"/>
            <a:chOff x="3125967" y="2528990"/>
            <a:chExt cx="720008" cy="584775"/>
          </a:xfrm>
        </p:grpSpPr>
        <p:sp>
          <p:nvSpPr>
            <p:cNvPr id="89" name="Oval 88">
              <a:extLst>
                <a:ext uri="{FF2B5EF4-FFF2-40B4-BE49-F238E27FC236}">
                  <a16:creationId xmlns:a16="http://schemas.microsoft.com/office/drawing/2014/main" id="{C3F57918-1041-0A09-BF31-C307D216F13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616FC6D-74B5-CDBE-0175-FEEAC79C6380}"/>
                    </a:ext>
                  </a:extLst>
                </p:cNvPr>
                <p:cNvSpPr txBox="1"/>
                <p:nvPr/>
              </p:nvSpPr>
              <p:spPr>
                <a:xfrm>
                  <a:off x="3125967" y="2528990"/>
                  <a:ext cx="720008" cy="584775"/>
                </a:xfrm>
                <a:prstGeom prst="rect">
                  <a:avLst/>
                </a:prstGeom>
                <a:noFill/>
              </p:spPr>
              <p:txBody>
                <a:bodyPr wrap="square" rtlCol="0">
                  <a:spAutoFit/>
                </a:bodyPr>
                <a:lstStyle/>
                <a:p>
                  <a:pPr/>
                  <a14:m>
                    <m:oMathPara xmlns:m="http://schemas.openxmlformats.org/officeDocument/2006/math">
                      <m:oMath>
                        <m:r>
                          <a:rPr lang="en-GB" sz="3200" b="0" i="1" smtClean="0">
                            <a:solidFill>
                              <a:schemeClr val="tx1"/>
                            </a:solidFill>
                            <a:latin typeface="Cambria Math" panose="02040503050406030204" pitchFamily="18" charset="0"/>
                          </a:rPr>
                          <m:t>𝑊</m:t>
                        </m:r>
                      </m:oMath>
                    </m:oMathPara>
                  </a14:m>
                  <a:endParaRPr lang="en-GB" dirty="0">
                    <a:solidFill>
                      <a:schemeClr val="tx1"/>
                    </a:solidFill>
                  </a:endParaRPr>
                </a:p>
              </p:txBody>
            </p:sp>
          </mc:Choice>
          <mc:Fallback xmlns="">
            <p:sp>
              <p:nvSpPr>
                <p:cNvPr id="4" name="TextBox 3">
                  <a:extLst>
                    <a:ext uri="{FF2B5EF4-FFF2-40B4-BE49-F238E27FC236}">
                      <a16:creationId xmlns:a16="http://schemas.microsoft.com/office/drawing/2014/main" id="{10DE55C5-31A8-639F-CA4A-8611F6CA0A88}"/>
                    </a:ext>
                  </a:extLst>
                </p:cNvPr>
                <p:cNvSpPr txBox="1">
                  <a:spLocks noRot="1" noChangeAspect="1" noMove="1" noResize="1" noEditPoints="1" noAdjustHandles="1" noChangeArrowheads="1" noChangeShapeType="1" noTextEdit="1"/>
                </p:cNvSpPr>
                <p:nvPr/>
              </p:nvSpPr>
              <p:spPr>
                <a:xfrm>
                  <a:off x="3125967" y="2528990"/>
                  <a:ext cx="720008" cy="584775"/>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C3801B4-D06D-5EE3-B6FC-DE7EAFA82A14}"/>
                  </a:ext>
                </a:extLst>
              </p:cNvPr>
              <p:cNvSpPr txBox="1"/>
              <p:nvPr/>
            </p:nvSpPr>
            <p:spPr>
              <a:xfrm>
                <a:off x="1505949"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5C3801B4-D06D-5EE3-B6FC-DE7EAFA82A14}"/>
                  </a:ext>
                </a:extLst>
              </p:cNvPr>
              <p:cNvSpPr txBox="1">
                <a:spLocks noRot="1" noChangeAspect="1" noMove="1" noResize="1" noEditPoints="1" noAdjustHandles="1" noChangeArrowheads="1" noChangeShapeType="1" noTextEdit="1"/>
              </p:cNvSpPr>
              <p:nvPr/>
            </p:nvSpPr>
            <p:spPr>
              <a:xfrm>
                <a:off x="1505949"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A1BF96C2-85D1-C593-EA70-EBF9A1D33AA5}"/>
                  </a:ext>
                </a:extLst>
              </p:cNvPr>
              <p:cNvSpPr txBox="1"/>
              <p:nvPr/>
            </p:nvSpPr>
            <p:spPr>
              <a:xfrm>
                <a:off x="5105989"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A1BF96C2-85D1-C593-EA70-EBF9A1D33AA5}"/>
                  </a:ext>
                </a:extLst>
              </p:cNvPr>
              <p:cNvSpPr txBox="1">
                <a:spLocks noRot="1" noChangeAspect="1" noMove="1" noResize="1" noEditPoints="1" noAdjustHandles="1" noChangeArrowheads="1" noChangeShapeType="1" noTextEdit="1"/>
              </p:cNvSpPr>
              <p:nvPr/>
            </p:nvSpPr>
            <p:spPr>
              <a:xfrm>
                <a:off x="5105989" y="4779015"/>
                <a:ext cx="1980022" cy="83099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4513CEE-25EF-7501-D39D-0EAF8C1434BD}"/>
                  </a:ext>
                </a:extLst>
              </p:cNvPr>
              <p:cNvSpPr txBox="1"/>
              <p:nvPr/>
            </p:nvSpPr>
            <p:spPr>
              <a:xfrm>
                <a:off x="8706029" y="4784549"/>
                <a:ext cx="1980022" cy="923523"/>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𝐶</m:t>
                              </m:r>
                            </m:e>
                            <m:sub>
                              <m:r>
                                <a:rPr lang="en-GB" sz="4800" b="0" i="1" smtClean="0">
                                  <a:latin typeface="Cambria Math" panose="02040503050406030204" pitchFamily="18" charset="0"/>
                                </a:rPr>
                                <m:t>4</m:t>
                              </m:r>
                            </m:sub>
                          </m:sSub>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14513CEE-25EF-7501-D39D-0EAF8C1434BD}"/>
                  </a:ext>
                </a:extLst>
              </p:cNvPr>
              <p:cNvSpPr txBox="1">
                <a:spLocks noRot="1" noChangeAspect="1" noMove="1" noResize="1" noEditPoints="1" noAdjustHandles="1" noChangeArrowheads="1" noChangeShapeType="1" noTextEdit="1"/>
              </p:cNvSpPr>
              <p:nvPr/>
            </p:nvSpPr>
            <p:spPr>
              <a:xfrm>
                <a:off x="8706029" y="4784549"/>
                <a:ext cx="1980022" cy="92352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577A87B9-0FB5-CAA8-D280-B199EDB8E027}"/>
                  </a:ext>
                </a:extLst>
              </p:cNvPr>
              <p:cNvSpPr txBox="1"/>
              <p:nvPr/>
            </p:nvSpPr>
            <p:spPr>
              <a:xfrm>
                <a:off x="375597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577A87B9-0FB5-CAA8-D280-B199EDB8E027}"/>
                  </a:ext>
                </a:extLst>
              </p:cNvPr>
              <p:cNvSpPr txBox="1">
                <a:spLocks noRot="1" noChangeAspect="1" noMove="1" noResize="1" noEditPoints="1" noAdjustHandles="1" noChangeArrowheads="1" noChangeShapeType="1" noTextEdit="1"/>
              </p:cNvSpPr>
              <p:nvPr/>
            </p:nvSpPr>
            <p:spPr>
              <a:xfrm>
                <a:off x="3755974" y="4779015"/>
                <a:ext cx="1170013" cy="83099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1D7AD53C-F08D-B827-D03A-6B40DDCF7D4F}"/>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1D7AD53C-F08D-B827-D03A-6B40DDCF7D4F}"/>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CEF89FA-DC4A-B36A-5383-32721B47FC39}"/>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BCEF89FA-DC4A-B36A-5383-32721B47FC39}"/>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5"/>
                <a:stretch>
                  <a:fillRect/>
                </a:stretch>
              </a:blipFill>
            </p:spPr>
            <p:txBody>
              <a:bodyPr/>
              <a:lstStyle/>
              <a:p>
                <a:r>
                  <a:rPr lang="en-GB">
                    <a:noFill/>
                  </a:rPr>
                  <a:t> </a:t>
                </a:r>
              </a:p>
            </p:txBody>
          </p:sp>
        </mc:Fallback>
      </mc:AlternateContent>
      <p:pic>
        <p:nvPicPr>
          <p:cNvPr id="46" name="Picture 45" descr="Iceberg PNGs for Free Download">
            <a:extLst>
              <a:ext uri="{FF2B5EF4-FFF2-40B4-BE49-F238E27FC236}">
                <a16:creationId xmlns:a16="http://schemas.microsoft.com/office/drawing/2014/main" id="{6D5A3E0E-6FED-9A76-46C0-144F46C2B001}"/>
              </a:ext>
            </a:extLst>
          </p:cNvPr>
          <p:cNvPicPr>
            <a:picLocks noChangeAspect="1"/>
          </p:cNvPicPr>
          <p:nvPr/>
        </p:nvPicPr>
        <p:blipFill>
          <a:blip r:embed="rId16"/>
          <a:stretch>
            <a:fillRect/>
          </a:stretch>
        </p:blipFill>
        <p:spPr>
          <a:xfrm>
            <a:off x="12396070" y="-441043"/>
            <a:ext cx="7740086" cy="7740086"/>
          </a:xfrm>
          <a:prstGeom prst="rect">
            <a:avLst/>
          </a:prstGeom>
        </p:spPr>
      </p:pic>
      <p:sp>
        <p:nvSpPr>
          <p:cNvPr id="49" name="Rectangle 48">
            <a:extLst>
              <a:ext uri="{FF2B5EF4-FFF2-40B4-BE49-F238E27FC236}">
                <a16:creationId xmlns:a16="http://schemas.microsoft.com/office/drawing/2014/main" id="{F1E59062-FF11-5AA2-22FD-43BF71EA6423}"/>
              </a:ext>
            </a:extLst>
          </p:cNvPr>
          <p:cNvSpPr/>
          <p:nvPr/>
        </p:nvSpPr>
        <p:spPr>
          <a:xfrm>
            <a:off x="14646095"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D8DD4A2A-F9CD-F816-6946-0ED7D94FDC5F}"/>
                  </a:ext>
                </a:extLst>
              </p:cNvPr>
              <p:cNvSpPr/>
              <p:nvPr/>
            </p:nvSpPr>
            <p:spPr>
              <a:xfrm>
                <a:off x="1230606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51" name="Rectangle 50">
                <a:extLst>
                  <a:ext uri="{FF2B5EF4-FFF2-40B4-BE49-F238E27FC236}">
                    <a16:creationId xmlns:a16="http://schemas.microsoft.com/office/drawing/2014/main" id="{D8DD4A2A-F9CD-F816-6946-0ED7D94FDC5F}"/>
                  </a:ext>
                </a:extLst>
              </p:cNvPr>
              <p:cNvSpPr>
                <a:spLocks noRot="1" noChangeAspect="1" noMove="1" noResize="1" noEditPoints="1" noAdjustHandles="1" noChangeArrowheads="1" noChangeShapeType="1" noTextEdit="1"/>
              </p:cNvSpPr>
              <p:nvPr/>
            </p:nvSpPr>
            <p:spPr>
              <a:xfrm>
                <a:off x="12306068" y="2168986"/>
                <a:ext cx="1890021" cy="540006"/>
              </a:xfrm>
              <a:prstGeom prst="rect">
                <a:avLst/>
              </a:prstGeom>
              <a:blipFill>
                <a:blip r:embed="rId17"/>
                <a:stretch>
                  <a:fillRect/>
                </a:stretch>
              </a:blipFill>
              <a:ln>
                <a:noFill/>
              </a:ln>
            </p:spPr>
            <p:txBody>
              <a:bodyPr/>
              <a:lstStyle/>
              <a:p>
                <a:r>
                  <a:rPr lang="en-GB">
                    <a:noFill/>
                  </a:rPr>
                  <a:t> </a:t>
                </a:r>
              </a:p>
            </p:txBody>
          </p:sp>
        </mc:Fallback>
      </mc:AlternateContent>
      <p:sp>
        <p:nvSpPr>
          <p:cNvPr id="55" name="Rectangle 54">
            <a:extLst>
              <a:ext uri="{FF2B5EF4-FFF2-40B4-BE49-F238E27FC236}">
                <a16:creationId xmlns:a16="http://schemas.microsoft.com/office/drawing/2014/main" id="{F3619230-DD0B-55FC-D5E0-262C0EF9720C}"/>
              </a:ext>
            </a:extLst>
          </p:cNvPr>
          <p:cNvSpPr/>
          <p:nvPr/>
        </p:nvSpPr>
        <p:spPr>
          <a:xfrm>
            <a:off x="14646096"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C70C469B-7B0A-B9EA-61FD-4D1F937DC2FA}"/>
                  </a:ext>
                </a:extLst>
              </p:cNvPr>
              <p:cNvSpPr/>
              <p:nvPr/>
            </p:nvSpPr>
            <p:spPr>
              <a:xfrm>
                <a:off x="12306070"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57" name="Rectangle 56">
                <a:extLst>
                  <a:ext uri="{FF2B5EF4-FFF2-40B4-BE49-F238E27FC236}">
                    <a16:creationId xmlns:a16="http://schemas.microsoft.com/office/drawing/2014/main" id="{C70C469B-7B0A-B9EA-61FD-4D1F937DC2FA}"/>
                  </a:ext>
                </a:extLst>
              </p:cNvPr>
              <p:cNvSpPr>
                <a:spLocks noRot="1" noChangeAspect="1" noMove="1" noResize="1" noEditPoints="1" noAdjustHandles="1" noChangeArrowheads="1" noChangeShapeType="1" noTextEdit="1"/>
              </p:cNvSpPr>
              <p:nvPr/>
            </p:nvSpPr>
            <p:spPr>
              <a:xfrm>
                <a:off x="12306070" y="2888994"/>
                <a:ext cx="1890021" cy="540006"/>
              </a:xfrm>
              <a:prstGeom prst="rect">
                <a:avLst/>
              </a:prstGeom>
              <a:blipFill>
                <a:blip r:embed="rId18"/>
                <a:stretch>
                  <a:fillRect t="-26966" b="-51685"/>
                </a:stretch>
              </a:blipFill>
              <a:ln>
                <a:noFill/>
              </a:ln>
            </p:spPr>
            <p:txBody>
              <a:bodyPr/>
              <a:lstStyle/>
              <a:p>
                <a:r>
                  <a:rPr lang="en-GB">
                    <a:noFill/>
                  </a:rPr>
                  <a:t> </a:t>
                </a:r>
              </a:p>
            </p:txBody>
          </p:sp>
        </mc:Fallback>
      </mc:AlternateContent>
      <p:sp>
        <p:nvSpPr>
          <p:cNvPr id="60" name="Rectangle 59">
            <a:extLst>
              <a:ext uri="{FF2B5EF4-FFF2-40B4-BE49-F238E27FC236}">
                <a16:creationId xmlns:a16="http://schemas.microsoft.com/office/drawing/2014/main" id="{46D2F977-4D0C-33EB-82DC-45DA13D79F9F}"/>
              </a:ext>
            </a:extLst>
          </p:cNvPr>
          <p:cNvSpPr/>
          <p:nvPr/>
        </p:nvSpPr>
        <p:spPr>
          <a:xfrm>
            <a:off x="14646096"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62" name="Rectangle 61">
            <a:extLst>
              <a:ext uri="{FF2B5EF4-FFF2-40B4-BE49-F238E27FC236}">
                <a16:creationId xmlns:a16="http://schemas.microsoft.com/office/drawing/2014/main" id="{185429AB-07DF-FE0E-CCD3-CF6DCFB3EA7B}"/>
              </a:ext>
            </a:extLst>
          </p:cNvPr>
          <p:cNvSpPr/>
          <p:nvPr/>
        </p:nvSpPr>
        <p:spPr>
          <a:xfrm>
            <a:off x="12306070"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5FADF544-0D8D-21D5-03FF-9F9D9DF77B5B}"/>
                  </a:ext>
                </a:extLst>
              </p:cNvPr>
              <p:cNvSpPr/>
              <p:nvPr/>
            </p:nvSpPr>
            <p:spPr>
              <a:xfrm>
                <a:off x="14646096"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64" name="Rectangle 63">
                <a:extLst>
                  <a:ext uri="{FF2B5EF4-FFF2-40B4-BE49-F238E27FC236}">
                    <a16:creationId xmlns:a16="http://schemas.microsoft.com/office/drawing/2014/main" id="{5FADF544-0D8D-21D5-03FF-9F9D9DF77B5B}"/>
                  </a:ext>
                </a:extLst>
              </p:cNvPr>
              <p:cNvSpPr>
                <a:spLocks noRot="1" noChangeAspect="1" noMove="1" noResize="1" noEditPoints="1" noAdjustHandles="1" noChangeArrowheads="1" noChangeShapeType="1" noTextEdit="1"/>
              </p:cNvSpPr>
              <p:nvPr/>
            </p:nvSpPr>
            <p:spPr>
              <a:xfrm>
                <a:off x="14646096" y="4689014"/>
                <a:ext cx="2340026" cy="540006"/>
              </a:xfrm>
              <a:prstGeom prst="rect">
                <a:avLst/>
              </a:prstGeom>
              <a:blipFill>
                <a:blip r:embed="rId19"/>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8DC8A9F7-CA41-64EA-63DB-6E8205EF26F7}"/>
                  </a:ext>
                </a:extLst>
              </p:cNvPr>
              <p:cNvSpPr/>
              <p:nvPr/>
            </p:nvSpPr>
            <p:spPr>
              <a:xfrm>
                <a:off x="12126067"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66" name="Rectangle 65">
                <a:extLst>
                  <a:ext uri="{FF2B5EF4-FFF2-40B4-BE49-F238E27FC236}">
                    <a16:creationId xmlns:a16="http://schemas.microsoft.com/office/drawing/2014/main" id="{8DC8A9F7-CA41-64EA-63DB-6E8205EF26F7}"/>
                  </a:ext>
                </a:extLst>
              </p:cNvPr>
              <p:cNvSpPr>
                <a:spLocks noRot="1" noChangeAspect="1" noMove="1" noResize="1" noEditPoints="1" noAdjustHandles="1" noChangeArrowheads="1" noChangeShapeType="1" noTextEdit="1"/>
              </p:cNvSpPr>
              <p:nvPr/>
            </p:nvSpPr>
            <p:spPr>
              <a:xfrm>
                <a:off x="12126067" y="4689014"/>
                <a:ext cx="2250025" cy="540006"/>
              </a:xfrm>
              <a:prstGeom prst="rect">
                <a:avLst/>
              </a:prstGeom>
              <a:blipFill>
                <a:blip r:embed="rId2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263385A6-B661-A5BD-1E15-C6E44681B22B}"/>
                  </a:ext>
                </a:extLst>
              </p:cNvPr>
              <p:cNvSpPr txBox="1"/>
              <p:nvPr/>
            </p:nvSpPr>
            <p:spPr>
              <a:xfrm>
                <a:off x="4745985" y="6833302"/>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bg1"/>
                        </a:solidFill>
                        <a:latin typeface="Cambria Math" panose="02040503050406030204" pitchFamily="18" charset="0"/>
                      </a:rPr>
                      <m:t>≥</m:t>
                    </m:r>
                  </m:oMath>
                </a14:m>
                <a:r>
                  <a:rPr lang="en-GB" sz="4800" dirty="0">
                    <a:solidFill>
                      <a:schemeClr val="accent6"/>
                    </a:solidFill>
                  </a:rPr>
                  <a:t> </a:t>
                </a:r>
              </a:p>
            </p:txBody>
          </p:sp>
        </mc:Choice>
        <mc:Fallback xmlns="">
          <p:sp>
            <p:nvSpPr>
              <p:cNvPr id="68" name="TextBox 67">
                <a:extLst>
                  <a:ext uri="{FF2B5EF4-FFF2-40B4-BE49-F238E27FC236}">
                    <a16:creationId xmlns:a16="http://schemas.microsoft.com/office/drawing/2014/main" id="{263385A6-B661-A5BD-1E15-C6E44681B22B}"/>
                  </a:ext>
                </a:extLst>
              </p:cNvPr>
              <p:cNvSpPr txBox="1">
                <a:spLocks noRot="1" noChangeAspect="1" noMove="1" noResize="1" noEditPoints="1" noAdjustHandles="1" noChangeArrowheads="1" noChangeShapeType="1" noTextEdit="1"/>
              </p:cNvSpPr>
              <p:nvPr/>
            </p:nvSpPr>
            <p:spPr>
              <a:xfrm>
                <a:off x="4745985" y="6833302"/>
                <a:ext cx="1170013" cy="830997"/>
              </a:xfrm>
              <a:prstGeom prst="rect">
                <a:avLst/>
              </a:prstGeom>
              <a:blipFill>
                <a:blip r:embed="rId2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046418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B1387-937C-D8EB-33E1-A8905BA7061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8CD3416-8F5D-9502-201B-F512FAD5B9D2}"/>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A8CD3416-8F5D-9502-201B-F512FAD5B9D2}"/>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E8F4CB55-3CD0-AFC6-69A2-85E1B88BC53B}"/>
                  </a:ext>
                </a:extLst>
              </p:cNvPr>
              <p:cNvSpPr txBox="1"/>
              <p:nvPr/>
            </p:nvSpPr>
            <p:spPr>
              <a:xfrm>
                <a:off x="65933"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E8F4CB55-3CD0-AFC6-69A2-85E1B88BC53B}"/>
                  </a:ext>
                </a:extLst>
              </p:cNvPr>
              <p:cNvSpPr txBox="1">
                <a:spLocks noRot="1" noChangeAspect="1" noMove="1" noResize="1" noEditPoints="1" noAdjustHandles="1" noChangeArrowheads="1" noChangeShapeType="1" noTextEdit="1"/>
              </p:cNvSpPr>
              <p:nvPr/>
            </p:nvSpPr>
            <p:spPr>
              <a:xfrm>
                <a:off x="65933" y="4779015"/>
                <a:ext cx="1980022" cy="83099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32007A0-D31B-3ACD-B6B8-3D6BC6EAE5FB}"/>
                  </a:ext>
                </a:extLst>
              </p:cNvPr>
              <p:cNvSpPr txBox="1"/>
              <p:nvPr/>
            </p:nvSpPr>
            <p:spPr>
              <a:xfrm>
                <a:off x="195595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232007A0-D31B-3ACD-B6B8-3D6BC6EAE5FB}"/>
                  </a:ext>
                </a:extLst>
              </p:cNvPr>
              <p:cNvSpPr txBox="1">
                <a:spLocks noRot="1" noChangeAspect="1" noMove="1" noResize="1" noEditPoints="1" noAdjustHandles="1" noChangeArrowheads="1" noChangeShapeType="1" noTextEdit="1"/>
              </p:cNvSpPr>
              <p:nvPr/>
            </p:nvSpPr>
            <p:spPr>
              <a:xfrm>
                <a:off x="195595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C1F69F5C-D013-D5C4-ABDD-85432E324C01}"/>
                  </a:ext>
                </a:extLst>
              </p:cNvPr>
              <p:cNvSpPr txBox="1"/>
              <p:nvPr/>
            </p:nvSpPr>
            <p:spPr>
              <a:xfrm>
                <a:off x="8706029" y="4784549"/>
                <a:ext cx="1980022" cy="863378"/>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r>
                            <a:rPr lang="en-US" sz="4800" b="0" i="1" smtClean="0">
                              <a:latin typeface="Cambria Math" panose="02040503050406030204" pitchFamily="18" charset="0"/>
                            </a:rPr>
                            <m:t>⊞</m:t>
                          </m:r>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C1F69F5C-D013-D5C4-ABDD-85432E324C01}"/>
                  </a:ext>
                </a:extLst>
              </p:cNvPr>
              <p:cNvSpPr txBox="1">
                <a:spLocks noRot="1" noChangeAspect="1" noMove="1" noResize="1" noEditPoints="1" noAdjustHandles="1" noChangeArrowheads="1" noChangeShapeType="1" noTextEdit="1"/>
              </p:cNvSpPr>
              <p:nvPr/>
            </p:nvSpPr>
            <p:spPr>
              <a:xfrm>
                <a:off x="8706029" y="4784549"/>
                <a:ext cx="1980022" cy="863378"/>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D7D13210-7AF2-E2DC-08C4-793183C11672}"/>
                  </a:ext>
                </a:extLst>
              </p:cNvPr>
              <p:cNvSpPr txBox="1"/>
              <p:nvPr/>
            </p:nvSpPr>
            <p:spPr>
              <a:xfrm>
                <a:off x="1415948"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D7D13210-7AF2-E2DC-08C4-793183C11672}"/>
                  </a:ext>
                </a:extLst>
              </p:cNvPr>
              <p:cNvSpPr txBox="1">
                <a:spLocks noRot="1" noChangeAspect="1" noMove="1" noResize="1" noEditPoints="1" noAdjustHandles="1" noChangeArrowheads="1" noChangeShapeType="1" noTextEdit="1"/>
              </p:cNvSpPr>
              <p:nvPr/>
            </p:nvSpPr>
            <p:spPr>
              <a:xfrm>
                <a:off x="1415948" y="4779015"/>
                <a:ext cx="1170013" cy="83099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66E3CCDD-68A8-2794-5F7C-0064325A7B3A}"/>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1D7AD53C-F08D-B827-D03A-6B40DDCF7D4F}"/>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B47AA36-D99A-E15E-8160-F952FD750F41}"/>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BCEF89FA-DC4A-B36A-5383-32721B47FC39}"/>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5"/>
                <a:stretch>
                  <a:fillRect/>
                </a:stretch>
              </a:blipFill>
            </p:spPr>
            <p:txBody>
              <a:bodyPr/>
              <a:lstStyle/>
              <a:p>
                <a:r>
                  <a:rPr lang="en-GB">
                    <a:noFill/>
                  </a:rPr>
                  <a:t> </a:t>
                </a:r>
              </a:p>
            </p:txBody>
          </p:sp>
        </mc:Fallback>
      </mc:AlternateContent>
      <p:pic>
        <p:nvPicPr>
          <p:cNvPr id="46" name="Picture 45" descr="Iceberg PNGs for Free Download">
            <a:extLst>
              <a:ext uri="{FF2B5EF4-FFF2-40B4-BE49-F238E27FC236}">
                <a16:creationId xmlns:a16="http://schemas.microsoft.com/office/drawing/2014/main" id="{4D24655D-3CF4-141F-9004-720670724F95}"/>
              </a:ext>
            </a:extLst>
          </p:cNvPr>
          <p:cNvPicPr>
            <a:picLocks noChangeAspect="1"/>
          </p:cNvPicPr>
          <p:nvPr/>
        </p:nvPicPr>
        <p:blipFill>
          <a:blip r:embed="rId16"/>
          <a:stretch>
            <a:fillRect/>
          </a:stretch>
        </p:blipFill>
        <p:spPr>
          <a:xfrm>
            <a:off x="12396070" y="-441043"/>
            <a:ext cx="7740086" cy="7740086"/>
          </a:xfrm>
          <a:prstGeom prst="rect">
            <a:avLst/>
          </a:prstGeom>
        </p:spPr>
      </p:pic>
      <p:sp>
        <p:nvSpPr>
          <p:cNvPr id="49" name="Rectangle 48">
            <a:extLst>
              <a:ext uri="{FF2B5EF4-FFF2-40B4-BE49-F238E27FC236}">
                <a16:creationId xmlns:a16="http://schemas.microsoft.com/office/drawing/2014/main" id="{7E1BD4A7-F675-4F88-7196-817338900AFE}"/>
              </a:ext>
            </a:extLst>
          </p:cNvPr>
          <p:cNvSpPr/>
          <p:nvPr/>
        </p:nvSpPr>
        <p:spPr>
          <a:xfrm>
            <a:off x="14646095"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9382D0D8-5790-0182-A978-1FB236AFAFA7}"/>
                  </a:ext>
                </a:extLst>
              </p:cNvPr>
              <p:cNvSpPr/>
              <p:nvPr/>
            </p:nvSpPr>
            <p:spPr>
              <a:xfrm>
                <a:off x="1230606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51" name="Rectangle 50">
                <a:extLst>
                  <a:ext uri="{FF2B5EF4-FFF2-40B4-BE49-F238E27FC236}">
                    <a16:creationId xmlns:a16="http://schemas.microsoft.com/office/drawing/2014/main" id="{D8DD4A2A-F9CD-F816-6946-0ED7D94FDC5F}"/>
                  </a:ext>
                </a:extLst>
              </p:cNvPr>
              <p:cNvSpPr>
                <a:spLocks noRot="1" noChangeAspect="1" noMove="1" noResize="1" noEditPoints="1" noAdjustHandles="1" noChangeArrowheads="1" noChangeShapeType="1" noTextEdit="1"/>
              </p:cNvSpPr>
              <p:nvPr/>
            </p:nvSpPr>
            <p:spPr>
              <a:xfrm>
                <a:off x="12306068" y="2168986"/>
                <a:ext cx="1890021" cy="540006"/>
              </a:xfrm>
              <a:prstGeom prst="rect">
                <a:avLst/>
              </a:prstGeom>
              <a:blipFill>
                <a:blip r:embed="rId17"/>
                <a:stretch>
                  <a:fillRect/>
                </a:stretch>
              </a:blipFill>
              <a:ln>
                <a:noFill/>
              </a:ln>
            </p:spPr>
            <p:txBody>
              <a:bodyPr/>
              <a:lstStyle/>
              <a:p>
                <a:r>
                  <a:rPr lang="en-GB">
                    <a:noFill/>
                  </a:rPr>
                  <a:t> </a:t>
                </a:r>
              </a:p>
            </p:txBody>
          </p:sp>
        </mc:Fallback>
      </mc:AlternateContent>
      <p:sp>
        <p:nvSpPr>
          <p:cNvPr id="55" name="Rectangle 54">
            <a:extLst>
              <a:ext uri="{FF2B5EF4-FFF2-40B4-BE49-F238E27FC236}">
                <a16:creationId xmlns:a16="http://schemas.microsoft.com/office/drawing/2014/main" id="{24545D01-B230-7F7F-A215-B8705537D5C1}"/>
              </a:ext>
            </a:extLst>
          </p:cNvPr>
          <p:cNvSpPr/>
          <p:nvPr/>
        </p:nvSpPr>
        <p:spPr>
          <a:xfrm>
            <a:off x="14646096"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0EBCC83F-D500-8A9F-70DC-4BB89FD77AC4}"/>
                  </a:ext>
                </a:extLst>
              </p:cNvPr>
              <p:cNvSpPr/>
              <p:nvPr/>
            </p:nvSpPr>
            <p:spPr>
              <a:xfrm>
                <a:off x="12306070"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57" name="Rectangle 56">
                <a:extLst>
                  <a:ext uri="{FF2B5EF4-FFF2-40B4-BE49-F238E27FC236}">
                    <a16:creationId xmlns:a16="http://schemas.microsoft.com/office/drawing/2014/main" id="{C70C469B-7B0A-B9EA-61FD-4D1F937DC2FA}"/>
                  </a:ext>
                </a:extLst>
              </p:cNvPr>
              <p:cNvSpPr>
                <a:spLocks noRot="1" noChangeAspect="1" noMove="1" noResize="1" noEditPoints="1" noAdjustHandles="1" noChangeArrowheads="1" noChangeShapeType="1" noTextEdit="1"/>
              </p:cNvSpPr>
              <p:nvPr/>
            </p:nvSpPr>
            <p:spPr>
              <a:xfrm>
                <a:off x="12306070" y="2888994"/>
                <a:ext cx="1890021" cy="540006"/>
              </a:xfrm>
              <a:prstGeom prst="rect">
                <a:avLst/>
              </a:prstGeom>
              <a:blipFill>
                <a:blip r:embed="rId18"/>
                <a:stretch>
                  <a:fillRect t="-26966" b="-51685"/>
                </a:stretch>
              </a:blipFill>
              <a:ln>
                <a:noFill/>
              </a:ln>
            </p:spPr>
            <p:txBody>
              <a:bodyPr/>
              <a:lstStyle/>
              <a:p>
                <a:r>
                  <a:rPr lang="en-GB">
                    <a:noFill/>
                  </a:rPr>
                  <a:t> </a:t>
                </a:r>
              </a:p>
            </p:txBody>
          </p:sp>
        </mc:Fallback>
      </mc:AlternateContent>
      <p:sp>
        <p:nvSpPr>
          <p:cNvPr id="60" name="Rectangle 59">
            <a:extLst>
              <a:ext uri="{FF2B5EF4-FFF2-40B4-BE49-F238E27FC236}">
                <a16:creationId xmlns:a16="http://schemas.microsoft.com/office/drawing/2014/main" id="{69748DB1-5BF4-4171-19CA-FBA9F744BD6C}"/>
              </a:ext>
            </a:extLst>
          </p:cNvPr>
          <p:cNvSpPr/>
          <p:nvPr/>
        </p:nvSpPr>
        <p:spPr>
          <a:xfrm>
            <a:off x="14646096"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62" name="Rectangle 61">
            <a:extLst>
              <a:ext uri="{FF2B5EF4-FFF2-40B4-BE49-F238E27FC236}">
                <a16:creationId xmlns:a16="http://schemas.microsoft.com/office/drawing/2014/main" id="{8D9AEDCE-2862-78A4-F319-A492AA865B74}"/>
              </a:ext>
            </a:extLst>
          </p:cNvPr>
          <p:cNvSpPr/>
          <p:nvPr/>
        </p:nvSpPr>
        <p:spPr>
          <a:xfrm>
            <a:off x="12306070"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F0817CEA-DB46-55A2-D880-0DF09E8CEA7E}"/>
                  </a:ext>
                </a:extLst>
              </p:cNvPr>
              <p:cNvSpPr/>
              <p:nvPr/>
            </p:nvSpPr>
            <p:spPr>
              <a:xfrm>
                <a:off x="14646096"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64" name="Rectangle 63">
                <a:extLst>
                  <a:ext uri="{FF2B5EF4-FFF2-40B4-BE49-F238E27FC236}">
                    <a16:creationId xmlns:a16="http://schemas.microsoft.com/office/drawing/2014/main" id="{5FADF544-0D8D-21D5-03FF-9F9D9DF77B5B}"/>
                  </a:ext>
                </a:extLst>
              </p:cNvPr>
              <p:cNvSpPr>
                <a:spLocks noRot="1" noChangeAspect="1" noMove="1" noResize="1" noEditPoints="1" noAdjustHandles="1" noChangeArrowheads="1" noChangeShapeType="1" noTextEdit="1"/>
              </p:cNvSpPr>
              <p:nvPr/>
            </p:nvSpPr>
            <p:spPr>
              <a:xfrm>
                <a:off x="14646096" y="4689014"/>
                <a:ext cx="2340026" cy="540006"/>
              </a:xfrm>
              <a:prstGeom prst="rect">
                <a:avLst/>
              </a:prstGeom>
              <a:blipFill>
                <a:blip r:embed="rId19"/>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D173A98F-FEC5-5B63-45D4-F74841D73027}"/>
                  </a:ext>
                </a:extLst>
              </p:cNvPr>
              <p:cNvSpPr/>
              <p:nvPr/>
            </p:nvSpPr>
            <p:spPr>
              <a:xfrm>
                <a:off x="12126067"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66" name="Rectangle 65">
                <a:extLst>
                  <a:ext uri="{FF2B5EF4-FFF2-40B4-BE49-F238E27FC236}">
                    <a16:creationId xmlns:a16="http://schemas.microsoft.com/office/drawing/2014/main" id="{8DC8A9F7-CA41-64EA-63DB-6E8205EF26F7}"/>
                  </a:ext>
                </a:extLst>
              </p:cNvPr>
              <p:cNvSpPr>
                <a:spLocks noRot="1" noChangeAspect="1" noMove="1" noResize="1" noEditPoints="1" noAdjustHandles="1" noChangeArrowheads="1" noChangeShapeType="1" noTextEdit="1"/>
              </p:cNvSpPr>
              <p:nvPr/>
            </p:nvSpPr>
            <p:spPr>
              <a:xfrm>
                <a:off x="12126067" y="4689014"/>
                <a:ext cx="2250025" cy="540006"/>
              </a:xfrm>
              <a:prstGeom prst="rect">
                <a:avLst/>
              </a:prstGeom>
              <a:blipFill>
                <a:blip r:embed="rId2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C03787EA-4D58-AB19-46AE-4BE77BE6D7CC}"/>
                  </a:ext>
                </a:extLst>
              </p:cNvPr>
              <p:cNvSpPr txBox="1"/>
              <p:nvPr/>
            </p:nvSpPr>
            <p:spPr>
              <a:xfrm>
                <a:off x="4745985" y="6833302"/>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bg1"/>
                        </a:solidFill>
                        <a:latin typeface="Cambria Math" panose="02040503050406030204" pitchFamily="18" charset="0"/>
                      </a:rPr>
                      <m:t>≥</m:t>
                    </m:r>
                  </m:oMath>
                </a14:m>
                <a:r>
                  <a:rPr lang="en-GB" sz="4800" dirty="0">
                    <a:solidFill>
                      <a:schemeClr val="accent6"/>
                    </a:solidFill>
                  </a:rPr>
                  <a:t> </a:t>
                </a:r>
              </a:p>
            </p:txBody>
          </p:sp>
        </mc:Choice>
        <mc:Fallback xmlns="">
          <p:sp>
            <p:nvSpPr>
              <p:cNvPr id="68" name="TextBox 67">
                <a:extLst>
                  <a:ext uri="{FF2B5EF4-FFF2-40B4-BE49-F238E27FC236}">
                    <a16:creationId xmlns:a16="http://schemas.microsoft.com/office/drawing/2014/main" id="{263385A6-B661-A5BD-1E15-C6E44681B22B}"/>
                  </a:ext>
                </a:extLst>
              </p:cNvPr>
              <p:cNvSpPr txBox="1">
                <a:spLocks noRot="1" noChangeAspect="1" noMove="1" noResize="1" noEditPoints="1" noAdjustHandles="1" noChangeArrowheads="1" noChangeShapeType="1" noTextEdit="1"/>
              </p:cNvSpPr>
              <p:nvPr/>
            </p:nvSpPr>
            <p:spPr>
              <a:xfrm>
                <a:off x="4745985" y="6833302"/>
                <a:ext cx="1170013" cy="830997"/>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9859655-0914-B47D-120A-8B0C90092AEB}"/>
                  </a:ext>
                </a:extLst>
              </p:cNvPr>
              <p:cNvSpPr txBox="1"/>
              <p:nvPr/>
            </p:nvSpPr>
            <p:spPr>
              <a:xfrm>
                <a:off x="3845975"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1" name="TextBox 60">
                <a:extLst>
                  <a:ext uri="{FF2B5EF4-FFF2-40B4-BE49-F238E27FC236}">
                    <a16:creationId xmlns:a16="http://schemas.microsoft.com/office/drawing/2014/main" id="{29859655-0914-B47D-120A-8B0C90092AEB}"/>
                  </a:ext>
                </a:extLst>
              </p:cNvPr>
              <p:cNvSpPr txBox="1">
                <a:spLocks noRot="1" noChangeAspect="1" noMove="1" noResize="1" noEditPoints="1" noAdjustHandles="1" noChangeArrowheads="1" noChangeShapeType="1" noTextEdit="1"/>
              </p:cNvSpPr>
              <p:nvPr/>
            </p:nvSpPr>
            <p:spPr>
              <a:xfrm>
                <a:off x="3845975" y="4779015"/>
                <a:ext cx="1980022" cy="830997"/>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F9A94BE-440B-FBDD-4430-60EE78A07948}"/>
                  </a:ext>
                </a:extLst>
              </p:cNvPr>
              <p:cNvSpPr txBox="1"/>
              <p:nvPr/>
            </p:nvSpPr>
            <p:spPr>
              <a:xfrm>
                <a:off x="3305969"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65" name="TextBox 64">
                <a:extLst>
                  <a:ext uri="{FF2B5EF4-FFF2-40B4-BE49-F238E27FC236}">
                    <a16:creationId xmlns:a16="http://schemas.microsoft.com/office/drawing/2014/main" id="{6F9A94BE-440B-FBDD-4430-60EE78A07948}"/>
                  </a:ext>
                </a:extLst>
              </p:cNvPr>
              <p:cNvSpPr txBox="1">
                <a:spLocks noRot="1" noChangeAspect="1" noMove="1" noResize="1" noEditPoints="1" noAdjustHandles="1" noChangeArrowheads="1" noChangeShapeType="1" noTextEdit="1"/>
              </p:cNvSpPr>
              <p:nvPr/>
            </p:nvSpPr>
            <p:spPr>
              <a:xfrm>
                <a:off x="3305969" y="4779015"/>
                <a:ext cx="1170013" cy="830997"/>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B8D4920-7460-0C58-6F29-89031EA65B35}"/>
                  </a:ext>
                </a:extLst>
              </p:cNvPr>
              <p:cNvSpPr txBox="1"/>
              <p:nvPr/>
            </p:nvSpPr>
            <p:spPr>
              <a:xfrm>
                <a:off x="5735996"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9" name="TextBox 68">
                <a:extLst>
                  <a:ext uri="{FF2B5EF4-FFF2-40B4-BE49-F238E27FC236}">
                    <a16:creationId xmlns:a16="http://schemas.microsoft.com/office/drawing/2014/main" id="{BB8D4920-7460-0C58-6F29-89031EA65B35}"/>
                  </a:ext>
                </a:extLst>
              </p:cNvPr>
              <p:cNvSpPr txBox="1">
                <a:spLocks noRot="1" noChangeAspect="1" noMove="1" noResize="1" noEditPoints="1" noAdjustHandles="1" noChangeArrowheads="1" noChangeShapeType="1" noTextEdit="1"/>
              </p:cNvSpPr>
              <p:nvPr/>
            </p:nvSpPr>
            <p:spPr>
              <a:xfrm>
                <a:off x="5735996" y="4779015"/>
                <a:ext cx="1980022" cy="830997"/>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0B6CE36-DACF-5F7C-7B29-49106EAB2A0D}"/>
                  </a:ext>
                </a:extLst>
              </p:cNvPr>
              <p:cNvSpPr txBox="1"/>
              <p:nvPr/>
            </p:nvSpPr>
            <p:spPr>
              <a:xfrm>
                <a:off x="5195990"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1" name="TextBox 70">
                <a:extLst>
                  <a:ext uri="{FF2B5EF4-FFF2-40B4-BE49-F238E27FC236}">
                    <a16:creationId xmlns:a16="http://schemas.microsoft.com/office/drawing/2014/main" id="{80B6CE36-DACF-5F7C-7B29-49106EAB2A0D}"/>
                  </a:ext>
                </a:extLst>
              </p:cNvPr>
              <p:cNvSpPr txBox="1">
                <a:spLocks noRot="1" noChangeAspect="1" noMove="1" noResize="1" noEditPoints="1" noAdjustHandles="1" noChangeArrowheads="1" noChangeShapeType="1" noTextEdit="1"/>
              </p:cNvSpPr>
              <p:nvPr/>
            </p:nvSpPr>
            <p:spPr>
              <a:xfrm>
                <a:off x="5195990" y="4779015"/>
                <a:ext cx="1170013" cy="830997"/>
              </a:xfrm>
              <a:prstGeom prst="rect">
                <a:avLst/>
              </a:prstGeom>
              <a:blipFill>
                <a:blip r:embed="rId25"/>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71427ACA-5662-9157-17F4-974388896264}"/>
              </a:ext>
            </a:extLst>
          </p:cNvPr>
          <p:cNvGrpSpPr/>
          <p:nvPr/>
        </p:nvGrpSpPr>
        <p:grpSpPr>
          <a:xfrm>
            <a:off x="8616028" y="1088974"/>
            <a:ext cx="2340026" cy="3060034"/>
            <a:chOff x="8616028" y="1448978"/>
            <a:chExt cx="2340026" cy="3060034"/>
          </a:xfrm>
        </p:grpSpPr>
        <p:grpSp>
          <p:nvGrpSpPr>
            <p:cNvPr id="158" name="Group 157">
              <a:extLst>
                <a:ext uri="{FF2B5EF4-FFF2-40B4-BE49-F238E27FC236}">
                  <a16:creationId xmlns:a16="http://schemas.microsoft.com/office/drawing/2014/main" id="{8C490963-F66D-1A8A-BEBC-10A0CEACDC08}"/>
                </a:ext>
              </a:extLst>
            </p:cNvPr>
            <p:cNvGrpSpPr/>
            <p:nvPr/>
          </p:nvGrpSpPr>
          <p:grpSpPr>
            <a:xfrm>
              <a:off x="8706029" y="1718981"/>
              <a:ext cx="1620018" cy="2700030"/>
              <a:chOff x="8706029" y="1718981"/>
              <a:chExt cx="1620018" cy="2700030"/>
            </a:xfrm>
          </p:grpSpPr>
          <p:cxnSp>
            <p:nvCxnSpPr>
              <p:cNvPr id="159" name="Straight Connector 158">
                <a:extLst>
                  <a:ext uri="{FF2B5EF4-FFF2-40B4-BE49-F238E27FC236}">
                    <a16:creationId xmlns:a16="http://schemas.microsoft.com/office/drawing/2014/main" id="{D229F8B9-6DFE-474F-F9A0-AAD7D2256B4A}"/>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94CA5B01-93C4-60FD-7216-ACC0AF697CBC}"/>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B409800A-3388-BD43-731D-12FB406606C6}"/>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11C7F5F0-E0BE-9B32-62A6-027BDEE44221}"/>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9324887E-A4B1-3430-0C44-309C9230E25D}"/>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B6D5B785-7386-3A10-9634-F7753E09D45C}"/>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0552B055-4AEE-32B5-A652-4EF061759F5F}"/>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E8E37A76-843B-E0E2-68F6-6D5CD762C5A4}"/>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7E4B816F-0D11-7BC8-C50A-F876D0F3738A}"/>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5C148036-F7D8-B9B9-E407-24E2E20E4496}"/>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252" name="Group 251">
              <a:extLst>
                <a:ext uri="{FF2B5EF4-FFF2-40B4-BE49-F238E27FC236}">
                  <a16:creationId xmlns:a16="http://schemas.microsoft.com/office/drawing/2014/main" id="{11B913B3-9429-2280-43F6-09AF8E03AFAF}"/>
                </a:ext>
              </a:extLst>
            </p:cNvPr>
            <p:cNvGrpSpPr/>
            <p:nvPr/>
          </p:nvGrpSpPr>
          <p:grpSpPr>
            <a:xfrm>
              <a:off x="8616028" y="1448978"/>
              <a:ext cx="2340026" cy="3060034"/>
              <a:chOff x="8616028" y="1448978"/>
              <a:chExt cx="2340026" cy="3060034"/>
            </a:xfrm>
          </p:grpSpPr>
          <p:sp>
            <p:nvSpPr>
              <p:cNvPr id="253" name="Oval 252">
                <a:extLst>
                  <a:ext uri="{FF2B5EF4-FFF2-40B4-BE49-F238E27FC236}">
                    <a16:creationId xmlns:a16="http://schemas.microsoft.com/office/drawing/2014/main" id="{C77B2C14-C66A-0E58-FFCF-7DABBDC9F957}"/>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a:extLst>
                  <a:ext uri="{FF2B5EF4-FFF2-40B4-BE49-F238E27FC236}">
                    <a16:creationId xmlns:a16="http://schemas.microsoft.com/office/drawing/2014/main" id="{D9AD0850-1626-1D3B-3B8A-A2C3498DCC7B}"/>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Oval 254">
                <a:extLst>
                  <a:ext uri="{FF2B5EF4-FFF2-40B4-BE49-F238E27FC236}">
                    <a16:creationId xmlns:a16="http://schemas.microsoft.com/office/drawing/2014/main" id="{FC314A66-F31B-ABE7-7328-6998B705DD12}"/>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a:extLst>
                  <a:ext uri="{FF2B5EF4-FFF2-40B4-BE49-F238E27FC236}">
                    <a16:creationId xmlns:a16="http://schemas.microsoft.com/office/drawing/2014/main" id="{C8CED559-3346-ECBA-6348-EB924C109F24}"/>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Oval 256">
                <a:extLst>
                  <a:ext uri="{FF2B5EF4-FFF2-40B4-BE49-F238E27FC236}">
                    <a16:creationId xmlns:a16="http://schemas.microsoft.com/office/drawing/2014/main" id="{B84B220C-BC27-8122-ADD5-89E2AAB075EF}"/>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a:extLst>
                  <a:ext uri="{FF2B5EF4-FFF2-40B4-BE49-F238E27FC236}">
                    <a16:creationId xmlns:a16="http://schemas.microsoft.com/office/drawing/2014/main" id="{EEBAF37E-E9C8-8663-F226-D08999C37FA2}"/>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Oval 258">
                <a:extLst>
                  <a:ext uri="{FF2B5EF4-FFF2-40B4-BE49-F238E27FC236}">
                    <a16:creationId xmlns:a16="http://schemas.microsoft.com/office/drawing/2014/main" id="{61987961-95EB-2CF4-F529-ADE47B2C6ABE}"/>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Oval 259">
                <a:extLst>
                  <a:ext uri="{FF2B5EF4-FFF2-40B4-BE49-F238E27FC236}">
                    <a16:creationId xmlns:a16="http://schemas.microsoft.com/office/drawing/2014/main" id="{3EBAE679-8002-20B5-54A6-51D6E6FB1141}"/>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Oval 260">
                <a:extLst>
                  <a:ext uri="{FF2B5EF4-FFF2-40B4-BE49-F238E27FC236}">
                    <a16:creationId xmlns:a16="http://schemas.microsoft.com/office/drawing/2014/main" id="{78BBC2DA-BE91-53D8-4AA4-68CEC4081210}"/>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Oval 261">
                <a:extLst>
                  <a:ext uri="{FF2B5EF4-FFF2-40B4-BE49-F238E27FC236}">
                    <a16:creationId xmlns:a16="http://schemas.microsoft.com/office/drawing/2014/main" id="{F9DDD6A7-1878-5C35-3FBC-BEAE7DE87C12}"/>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Oval 262">
                <a:extLst>
                  <a:ext uri="{FF2B5EF4-FFF2-40B4-BE49-F238E27FC236}">
                    <a16:creationId xmlns:a16="http://schemas.microsoft.com/office/drawing/2014/main" id="{2411C89A-64C7-92F9-48AD-F32D9BC4A8FB}"/>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Oval 263">
                <a:extLst>
                  <a:ext uri="{FF2B5EF4-FFF2-40B4-BE49-F238E27FC236}">
                    <a16:creationId xmlns:a16="http://schemas.microsoft.com/office/drawing/2014/main" id="{D8AD041E-D631-ABE9-A1D1-61AAEDA708F5}"/>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Oval 264">
                <a:extLst>
                  <a:ext uri="{FF2B5EF4-FFF2-40B4-BE49-F238E27FC236}">
                    <a16:creationId xmlns:a16="http://schemas.microsoft.com/office/drawing/2014/main" id="{A57DF755-3232-B61E-E2F7-0FB73B7A338E}"/>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Oval 265">
                <a:extLst>
                  <a:ext uri="{FF2B5EF4-FFF2-40B4-BE49-F238E27FC236}">
                    <a16:creationId xmlns:a16="http://schemas.microsoft.com/office/drawing/2014/main" id="{D5591904-371D-73B2-FAD1-60106FF98603}"/>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Oval 266">
                <a:extLst>
                  <a:ext uri="{FF2B5EF4-FFF2-40B4-BE49-F238E27FC236}">
                    <a16:creationId xmlns:a16="http://schemas.microsoft.com/office/drawing/2014/main" id="{09C57B29-9986-E677-3704-33B440D4B3D3}"/>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a:extLst>
                  <a:ext uri="{FF2B5EF4-FFF2-40B4-BE49-F238E27FC236}">
                    <a16:creationId xmlns:a16="http://schemas.microsoft.com/office/drawing/2014/main" id="{9E2AC3C8-14A9-F959-1598-7F59DD02EE06}"/>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Oval 268">
                <a:extLst>
                  <a:ext uri="{FF2B5EF4-FFF2-40B4-BE49-F238E27FC236}">
                    <a16:creationId xmlns:a16="http://schemas.microsoft.com/office/drawing/2014/main" id="{65974AA9-5652-525B-D934-9E8033A1A7B5}"/>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a:extLst>
                  <a:ext uri="{FF2B5EF4-FFF2-40B4-BE49-F238E27FC236}">
                    <a16:creationId xmlns:a16="http://schemas.microsoft.com/office/drawing/2014/main" id="{1C8ACAF6-43BD-EB10-EB26-D7D7B9BE50D1}"/>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1" name="Oval 270">
                <a:extLst>
                  <a:ext uri="{FF2B5EF4-FFF2-40B4-BE49-F238E27FC236}">
                    <a16:creationId xmlns:a16="http://schemas.microsoft.com/office/drawing/2014/main" id="{4D73D7AA-8664-13D1-8770-18601057013A}"/>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a:extLst>
                  <a:ext uri="{FF2B5EF4-FFF2-40B4-BE49-F238E27FC236}">
                    <a16:creationId xmlns:a16="http://schemas.microsoft.com/office/drawing/2014/main" id="{46F10CA9-9561-A5EE-FDFD-4F4FFBC15C2F}"/>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Oval 272">
                <a:extLst>
                  <a:ext uri="{FF2B5EF4-FFF2-40B4-BE49-F238E27FC236}">
                    <a16:creationId xmlns:a16="http://schemas.microsoft.com/office/drawing/2014/main" id="{FEC3EBE8-8FCE-4C05-AEB0-B4FDBA784CB3}"/>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a:extLst>
                  <a:ext uri="{FF2B5EF4-FFF2-40B4-BE49-F238E27FC236}">
                    <a16:creationId xmlns:a16="http://schemas.microsoft.com/office/drawing/2014/main" id="{9FAADAA3-60EF-23E7-652D-4A3D45456EAE}"/>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Oval 274">
                <a:extLst>
                  <a:ext uri="{FF2B5EF4-FFF2-40B4-BE49-F238E27FC236}">
                    <a16:creationId xmlns:a16="http://schemas.microsoft.com/office/drawing/2014/main" id="{EC147D84-D0D8-1996-EF39-179026ED6C88}"/>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a:extLst>
                  <a:ext uri="{FF2B5EF4-FFF2-40B4-BE49-F238E27FC236}">
                    <a16:creationId xmlns:a16="http://schemas.microsoft.com/office/drawing/2014/main" id="{EE3ACF91-0E63-B84A-3B4D-41F4DB3D9E27}"/>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Oval 276">
                <a:extLst>
                  <a:ext uri="{FF2B5EF4-FFF2-40B4-BE49-F238E27FC236}">
                    <a16:creationId xmlns:a16="http://schemas.microsoft.com/office/drawing/2014/main" id="{0918CB02-A94A-C170-BDE8-F973F9920A9D}"/>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 name="Group 2">
            <a:extLst>
              <a:ext uri="{FF2B5EF4-FFF2-40B4-BE49-F238E27FC236}">
                <a16:creationId xmlns:a16="http://schemas.microsoft.com/office/drawing/2014/main" id="{2555D76D-D7DB-2218-179A-7F603390CE66}"/>
              </a:ext>
            </a:extLst>
          </p:cNvPr>
          <p:cNvGrpSpPr/>
          <p:nvPr/>
        </p:nvGrpSpPr>
        <p:grpSpPr>
          <a:xfrm>
            <a:off x="8616028" y="1088974"/>
            <a:ext cx="2340026" cy="3060034"/>
            <a:chOff x="8616028" y="1448978"/>
            <a:chExt cx="2340026" cy="3060034"/>
          </a:xfrm>
        </p:grpSpPr>
        <p:grpSp>
          <p:nvGrpSpPr>
            <p:cNvPr id="169" name="Group 168">
              <a:extLst>
                <a:ext uri="{FF2B5EF4-FFF2-40B4-BE49-F238E27FC236}">
                  <a16:creationId xmlns:a16="http://schemas.microsoft.com/office/drawing/2014/main" id="{8E080759-61D6-A125-17F5-3E2DBCECF9A7}"/>
                </a:ext>
              </a:extLst>
            </p:cNvPr>
            <p:cNvGrpSpPr/>
            <p:nvPr/>
          </p:nvGrpSpPr>
          <p:grpSpPr>
            <a:xfrm>
              <a:off x="9246035" y="1538979"/>
              <a:ext cx="1620018" cy="2700030"/>
              <a:chOff x="9246035" y="1538979"/>
              <a:chExt cx="1620018" cy="2700030"/>
            </a:xfrm>
          </p:grpSpPr>
          <p:cxnSp>
            <p:nvCxnSpPr>
              <p:cNvPr id="170" name="Straight Connector 169">
                <a:extLst>
                  <a:ext uri="{FF2B5EF4-FFF2-40B4-BE49-F238E27FC236}">
                    <a16:creationId xmlns:a16="http://schemas.microsoft.com/office/drawing/2014/main" id="{D36B1EB6-7B9B-1E6A-6D4C-020248C9AD88}"/>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410DBE07-AA56-5B24-9DDB-8305BE8E1575}"/>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DE108532-9E05-972F-F21F-D1E2D5250422}"/>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3" name="Straight Connector 172">
                <a:extLst>
                  <a:ext uri="{FF2B5EF4-FFF2-40B4-BE49-F238E27FC236}">
                    <a16:creationId xmlns:a16="http://schemas.microsoft.com/office/drawing/2014/main" id="{40D1D588-3609-BB2F-6908-C2AFC1AE9C21}"/>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D2253E32-13AF-E3E0-865C-606B55912ED6}"/>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9EF50089-820A-4E8B-7869-51D92EF3EA2A}"/>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D9409319-B333-0745-23F8-45838C0CBB5F}"/>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7" name="Straight Connector 176">
                <a:extLst>
                  <a:ext uri="{FF2B5EF4-FFF2-40B4-BE49-F238E27FC236}">
                    <a16:creationId xmlns:a16="http://schemas.microsoft.com/office/drawing/2014/main" id="{C761762F-4C2D-4A2D-F447-072C587BCC45}"/>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CB7503C1-F95E-BE6C-B117-567A693F1C8D}"/>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830260D6-DF50-EA25-1506-88DF4CFEAA1B}"/>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278" name="Group 277">
              <a:extLst>
                <a:ext uri="{FF2B5EF4-FFF2-40B4-BE49-F238E27FC236}">
                  <a16:creationId xmlns:a16="http://schemas.microsoft.com/office/drawing/2014/main" id="{3BA2523B-3625-A33F-A0C1-CD08D192CA83}"/>
                </a:ext>
              </a:extLst>
            </p:cNvPr>
            <p:cNvGrpSpPr/>
            <p:nvPr/>
          </p:nvGrpSpPr>
          <p:grpSpPr>
            <a:xfrm>
              <a:off x="8616028" y="1448978"/>
              <a:ext cx="2340026" cy="3060034"/>
              <a:chOff x="8616028" y="1448978"/>
              <a:chExt cx="2340026" cy="3060034"/>
            </a:xfrm>
          </p:grpSpPr>
          <p:sp>
            <p:nvSpPr>
              <p:cNvPr id="279" name="Oval 278">
                <a:extLst>
                  <a:ext uri="{FF2B5EF4-FFF2-40B4-BE49-F238E27FC236}">
                    <a16:creationId xmlns:a16="http://schemas.microsoft.com/office/drawing/2014/main" id="{4585890D-FFB1-CDCD-B8CE-81E5B479B433}"/>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a:extLst>
                  <a:ext uri="{FF2B5EF4-FFF2-40B4-BE49-F238E27FC236}">
                    <a16:creationId xmlns:a16="http://schemas.microsoft.com/office/drawing/2014/main" id="{201305D4-705E-118A-C040-98A7AFA203D8}"/>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Oval 280">
                <a:extLst>
                  <a:ext uri="{FF2B5EF4-FFF2-40B4-BE49-F238E27FC236}">
                    <a16:creationId xmlns:a16="http://schemas.microsoft.com/office/drawing/2014/main" id="{137E9D8D-0CA4-2833-F583-3CE887C85ADF}"/>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Oval 281">
                <a:extLst>
                  <a:ext uri="{FF2B5EF4-FFF2-40B4-BE49-F238E27FC236}">
                    <a16:creationId xmlns:a16="http://schemas.microsoft.com/office/drawing/2014/main" id="{2B9D3C96-9694-0200-1C63-4E9E7FC94ABF}"/>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Oval 282">
                <a:extLst>
                  <a:ext uri="{FF2B5EF4-FFF2-40B4-BE49-F238E27FC236}">
                    <a16:creationId xmlns:a16="http://schemas.microsoft.com/office/drawing/2014/main" id="{F70DB8F9-A46B-53ED-5306-7B2790E90089}"/>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Oval 283">
                <a:extLst>
                  <a:ext uri="{FF2B5EF4-FFF2-40B4-BE49-F238E27FC236}">
                    <a16:creationId xmlns:a16="http://schemas.microsoft.com/office/drawing/2014/main" id="{B2059F85-D24D-3E39-A328-870B1DAC6717}"/>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Oval 284">
                <a:extLst>
                  <a:ext uri="{FF2B5EF4-FFF2-40B4-BE49-F238E27FC236}">
                    <a16:creationId xmlns:a16="http://schemas.microsoft.com/office/drawing/2014/main" id="{357A7C85-9F1E-1554-1854-4B00C4024904}"/>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6" name="Oval 285">
                <a:extLst>
                  <a:ext uri="{FF2B5EF4-FFF2-40B4-BE49-F238E27FC236}">
                    <a16:creationId xmlns:a16="http://schemas.microsoft.com/office/drawing/2014/main" id="{1E7FDEE1-A924-58DF-7583-141A26CE302C}"/>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7" name="Oval 286">
                <a:extLst>
                  <a:ext uri="{FF2B5EF4-FFF2-40B4-BE49-F238E27FC236}">
                    <a16:creationId xmlns:a16="http://schemas.microsoft.com/office/drawing/2014/main" id="{9974E01F-D522-878A-62D5-BA255BCB5BCA}"/>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8" name="Oval 287">
                <a:extLst>
                  <a:ext uri="{FF2B5EF4-FFF2-40B4-BE49-F238E27FC236}">
                    <a16:creationId xmlns:a16="http://schemas.microsoft.com/office/drawing/2014/main" id="{CB945016-717A-B9CF-1277-C272B051BDD5}"/>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9" name="Oval 288">
                <a:extLst>
                  <a:ext uri="{FF2B5EF4-FFF2-40B4-BE49-F238E27FC236}">
                    <a16:creationId xmlns:a16="http://schemas.microsoft.com/office/drawing/2014/main" id="{7A200343-93DF-4814-D126-1643A61CFE4D}"/>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a:extLst>
                  <a:ext uri="{FF2B5EF4-FFF2-40B4-BE49-F238E27FC236}">
                    <a16:creationId xmlns:a16="http://schemas.microsoft.com/office/drawing/2014/main" id="{60C93EA1-3BD8-81CC-3F81-B0EF16681C6F}"/>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Oval 290">
                <a:extLst>
                  <a:ext uri="{FF2B5EF4-FFF2-40B4-BE49-F238E27FC236}">
                    <a16:creationId xmlns:a16="http://schemas.microsoft.com/office/drawing/2014/main" id="{B317A23D-FBCD-B125-1084-890EBE26564F}"/>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a:extLst>
                  <a:ext uri="{FF2B5EF4-FFF2-40B4-BE49-F238E27FC236}">
                    <a16:creationId xmlns:a16="http://schemas.microsoft.com/office/drawing/2014/main" id="{3FB8A57C-216A-66FB-53E3-331A3CD8347C}"/>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3" name="Oval 292">
                <a:extLst>
                  <a:ext uri="{FF2B5EF4-FFF2-40B4-BE49-F238E27FC236}">
                    <a16:creationId xmlns:a16="http://schemas.microsoft.com/office/drawing/2014/main" id="{F61C1A03-57C3-6D23-DB1A-980426890759}"/>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a:extLst>
                  <a:ext uri="{FF2B5EF4-FFF2-40B4-BE49-F238E27FC236}">
                    <a16:creationId xmlns:a16="http://schemas.microsoft.com/office/drawing/2014/main" id="{0870E818-F1FE-5588-6A2C-3ECC702AD801}"/>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5" name="Oval 294">
                <a:extLst>
                  <a:ext uri="{FF2B5EF4-FFF2-40B4-BE49-F238E27FC236}">
                    <a16:creationId xmlns:a16="http://schemas.microsoft.com/office/drawing/2014/main" id="{09561CE2-3B9D-188F-CCCB-3DF21FD85956}"/>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a:extLst>
                  <a:ext uri="{FF2B5EF4-FFF2-40B4-BE49-F238E27FC236}">
                    <a16:creationId xmlns:a16="http://schemas.microsoft.com/office/drawing/2014/main" id="{10ECAA76-BBF8-17D9-6FF6-433BAE98DFF1}"/>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Oval 296">
                <a:extLst>
                  <a:ext uri="{FF2B5EF4-FFF2-40B4-BE49-F238E27FC236}">
                    <a16:creationId xmlns:a16="http://schemas.microsoft.com/office/drawing/2014/main" id="{EDF25ADC-8F8E-6C5F-0C46-BF2558405543}"/>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a:extLst>
                  <a:ext uri="{FF2B5EF4-FFF2-40B4-BE49-F238E27FC236}">
                    <a16:creationId xmlns:a16="http://schemas.microsoft.com/office/drawing/2014/main" id="{67DE4894-907D-03F0-EEEC-8DAE2035F6C4}"/>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9" name="Oval 298">
                <a:extLst>
                  <a:ext uri="{FF2B5EF4-FFF2-40B4-BE49-F238E27FC236}">
                    <a16:creationId xmlns:a16="http://schemas.microsoft.com/office/drawing/2014/main" id="{263E3411-898A-DC49-580A-AD28413E3CBF}"/>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a:extLst>
                  <a:ext uri="{FF2B5EF4-FFF2-40B4-BE49-F238E27FC236}">
                    <a16:creationId xmlns:a16="http://schemas.microsoft.com/office/drawing/2014/main" id="{D44A0DF0-C646-FB9F-4537-5F998FE4CB39}"/>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 name="Oval 300">
                <a:extLst>
                  <a:ext uri="{FF2B5EF4-FFF2-40B4-BE49-F238E27FC236}">
                    <a16:creationId xmlns:a16="http://schemas.microsoft.com/office/drawing/2014/main" id="{279EAAAD-6273-FFCB-73DE-2BC60DD385D2}"/>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a:extLst>
                  <a:ext uri="{FF2B5EF4-FFF2-40B4-BE49-F238E27FC236}">
                    <a16:creationId xmlns:a16="http://schemas.microsoft.com/office/drawing/2014/main" id="{BA4942A3-3F8E-1C5A-126C-9B8C56F4E82D}"/>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 name="Oval 302">
                <a:extLst>
                  <a:ext uri="{FF2B5EF4-FFF2-40B4-BE49-F238E27FC236}">
                    <a16:creationId xmlns:a16="http://schemas.microsoft.com/office/drawing/2014/main" id="{7DDE5353-D123-25E4-AD85-F5573EEEA5FA}"/>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 name="Group 3">
            <a:extLst>
              <a:ext uri="{FF2B5EF4-FFF2-40B4-BE49-F238E27FC236}">
                <a16:creationId xmlns:a16="http://schemas.microsoft.com/office/drawing/2014/main" id="{86496E18-E5B8-501F-F8FF-99772AAA2146}"/>
              </a:ext>
            </a:extLst>
          </p:cNvPr>
          <p:cNvGrpSpPr/>
          <p:nvPr/>
        </p:nvGrpSpPr>
        <p:grpSpPr>
          <a:xfrm>
            <a:off x="8616028" y="1088974"/>
            <a:ext cx="2340026" cy="3060034"/>
            <a:chOff x="8616028" y="1448978"/>
            <a:chExt cx="2340026" cy="3060034"/>
          </a:xfrm>
        </p:grpSpPr>
        <p:grpSp>
          <p:nvGrpSpPr>
            <p:cNvPr id="180" name="Group 179">
              <a:extLst>
                <a:ext uri="{FF2B5EF4-FFF2-40B4-BE49-F238E27FC236}">
                  <a16:creationId xmlns:a16="http://schemas.microsoft.com/office/drawing/2014/main" id="{76418203-D726-76D8-E4B7-AE8B244CC1F0}"/>
                </a:ext>
              </a:extLst>
            </p:cNvPr>
            <p:cNvGrpSpPr/>
            <p:nvPr/>
          </p:nvGrpSpPr>
          <p:grpSpPr>
            <a:xfrm>
              <a:off x="8706029" y="1538979"/>
              <a:ext cx="2160024" cy="2340026"/>
              <a:chOff x="8706029" y="1538979"/>
              <a:chExt cx="2160024" cy="2340026"/>
            </a:xfrm>
          </p:grpSpPr>
          <p:cxnSp>
            <p:nvCxnSpPr>
              <p:cNvPr id="181" name="Straight Connector 180">
                <a:extLst>
                  <a:ext uri="{FF2B5EF4-FFF2-40B4-BE49-F238E27FC236}">
                    <a16:creationId xmlns:a16="http://schemas.microsoft.com/office/drawing/2014/main" id="{ADB1DBB0-62F6-2234-C34D-AC359A8A1AE6}"/>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AB5EBDB9-0DD0-9AB4-AEA7-79929E3EC0E1}"/>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DFFA40EE-7D4F-8486-F800-2EC607AFDA50}"/>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5D81C855-E903-5F95-EA3C-9AD2E0B5CEDF}"/>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18453187-D6FE-F6CB-02E7-31767B45B39D}"/>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567BCA4B-415A-EBC6-DE01-B904D27BA0C6}"/>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E2681589-40D2-414C-66A3-B5F38CB7672A}"/>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03FFB866-DDC0-483E-F13F-440AF4F3494B}"/>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A7F1CE26-CE35-384C-A11D-0F8E1D727FDD}"/>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90" name="Straight Connector 189">
                <a:extLst>
                  <a:ext uri="{FF2B5EF4-FFF2-40B4-BE49-F238E27FC236}">
                    <a16:creationId xmlns:a16="http://schemas.microsoft.com/office/drawing/2014/main" id="{7DB2CA93-2261-E5DB-66C8-CC07B84432D9}"/>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04" name="Group 303">
              <a:extLst>
                <a:ext uri="{FF2B5EF4-FFF2-40B4-BE49-F238E27FC236}">
                  <a16:creationId xmlns:a16="http://schemas.microsoft.com/office/drawing/2014/main" id="{34588F72-527B-446C-433E-43BB95ACB336}"/>
                </a:ext>
              </a:extLst>
            </p:cNvPr>
            <p:cNvGrpSpPr/>
            <p:nvPr/>
          </p:nvGrpSpPr>
          <p:grpSpPr>
            <a:xfrm>
              <a:off x="8616028" y="1448978"/>
              <a:ext cx="2340026" cy="3060034"/>
              <a:chOff x="8616028" y="1448978"/>
              <a:chExt cx="2340026" cy="3060034"/>
            </a:xfrm>
          </p:grpSpPr>
          <p:sp>
            <p:nvSpPr>
              <p:cNvPr id="305" name="Oval 304">
                <a:extLst>
                  <a:ext uri="{FF2B5EF4-FFF2-40B4-BE49-F238E27FC236}">
                    <a16:creationId xmlns:a16="http://schemas.microsoft.com/office/drawing/2014/main" id="{4BF34C73-A378-7928-5385-A4E36FA10602}"/>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6" name="Oval 305">
                <a:extLst>
                  <a:ext uri="{FF2B5EF4-FFF2-40B4-BE49-F238E27FC236}">
                    <a16:creationId xmlns:a16="http://schemas.microsoft.com/office/drawing/2014/main" id="{6C644D4A-8FC9-C6ED-2307-34A5DA794C8C}"/>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Oval 306">
                <a:extLst>
                  <a:ext uri="{FF2B5EF4-FFF2-40B4-BE49-F238E27FC236}">
                    <a16:creationId xmlns:a16="http://schemas.microsoft.com/office/drawing/2014/main" id="{568E4E2E-ACB9-9365-E6BD-8B4740AB5A4A}"/>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 name="Oval 307">
                <a:extLst>
                  <a:ext uri="{FF2B5EF4-FFF2-40B4-BE49-F238E27FC236}">
                    <a16:creationId xmlns:a16="http://schemas.microsoft.com/office/drawing/2014/main" id="{AA1C89AA-CA17-2B76-810B-077FE99E2D00}"/>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 name="Oval 308">
                <a:extLst>
                  <a:ext uri="{FF2B5EF4-FFF2-40B4-BE49-F238E27FC236}">
                    <a16:creationId xmlns:a16="http://schemas.microsoft.com/office/drawing/2014/main" id="{DDCAEDE1-DCE3-8A5A-D58B-454C60A9F2C4}"/>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 name="Oval 309">
                <a:extLst>
                  <a:ext uri="{FF2B5EF4-FFF2-40B4-BE49-F238E27FC236}">
                    <a16:creationId xmlns:a16="http://schemas.microsoft.com/office/drawing/2014/main" id="{79D2A8E1-0923-5420-751C-548D70A5B258}"/>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 name="Oval 310">
                <a:extLst>
                  <a:ext uri="{FF2B5EF4-FFF2-40B4-BE49-F238E27FC236}">
                    <a16:creationId xmlns:a16="http://schemas.microsoft.com/office/drawing/2014/main" id="{A0941751-AFCE-2C1F-7404-1679C287572A}"/>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a:extLst>
                  <a:ext uri="{FF2B5EF4-FFF2-40B4-BE49-F238E27FC236}">
                    <a16:creationId xmlns:a16="http://schemas.microsoft.com/office/drawing/2014/main" id="{F469531A-04C1-8497-2AFB-5DB750168394}"/>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Oval 312">
                <a:extLst>
                  <a:ext uri="{FF2B5EF4-FFF2-40B4-BE49-F238E27FC236}">
                    <a16:creationId xmlns:a16="http://schemas.microsoft.com/office/drawing/2014/main" id="{D4AB27BE-10ED-3142-D318-E23C683F3D3D}"/>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a:extLst>
                  <a:ext uri="{FF2B5EF4-FFF2-40B4-BE49-F238E27FC236}">
                    <a16:creationId xmlns:a16="http://schemas.microsoft.com/office/drawing/2014/main" id="{2582F4BB-CF18-85AB-C107-F28B7EA70F5A}"/>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5" name="Oval 314">
                <a:extLst>
                  <a:ext uri="{FF2B5EF4-FFF2-40B4-BE49-F238E27FC236}">
                    <a16:creationId xmlns:a16="http://schemas.microsoft.com/office/drawing/2014/main" id="{6804D6E6-C3F6-2DE9-C384-91BD131DC09B}"/>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a:extLst>
                  <a:ext uri="{FF2B5EF4-FFF2-40B4-BE49-F238E27FC236}">
                    <a16:creationId xmlns:a16="http://schemas.microsoft.com/office/drawing/2014/main" id="{777C9C45-3CD4-E436-50F7-EE5FBB2C7A5C}"/>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Oval 316">
                <a:extLst>
                  <a:ext uri="{FF2B5EF4-FFF2-40B4-BE49-F238E27FC236}">
                    <a16:creationId xmlns:a16="http://schemas.microsoft.com/office/drawing/2014/main" id="{0EEE9311-BC1C-8860-BA09-C97BC9CEAA06}"/>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a:extLst>
                  <a:ext uri="{FF2B5EF4-FFF2-40B4-BE49-F238E27FC236}">
                    <a16:creationId xmlns:a16="http://schemas.microsoft.com/office/drawing/2014/main" id="{247B1445-786D-B3EC-7823-5EDEBBBBAE73}"/>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9" name="Oval 318">
                <a:extLst>
                  <a:ext uri="{FF2B5EF4-FFF2-40B4-BE49-F238E27FC236}">
                    <a16:creationId xmlns:a16="http://schemas.microsoft.com/office/drawing/2014/main" id="{E680E89F-748D-7555-50A5-3247D8932778}"/>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a:extLst>
                  <a:ext uri="{FF2B5EF4-FFF2-40B4-BE49-F238E27FC236}">
                    <a16:creationId xmlns:a16="http://schemas.microsoft.com/office/drawing/2014/main" id="{29B94071-5CC0-19BF-B764-2A5C234DDCBE}"/>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1" name="Oval 320">
                <a:extLst>
                  <a:ext uri="{FF2B5EF4-FFF2-40B4-BE49-F238E27FC236}">
                    <a16:creationId xmlns:a16="http://schemas.microsoft.com/office/drawing/2014/main" id="{4B09CC0B-7393-42D1-CE57-FABCEFAF584D}"/>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a:extLst>
                  <a:ext uri="{FF2B5EF4-FFF2-40B4-BE49-F238E27FC236}">
                    <a16:creationId xmlns:a16="http://schemas.microsoft.com/office/drawing/2014/main" id="{5EB5B8B5-55D5-F616-EF5F-1F16C5F43CDE}"/>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3" name="Oval 322">
                <a:extLst>
                  <a:ext uri="{FF2B5EF4-FFF2-40B4-BE49-F238E27FC236}">
                    <a16:creationId xmlns:a16="http://schemas.microsoft.com/office/drawing/2014/main" id="{6B1A09D7-C5BF-6A11-1632-B40E7082AAF1}"/>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a:extLst>
                  <a:ext uri="{FF2B5EF4-FFF2-40B4-BE49-F238E27FC236}">
                    <a16:creationId xmlns:a16="http://schemas.microsoft.com/office/drawing/2014/main" id="{347ED308-C4B8-BD87-6427-9B268BEB8C55}"/>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5" name="Oval 324">
                <a:extLst>
                  <a:ext uri="{FF2B5EF4-FFF2-40B4-BE49-F238E27FC236}">
                    <a16:creationId xmlns:a16="http://schemas.microsoft.com/office/drawing/2014/main" id="{63889647-21F7-CB5A-FBBC-8E955CC131AC}"/>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6" name="Oval 325">
                <a:extLst>
                  <a:ext uri="{FF2B5EF4-FFF2-40B4-BE49-F238E27FC236}">
                    <a16:creationId xmlns:a16="http://schemas.microsoft.com/office/drawing/2014/main" id="{15BA8526-7D77-BD14-366E-6609ADF5CE82}"/>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Oval 326">
                <a:extLst>
                  <a:ext uri="{FF2B5EF4-FFF2-40B4-BE49-F238E27FC236}">
                    <a16:creationId xmlns:a16="http://schemas.microsoft.com/office/drawing/2014/main" id="{C1A2A5AD-7D16-9BEF-CEB6-66D2356712F7}"/>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8" name="Oval 327">
                <a:extLst>
                  <a:ext uri="{FF2B5EF4-FFF2-40B4-BE49-F238E27FC236}">
                    <a16:creationId xmlns:a16="http://schemas.microsoft.com/office/drawing/2014/main" id="{19BD5FC4-272A-9E94-9718-FCADDD0F76C5}"/>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9" name="Oval 328">
                <a:extLst>
                  <a:ext uri="{FF2B5EF4-FFF2-40B4-BE49-F238E27FC236}">
                    <a16:creationId xmlns:a16="http://schemas.microsoft.com/office/drawing/2014/main" id="{7A792BA2-DB4A-E18E-B0B4-5540C232220D}"/>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 name="Group 4">
            <a:extLst>
              <a:ext uri="{FF2B5EF4-FFF2-40B4-BE49-F238E27FC236}">
                <a16:creationId xmlns:a16="http://schemas.microsoft.com/office/drawing/2014/main" id="{EC312373-DD92-C7A7-30CC-63E740CD4378}"/>
              </a:ext>
            </a:extLst>
          </p:cNvPr>
          <p:cNvGrpSpPr/>
          <p:nvPr/>
        </p:nvGrpSpPr>
        <p:grpSpPr>
          <a:xfrm>
            <a:off x="8616028" y="1088974"/>
            <a:ext cx="2340026" cy="3060034"/>
            <a:chOff x="8616028" y="1448978"/>
            <a:chExt cx="2340026" cy="3060034"/>
          </a:xfrm>
        </p:grpSpPr>
        <p:grpSp>
          <p:nvGrpSpPr>
            <p:cNvPr id="191" name="Group 190">
              <a:extLst>
                <a:ext uri="{FF2B5EF4-FFF2-40B4-BE49-F238E27FC236}">
                  <a16:creationId xmlns:a16="http://schemas.microsoft.com/office/drawing/2014/main" id="{7F1A2AF9-A704-9AA8-A520-04F423B3450B}"/>
                </a:ext>
              </a:extLst>
            </p:cNvPr>
            <p:cNvGrpSpPr/>
            <p:nvPr/>
          </p:nvGrpSpPr>
          <p:grpSpPr>
            <a:xfrm>
              <a:off x="8706029" y="2078985"/>
              <a:ext cx="2160024" cy="2340026"/>
              <a:chOff x="8706029" y="2078985"/>
              <a:chExt cx="2160024" cy="2340026"/>
            </a:xfrm>
          </p:grpSpPr>
          <p:cxnSp>
            <p:nvCxnSpPr>
              <p:cNvPr id="192" name="Straight Connector 191">
                <a:extLst>
                  <a:ext uri="{FF2B5EF4-FFF2-40B4-BE49-F238E27FC236}">
                    <a16:creationId xmlns:a16="http://schemas.microsoft.com/office/drawing/2014/main" id="{A591D501-2EA8-D3AF-18AD-7357FA46B529}"/>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6BBEB48D-87C5-744B-7B21-C62E9AD93101}"/>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306C9DE7-D51B-4F2E-7FA3-FDC07D2D435E}"/>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D3E6B71C-3BF1-ABEE-5FA1-D83F7CA0F379}"/>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841B1F9F-B6E2-14D6-BE1B-15C29FCC6B32}"/>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97C7EECB-4478-4E17-13E4-38D32FEE91D1}"/>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B1A88EF1-43C2-A2AC-20EA-D42242599BA8}"/>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24C4337D-F09B-CD62-C6B7-05A11BEA02E6}"/>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216F073C-5388-ACE1-3697-74481FE8BB63}"/>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B1B3B8A3-682E-9719-27B6-128CE72A2E47}"/>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330" name="Group 329">
              <a:extLst>
                <a:ext uri="{FF2B5EF4-FFF2-40B4-BE49-F238E27FC236}">
                  <a16:creationId xmlns:a16="http://schemas.microsoft.com/office/drawing/2014/main" id="{4E04D33E-8DEF-9145-C41C-BF33FB81A8FF}"/>
                </a:ext>
              </a:extLst>
            </p:cNvPr>
            <p:cNvGrpSpPr/>
            <p:nvPr/>
          </p:nvGrpSpPr>
          <p:grpSpPr>
            <a:xfrm>
              <a:off x="8616028" y="1448978"/>
              <a:ext cx="2340026" cy="3060034"/>
              <a:chOff x="8616028" y="1448978"/>
              <a:chExt cx="2340026" cy="3060034"/>
            </a:xfrm>
          </p:grpSpPr>
          <p:sp>
            <p:nvSpPr>
              <p:cNvPr id="331" name="Oval 330">
                <a:extLst>
                  <a:ext uri="{FF2B5EF4-FFF2-40B4-BE49-F238E27FC236}">
                    <a16:creationId xmlns:a16="http://schemas.microsoft.com/office/drawing/2014/main" id="{E2208E93-5DEE-2361-3645-43204617D5E6}"/>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2" name="Oval 331">
                <a:extLst>
                  <a:ext uri="{FF2B5EF4-FFF2-40B4-BE49-F238E27FC236}">
                    <a16:creationId xmlns:a16="http://schemas.microsoft.com/office/drawing/2014/main" id="{6056F312-27D7-85EF-B766-56FF1D22E53B}"/>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3" name="Oval 332">
                <a:extLst>
                  <a:ext uri="{FF2B5EF4-FFF2-40B4-BE49-F238E27FC236}">
                    <a16:creationId xmlns:a16="http://schemas.microsoft.com/office/drawing/2014/main" id="{2E8D47D8-6B62-318F-C1F7-491C5169389C}"/>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a:extLst>
                  <a:ext uri="{FF2B5EF4-FFF2-40B4-BE49-F238E27FC236}">
                    <a16:creationId xmlns:a16="http://schemas.microsoft.com/office/drawing/2014/main" id="{2A37DC50-7FD2-60D5-44E3-AA21B83044C7}"/>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5" name="Oval 334">
                <a:extLst>
                  <a:ext uri="{FF2B5EF4-FFF2-40B4-BE49-F238E27FC236}">
                    <a16:creationId xmlns:a16="http://schemas.microsoft.com/office/drawing/2014/main" id="{1830D547-07F3-F74A-EDB9-F59F638870A9}"/>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a:extLst>
                  <a:ext uri="{FF2B5EF4-FFF2-40B4-BE49-F238E27FC236}">
                    <a16:creationId xmlns:a16="http://schemas.microsoft.com/office/drawing/2014/main" id="{DEF29616-105C-A3C2-4EFB-B9A4E8CBE398}"/>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 name="Oval 336">
                <a:extLst>
                  <a:ext uri="{FF2B5EF4-FFF2-40B4-BE49-F238E27FC236}">
                    <a16:creationId xmlns:a16="http://schemas.microsoft.com/office/drawing/2014/main" id="{1EEF90A9-952D-4959-3912-3C436559ABEB}"/>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a:extLst>
                  <a:ext uri="{FF2B5EF4-FFF2-40B4-BE49-F238E27FC236}">
                    <a16:creationId xmlns:a16="http://schemas.microsoft.com/office/drawing/2014/main" id="{1A7AACD8-FF97-4C2B-59F6-A565B56B0018}"/>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9" name="Oval 338">
                <a:extLst>
                  <a:ext uri="{FF2B5EF4-FFF2-40B4-BE49-F238E27FC236}">
                    <a16:creationId xmlns:a16="http://schemas.microsoft.com/office/drawing/2014/main" id="{5BAA0D1E-2DF2-AA03-DA57-F8F90D72AEC2}"/>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a:extLst>
                  <a:ext uri="{FF2B5EF4-FFF2-40B4-BE49-F238E27FC236}">
                    <a16:creationId xmlns:a16="http://schemas.microsoft.com/office/drawing/2014/main" id="{1752D2FE-AC5B-980B-A2BA-CDD53E4FD47E}"/>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1" name="Oval 340">
                <a:extLst>
                  <a:ext uri="{FF2B5EF4-FFF2-40B4-BE49-F238E27FC236}">
                    <a16:creationId xmlns:a16="http://schemas.microsoft.com/office/drawing/2014/main" id="{EF7E8892-71B8-F57E-90C6-EA14E2AD5DD1}"/>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a:extLst>
                  <a:ext uri="{FF2B5EF4-FFF2-40B4-BE49-F238E27FC236}">
                    <a16:creationId xmlns:a16="http://schemas.microsoft.com/office/drawing/2014/main" id="{226895FC-22BC-4880-25E3-9EA8A926EBEB}"/>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Oval 342">
                <a:extLst>
                  <a:ext uri="{FF2B5EF4-FFF2-40B4-BE49-F238E27FC236}">
                    <a16:creationId xmlns:a16="http://schemas.microsoft.com/office/drawing/2014/main" id="{F2406184-CC95-4609-1C14-92E0244A901B}"/>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a:extLst>
                  <a:ext uri="{FF2B5EF4-FFF2-40B4-BE49-F238E27FC236}">
                    <a16:creationId xmlns:a16="http://schemas.microsoft.com/office/drawing/2014/main" id="{D27B7AB3-70FB-8EB9-78FE-73F81014D878}"/>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5" name="Oval 344">
                <a:extLst>
                  <a:ext uri="{FF2B5EF4-FFF2-40B4-BE49-F238E27FC236}">
                    <a16:creationId xmlns:a16="http://schemas.microsoft.com/office/drawing/2014/main" id="{FFEDD3A1-2C5E-0385-147D-C9C9393FFDC6}"/>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a:extLst>
                  <a:ext uri="{FF2B5EF4-FFF2-40B4-BE49-F238E27FC236}">
                    <a16:creationId xmlns:a16="http://schemas.microsoft.com/office/drawing/2014/main" id="{6FF582A2-F754-0BB2-9EBB-27E0CF6E1CD6}"/>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Oval 346">
                <a:extLst>
                  <a:ext uri="{FF2B5EF4-FFF2-40B4-BE49-F238E27FC236}">
                    <a16:creationId xmlns:a16="http://schemas.microsoft.com/office/drawing/2014/main" id="{2C43EADC-DABA-1BD1-3D4C-56848C7D835A}"/>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Oval 347">
                <a:extLst>
                  <a:ext uri="{FF2B5EF4-FFF2-40B4-BE49-F238E27FC236}">
                    <a16:creationId xmlns:a16="http://schemas.microsoft.com/office/drawing/2014/main" id="{3757122A-757B-8B61-8062-5E2E58B03A82}"/>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Oval 348">
                <a:extLst>
                  <a:ext uri="{FF2B5EF4-FFF2-40B4-BE49-F238E27FC236}">
                    <a16:creationId xmlns:a16="http://schemas.microsoft.com/office/drawing/2014/main" id="{827854E1-B5C7-C5D2-D4A2-D1D52650B491}"/>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Oval 349">
                <a:extLst>
                  <a:ext uri="{FF2B5EF4-FFF2-40B4-BE49-F238E27FC236}">
                    <a16:creationId xmlns:a16="http://schemas.microsoft.com/office/drawing/2014/main" id="{348B6EBA-F0C0-F480-5F49-41CE266E8C18}"/>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a:extLst>
                  <a:ext uri="{FF2B5EF4-FFF2-40B4-BE49-F238E27FC236}">
                    <a16:creationId xmlns:a16="http://schemas.microsoft.com/office/drawing/2014/main" id="{97773E2B-F348-873D-842D-0A9EE3C29B6F}"/>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2" name="Oval 351">
                <a:extLst>
                  <a:ext uri="{FF2B5EF4-FFF2-40B4-BE49-F238E27FC236}">
                    <a16:creationId xmlns:a16="http://schemas.microsoft.com/office/drawing/2014/main" id="{DF5AF99D-5BCD-433A-C269-59C98BD0A09C}"/>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Oval 352">
                <a:extLst>
                  <a:ext uri="{FF2B5EF4-FFF2-40B4-BE49-F238E27FC236}">
                    <a16:creationId xmlns:a16="http://schemas.microsoft.com/office/drawing/2014/main" id="{17C909EE-6FDE-FA5F-EA83-6F27A377DD68}"/>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Oval 353">
                <a:extLst>
                  <a:ext uri="{FF2B5EF4-FFF2-40B4-BE49-F238E27FC236}">
                    <a16:creationId xmlns:a16="http://schemas.microsoft.com/office/drawing/2014/main" id="{BA27A53E-372D-1067-6549-8719BC83E9C8}"/>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5" name="Oval 354">
                <a:extLst>
                  <a:ext uri="{FF2B5EF4-FFF2-40B4-BE49-F238E27FC236}">
                    <a16:creationId xmlns:a16="http://schemas.microsoft.com/office/drawing/2014/main" id="{458BEB38-DBF6-8A90-C626-A046B22490D8}"/>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 name="Group 5">
            <a:extLst>
              <a:ext uri="{FF2B5EF4-FFF2-40B4-BE49-F238E27FC236}">
                <a16:creationId xmlns:a16="http://schemas.microsoft.com/office/drawing/2014/main" id="{2E13FE2D-926F-66B0-F6CF-7F6EAB6CB419}"/>
              </a:ext>
            </a:extLst>
          </p:cNvPr>
          <p:cNvGrpSpPr/>
          <p:nvPr/>
        </p:nvGrpSpPr>
        <p:grpSpPr>
          <a:xfrm>
            <a:off x="8616028" y="1088974"/>
            <a:ext cx="2340026" cy="3060034"/>
            <a:chOff x="8616028" y="1448978"/>
            <a:chExt cx="2340026" cy="3060034"/>
          </a:xfrm>
        </p:grpSpPr>
        <p:grpSp>
          <p:nvGrpSpPr>
            <p:cNvPr id="156" name="Group 155">
              <a:extLst>
                <a:ext uri="{FF2B5EF4-FFF2-40B4-BE49-F238E27FC236}">
                  <a16:creationId xmlns:a16="http://schemas.microsoft.com/office/drawing/2014/main" id="{0D471BD3-F9CE-59D1-D9F9-DE7B24CC0FA3}"/>
                </a:ext>
              </a:extLst>
            </p:cNvPr>
            <p:cNvGrpSpPr/>
            <p:nvPr/>
          </p:nvGrpSpPr>
          <p:grpSpPr>
            <a:xfrm>
              <a:off x="8706029" y="1718981"/>
              <a:ext cx="1620018" cy="2700030"/>
              <a:chOff x="8706029" y="1718981"/>
              <a:chExt cx="1620018" cy="2700030"/>
            </a:xfrm>
          </p:grpSpPr>
          <p:cxnSp>
            <p:nvCxnSpPr>
              <p:cNvPr id="73" name="Straight Connector 72">
                <a:extLst>
                  <a:ext uri="{FF2B5EF4-FFF2-40B4-BE49-F238E27FC236}">
                    <a16:creationId xmlns:a16="http://schemas.microsoft.com/office/drawing/2014/main" id="{0A4B01C0-DAA9-2AB0-4FA5-19A3072B1973}"/>
                  </a:ext>
                </a:extLst>
              </p:cNvPr>
              <p:cNvCxnSpPr>
                <a:cxnSpLocks/>
              </p:cNvCxnSpPr>
              <p:nvPr/>
            </p:nvCxnSpPr>
            <p:spPr>
              <a:xfrm flipV="1">
                <a:off x="8706029" y="2078985"/>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7EE0E3A8-1EA9-C389-EFAF-D6BF78CA9F9C}"/>
                  </a:ext>
                </a:extLst>
              </p:cNvPr>
              <p:cNvCxnSpPr>
                <a:cxnSpLocks/>
              </p:cNvCxnSpPr>
              <p:nvPr/>
            </p:nvCxnSpPr>
            <p:spPr>
              <a:xfrm flipV="1">
                <a:off x="9786041" y="1718981"/>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F61135D2-3012-056E-D4AB-78C74E4F642F}"/>
                  </a:ext>
                </a:extLst>
              </p:cNvPr>
              <p:cNvCxnSpPr>
                <a:cxnSpLocks/>
              </p:cNvCxnSpPr>
              <p:nvPr/>
            </p:nvCxnSpPr>
            <p:spPr>
              <a:xfrm flipV="1">
                <a:off x="8706029" y="2618991"/>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E76C3446-B430-C94E-DB6B-E3FCD054EBFE}"/>
                  </a:ext>
                </a:extLst>
              </p:cNvPr>
              <p:cNvCxnSpPr>
                <a:cxnSpLocks/>
              </p:cNvCxnSpPr>
              <p:nvPr/>
            </p:nvCxnSpPr>
            <p:spPr>
              <a:xfrm flipV="1">
                <a:off x="9786041" y="2258987"/>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D96FBA9-9C90-4078-D30C-C0964B8F32D1}"/>
                  </a:ext>
                </a:extLst>
              </p:cNvPr>
              <p:cNvCxnSpPr>
                <a:cxnSpLocks/>
              </p:cNvCxnSpPr>
              <p:nvPr/>
            </p:nvCxnSpPr>
            <p:spPr>
              <a:xfrm flipV="1">
                <a:off x="8706029" y="3158997"/>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AC4347A9-BD37-0F8B-635B-02E70E3C1E26}"/>
                  </a:ext>
                </a:extLst>
              </p:cNvPr>
              <p:cNvCxnSpPr>
                <a:cxnSpLocks/>
              </p:cNvCxnSpPr>
              <p:nvPr/>
            </p:nvCxnSpPr>
            <p:spPr>
              <a:xfrm flipV="1">
                <a:off x="9786041" y="2798993"/>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3EDC53A2-8A6F-2B5D-44F9-33EC42AB8880}"/>
                  </a:ext>
                </a:extLst>
              </p:cNvPr>
              <p:cNvCxnSpPr>
                <a:cxnSpLocks/>
              </p:cNvCxnSpPr>
              <p:nvPr/>
            </p:nvCxnSpPr>
            <p:spPr>
              <a:xfrm flipV="1">
                <a:off x="8706029" y="3699003"/>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F7920213-711A-64DC-ADBA-2C58577A8D5C}"/>
                  </a:ext>
                </a:extLst>
              </p:cNvPr>
              <p:cNvCxnSpPr>
                <a:cxnSpLocks/>
              </p:cNvCxnSpPr>
              <p:nvPr/>
            </p:nvCxnSpPr>
            <p:spPr>
              <a:xfrm flipV="1">
                <a:off x="9786041" y="3338999"/>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9988DCB7-F176-8ED9-83B2-1638C661E81F}"/>
                  </a:ext>
                </a:extLst>
              </p:cNvPr>
              <p:cNvCxnSpPr>
                <a:cxnSpLocks/>
              </p:cNvCxnSpPr>
              <p:nvPr/>
            </p:nvCxnSpPr>
            <p:spPr>
              <a:xfrm flipV="1">
                <a:off x="8706029" y="4239009"/>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EFC0198B-6D6B-CC9E-8011-5FAFFD83FEDC}"/>
                  </a:ext>
                </a:extLst>
              </p:cNvPr>
              <p:cNvCxnSpPr>
                <a:cxnSpLocks/>
              </p:cNvCxnSpPr>
              <p:nvPr/>
            </p:nvCxnSpPr>
            <p:spPr>
              <a:xfrm flipV="1">
                <a:off x="9786041" y="3879005"/>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57" name="Group 156">
              <a:extLst>
                <a:ext uri="{FF2B5EF4-FFF2-40B4-BE49-F238E27FC236}">
                  <a16:creationId xmlns:a16="http://schemas.microsoft.com/office/drawing/2014/main" id="{B63907AE-D9A3-9BAA-8FE4-FD2D923E4598}"/>
                </a:ext>
              </a:extLst>
            </p:cNvPr>
            <p:cNvGrpSpPr/>
            <p:nvPr/>
          </p:nvGrpSpPr>
          <p:grpSpPr>
            <a:xfrm>
              <a:off x="9246035" y="1538979"/>
              <a:ext cx="1620018" cy="2700030"/>
              <a:chOff x="9246035" y="1538979"/>
              <a:chExt cx="1620018" cy="2700030"/>
            </a:xfrm>
          </p:grpSpPr>
          <p:cxnSp>
            <p:nvCxnSpPr>
              <p:cNvPr id="91" name="Straight Connector 90">
                <a:extLst>
                  <a:ext uri="{FF2B5EF4-FFF2-40B4-BE49-F238E27FC236}">
                    <a16:creationId xmlns:a16="http://schemas.microsoft.com/office/drawing/2014/main" id="{E22098F4-61C1-A909-5302-CE670C319D48}"/>
                  </a:ext>
                </a:extLst>
              </p:cNvPr>
              <p:cNvCxnSpPr>
                <a:cxnSpLocks/>
              </p:cNvCxnSpPr>
              <p:nvPr/>
            </p:nvCxnSpPr>
            <p:spPr>
              <a:xfrm flipV="1">
                <a:off x="9246035" y="1898983"/>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D9BB42B4-5485-F071-8E9F-9D605AE028AB}"/>
                  </a:ext>
                </a:extLst>
              </p:cNvPr>
              <p:cNvCxnSpPr>
                <a:cxnSpLocks/>
              </p:cNvCxnSpPr>
              <p:nvPr/>
            </p:nvCxnSpPr>
            <p:spPr>
              <a:xfrm flipV="1">
                <a:off x="10326047" y="1538979"/>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2056BCD-1C56-0753-B9FE-578083AC5992}"/>
                  </a:ext>
                </a:extLst>
              </p:cNvPr>
              <p:cNvCxnSpPr>
                <a:cxnSpLocks/>
              </p:cNvCxnSpPr>
              <p:nvPr/>
            </p:nvCxnSpPr>
            <p:spPr>
              <a:xfrm flipV="1">
                <a:off x="9246035" y="2438989"/>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49678021-80BC-52C4-2370-C0B68125333B}"/>
                  </a:ext>
                </a:extLst>
              </p:cNvPr>
              <p:cNvCxnSpPr>
                <a:cxnSpLocks/>
              </p:cNvCxnSpPr>
              <p:nvPr/>
            </p:nvCxnSpPr>
            <p:spPr>
              <a:xfrm flipV="1">
                <a:off x="10326047" y="2078985"/>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1754D88D-DF6E-9512-6531-0E1B468AE3B8}"/>
                  </a:ext>
                </a:extLst>
              </p:cNvPr>
              <p:cNvCxnSpPr>
                <a:cxnSpLocks/>
              </p:cNvCxnSpPr>
              <p:nvPr/>
            </p:nvCxnSpPr>
            <p:spPr>
              <a:xfrm flipV="1">
                <a:off x="9246035" y="2978995"/>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B43C4684-D2C0-4C10-FD22-A4BD2F4A958B}"/>
                  </a:ext>
                </a:extLst>
              </p:cNvPr>
              <p:cNvCxnSpPr>
                <a:cxnSpLocks/>
              </p:cNvCxnSpPr>
              <p:nvPr/>
            </p:nvCxnSpPr>
            <p:spPr>
              <a:xfrm flipV="1">
                <a:off x="10326047" y="2618991"/>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AD3E69C5-4F09-B594-EC92-F996E7BD788C}"/>
                  </a:ext>
                </a:extLst>
              </p:cNvPr>
              <p:cNvCxnSpPr>
                <a:cxnSpLocks/>
              </p:cNvCxnSpPr>
              <p:nvPr/>
            </p:nvCxnSpPr>
            <p:spPr>
              <a:xfrm flipV="1">
                <a:off x="9246035" y="3519001"/>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31F8DC68-AA00-5B93-3754-48C44536CC39}"/>
                  </a:ext>
                </a:extLst>
              </p:cNvPr>
              <p:cNvCxnSpPr>
                <a:cxnSpLocks/>
              </p:cNvCxnSpPr>
              <p:nvPr/>
            </p:nvCxnSpPr>
            <p:spPr>
              <a:xfrm flipV="1">
                <a:off x="10326047" y="3158997"/>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956ECFF7-6BFB-EABF-C2ED-B1FEBEC89F9E}"/>
                  </a:ext>
                </a:extLst>
              </p:cNvPr>
              <p:cNvCxnSpPr>
                <a:cxnSpLocks/>
              </p:cNvCxnSpPr>
              <p:nvPr/>
            </p:nvCxnSpPr>
            <p:spPr>
              <a:xfrm flipV="1">
                <a:off x="9246035" y="4059007"/>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993398BE-6124-6EDE-5FC8-C438992936E7}"/>
                  </a:ext>
                </a:extLst>
              </p:cNvPr>
              <p:cNvCxnSpPr>
                <a:cxnSpLocks/>
              </p:cNvCxnSpPr>
              <p:nvPr/>
            </p:nvCxnSpPr>
            <p:spPr>
              <a:xfrm flipV="1">
                <a:off x="10326047" y="3699003"/>
                <a:ext cx="540006" cy="18000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54" name="Group 153">
              <a:extLst>
                <a:ext uri="{FF2B5EF4-FFF2-40B4-BE49-F238E27FC236}">
                  <a16:creationId xmlns:a16="http://schemas.microsoft.com/office/drawing/2014/main" id="{26ABFD17-E45D-DE01-6804-B20E4FE02689}"/>
                </a:ext>
              </a:extLst>
            </p:cNvPr>
            <p:cNvGrpSpPr/>
            <p:nvPr/>
          </p:nvGrpSpPr>
          <p:grpSpPr>
            <a:xfrm>
              <a:off x="8706029" y="1538979"/>
              <a:ext cx="2160024" cy="2340026"/>
              <a:chOff x="8706029" y="1538979"/>
              <a:chExt cx="2160024" cy="2340026"/>
            </a:xfrm>
          </p:grpSpPr>
          <p:cxnSp>
            <p:nvCxnSpPr>
              <p:cNvPr id="96" name="Straight Connector 95">
                <a:extLst>
                  <a:ext uri="{FF2B5EF4-FFF2-40B4-BE49-F238E27FC236}">
                    <a16:creationId xmlns:a16="http://schemas.microsoft.com/office/drawing/2014/main" id="{E725F31B-2CE0-D800-D502-CFB89353BA3D}"/>
                  </a:ext>
                </a:extLst>
              </p:cNvPr>
              <p:cNvCxnSpPr>
                <a:cxnSpLocks/>
              </p:cNvCxnSpPr>
              <p:nvPr/>
            </p:nvCxnSpPr>
            <p:spPr>
              <a:xfrm>
                <a:off x="8706029" y="2258987"/>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F7F003B2-36D0-3670-3E75-46F3A3D57F95}"/>
                  </a:ext>
                </a:extLst>
              </p:cNvPr>
              <p:cNvCxnSpPr>
                <a:cxnSpLocks/>
              </p:cNvCxnSpPr>
              <p:nvPr/>
            </p:nvCxnSpPr>
            <p:spPr>
              <a:xfrm>
                <a:off x="8706029" y="3338999"/>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981F9BF1-BE8A-D2E8-D318-03963675843D}"/>
                  </a:ext>
                </a:extLst>
              </p:cNvPr>
              <p:cNvCxnSpPr>
                <a:cxnSpLocks/>
              </p:cNvCxnSpPr>
              <p:nvPr/>
            </p:nvCxnSpPr>
            <p:spPr>
              <a:xfrm>
                <a:off x="9246035" y="2078985"/>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AD74B478-3787-976F-F953-7523127E67E6}"/>
                  </a:ext>
                </a:extLst>
              </p:cNvPr>
              <p:cNvCxnSpPr>
                <a:cxnSpLocks/>
              </p:cNvCxnSpPr>
              <p:nvPr/>
            </p:nvCxnSpPr>
            <p:spPr>
              <a:xfrm>
                <a:off x="9246035" y="3158997"/>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7DDDBED1-2424-B82D-33BC-08C81929452C}"/>
                  </a:ext>
                </a:extLst>
              </p:cNvPr>
              <p:cNvCxnSpPr>
                <a:cxnSpLocks/>
              </p:cNvCxnSpPr>
              <p:nvPr/>
            </p:nvCxnSpPr>
            <p:spPr>
              <a:xfrm>
                <a:off x="9786041" y="1898983"/>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EBA7A00B-3203-BCF1-2A60-F88645D4A95A}"/>
                  </a:ext>
                </a:extLst>
              </p:cNvPr>
              <p:cNvCxnSpPr>
                <a:cxnSpLocks/>
              </p:cNvCxnSpPr>
              <p:nvPr/>
            </p:nvCxnSpPr>
            <p:spPr>
              <a:xfrm>
                <a:off x="9786041" y="2978995"/>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2808A938-E00F-6D5D-3C71-6EEE07CCCADA}"/>
                  </a:ext>
                </a:extLst>
              </p:cNvPr>
              <p:cNvCxnSpPr>
                <a:cxnSpLocks/>
              </p:cNvCxnSpPr>
              <p:nvPr/>
            </p:nvCxnSpPr>
            <p:spPr>
              <a:xfrm>
                <a:off x="10326047" y="1718981"/>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E6877C1D-C5FF-5FAE-E252-E9EB6FD3197E}"/>
                  </a:ext>
                </a:extLst>
              </p:cNvPr>
              <p:cNvCxnSpPr>
                <a:cxnSpLocks/>
              </p:cNvCxnSpPr>
              <p:nvPr/>
            </p:nvCxnSpPr>
            <p:spPr>
              <a:xfrm>
                <a:off x="10326047" y="2798993"/>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90C5CCB2-51D5-442D-EC4E-86D5D0A34AE7}"/>
                  </a:ext>
                </a:extLst>
              </p:cNvPr>
              <p:cNvCxnSpPr>
                <a:cxnSpLocks/>
              </p:cNvCxnSpPr>
              <p:nvPr/>
            </p:nvCxnSpPr>
            <p:spPr>
              <a:xfrm>
                <a:off x="10866053" y="1538979"/>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B85470D-008E-657B-3BBB-46529811ACBD}"/>
                  </a:ext>
                </a:extLst>
              </p:cNvPr>
              <p:cNvCxnSpPr>
                <a:cxnSpLocks/>
              </p:cNvCxnSpPr>
              <p:nvPr/>
            </p:nvCxnSpPr>
            <p:spPr>
              <a:xfrm>
                <a:off x="10866053" y="2618991"/>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55" name="Group 154">
              <a:extLst>
                <a:ext uri="{FF2B5EF4-FFF2-40B4-BE49-F238E27FC236}">
                  <a16:creationId xmlns:a16="http://schemas.microsoft.com/office/drawing/2014/main" id="{68E8D58B-4DFD-DD18-4121-EE5BB609D1A7}"/>
                </a:ext>
              </a:extLst>
            </p:cNvPr>
            <p:cNvGrpSpPr/>
            <p:nvPr/>
          </p:nvGrpSpPr>
          <p:grpSpPr>
            <a:xfrm>
              <a:off x="8706029" y="2078985"/>
              <a:ext cx="2160024" cy="2340026"/>
              <a:chOff x="8706029" y="2078985"/>
              <a:chExt cx="2160024" cy="2340026"/>
            </a:xfrm>
          </p:grpSpPr>
          <p:cxnSp>
            <p:nvCxnSpPr>
              <p:cNvPr id="115" name="Straight Connector 114">
                <a:extLst>
                  <a:ext uri="{FF2B5EF4-FFF2-40B4-BE49-F238E27FC236}">
                    <a16:creationId xmlns:a16="http://schemas.microsoft.com/office/drawing/2014/main" id="{B1225431-F1CF-47BB-B99B-2D63F36EE9A3}"/>
                  </a:ext>
                </a:extLst>
              </p:cNvPr>
              <p:cNvCxnSpPr>
                <a:cxnSpLocks/>
              </p:cNvCxnSpPr>
              <p:nvPr/>
            </p:nvCxnSpPr>
            <p:spPr>
              <a:xfrm>
                <a:off x="8706029" y="2798993"/>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90CA5CF9-C1B1-E7BC-6375-5578E525CCCB}"/>
                  </a:ext>
                </a:extLst>
              </p:cNvPr>
              <p:cNvCxnSpPr>
                <a:cxnSpLocks/>
              </p:cNvCxnSpPr>
              <p:nvPr/>
            </p:nvCxnSpPr>
            <p:spPr>
              <a:xfrm>
                <a:off x="8706029" y="3879005"/>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E31EEDB4-16BC-2135-09C8-444936AA0D48}"/>
                  </a:ext>
                </a:extLst>
              </p:cNvPr>
              <p:cNvCxnSpPr>
                <a:cxnSpLocks/>
              </p:cNvCxnSpPr>
              <p:nvPr/>
            </p:nvCxnSpPr>
            <p:spPr>
              <a:xfrm>
                <a:off x="9246035" y="2618991"/>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71B895ED-45B0-EE4D-8D19-EC837493551E}"/>
                  </a:ext>
                </a:extLst>
              </p:cNvPr>
              <p:cNvCxnSpPr>
                <a:cxnSpLocks/>
              </p:cNvCxnSpPr>
              <p:nvPr/>
            </p:nvCxnSpPr>
            <p:spPr>
              <a:xfrm>
                <a:off x="9246035" y="3699003"/>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3" name="Straight Connector 142">
                <a:extLst>
                  <a:ext uri="{FF2B5EF4-FFF2-40B4-BE49-F238E27FC236}">
                    <a16:creationId xmlns:a16="http://schemas.microsoft.com/office/drawing/2014/main" id="{C617F24F-8981-2CFE-EC9D-9915CFB4D39D}"/>
                  </a:ext>
                </a:extLst>
              </p:cNvPr>
              <p:cNvCxnSpPr>
                <a:cxnSpLocks/>
              </p:cNvCxnSpPr>
              <p:nvPr/>
            </p:nvCxnSpPr>
            <p:spPr>
              <a:xfrm>
                <a:off x="9786041" y="2438989"/>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7C39F1AD-BBED-0C42-B4A3-5EDEB521C519}"/>
                  </a:ext>
                </a:extLst>
              </p:cNvPr>
              <p:cNvCxnSpPr>
                <a:cxnSpLocks/>
              </p:cNvCxnSpPr>
              <p:nvPr/>
            </p:nvCxnSpPr>
            <p:spPr>
              <a:xfrm>
                <a:off x="9786041" y="3519001"/>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063F1C03-69F0-43E8-3014-A32F7E517220}"/>
                  </a:ext>
                </a:extLst>
              </p:cNvPr>
              <p:cNvCxnSpPr>
                <a:cxnSpLocks/>
              </p:cNvCxnSpPr>
              <p:nvPr/>
            </p:nvCxnSpPr>
            <p:spPr>
              <a:xfrm>
                <a:off x="10326047" y="2258987"/>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76F014F5-B47C-965B-A8F8-0E75D1C06957}"/>
                  </a:ext>
                </a:extLst>
              </p:cNvPr>
              <p:cNvCxnSpPr>
                <a:cxnSpLocks/>
              </p:cNvCxnSpPr>
              <p:nvPr/>
            </p:nvCxnSpPr>
            <p:spPr>
              <a:xfrm>
                <a:off x="10326047" y="3338999"/>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EFB237E6-0AD5-F4B5-E516-A8558DD2DDF6}"/>
                  </a:ext>
                </a:extLst>
              </p:cNvPr>
              <p:cNvCxnSpPr>
                <a:cxnSpLocks/>
              </p:cNvCxnSpPr>
              <p:nvPr/>
            </p:nvCxnSpPr>
            <p:spPr>
              <a:xfrm>
                <a:off x="10866053" y="2078985"/>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ECBD9122-FFF1-30CA-C2D2-F0BDC8FFF015}"/>
                  </a:ext>
                </a:extLst>
              </p:cNvPr>
              <p:cNvCxnSpPr>
                <a:cxnSpLocks/>
              </p:cNvCxnSpPr>
              <p:nvPr/>
            </p:nvCxnSpPr>
            <p:spPr>
              <a:xfrm>
                <a:off x="10866053" y="3158997"/>
                <a:ext cx="0" cy="54000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1" name="Group 250">
              <a:extLst>
                <a:ext uri="{FF2B5EF4-FFF2-40B4-BE49-F238E27FC236}">
                  <a16:creationId xmlns:a16="http://schemas.microsoft.com/office/drawing/2014/main" id="{B053EDCA-C140-468D-A733-9077CF4FB298}"/>
                </a:ext>
              </a:extLst>
            </p:cNvPr>
            <p:cNvGrpSpPr/>
            <p:nvPr/>
          </p:nvGrpSpPr>
          <p:grpSpPr>
            <a:xfrm>
              <a:off x="8616028" y="1448978"/>
              <a:ext cx="2340026" cy="3060034"/>
              <a:chOff x="8616028" y="1448978"/>
              <a:chExt cx="2340026" cy="3060034"/>
            </a:xfrm>
          </p:grpSpPr>
          <p:sp>
            <p:nvSpPr>
              <p:cNvPr id="202" name="Oval 201">
                <a:extLst>
                  <a:ext uri="{FF2B5EF4-FFF2-40B4-BE49-F238E27FC236}">
                    <a16:creationId xmlns:a16="http://schemas.microsoft.com/office/drawing/2014/main" id="{71841C43-8550-0F39-797E-694A3D31D2F1}"/>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a:extLst>
                  <a:ext uri="{FF2B5EF4-FFF2-40B4-BE49-F238E27FC236}">
                    <a16:creationId xmlns:a16="http://schemas.microsoft.com/office/drawing/2014/main" id="{38252CD2-8A48-9850-2B58-E404848A7B07}"/>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a:extLst>
                  <a:ext uri="{FF2B5EF4-FFF2-40B4-BE49-F238E27FC236}">
                    <a16:creationId xmlns:a16="http://schemas.microsoft.com/office/drawing/2014/main" id="{1963DB29-81C8-8118-FD32-CB18BB341B25}"/>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a:extLst>
                  <a:ext uri="{FF2B5EF4-FFF2-40B4-BE49-F238E27FC236}">
                    <a16:creationId xmlns:a16="http://schemas.microsoft.com/office/drawing/2014/main" id="{A0B2F354-5498-1700-6FFC-83DBF3277C29}"/>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a:extLst>
                  <a:ext uri="{FF2B5EF4-FFF2-40B4-BE49-F238E27FC236}">
                    <a16:creationId xmlns:a16="http://schemas.microsoft.com/office/drawing/2014/main" id="{EFC32232-6348-62BB-03E3-0BC3EE04CD63}"/>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a:extLst>
                  <a:ext uri="{FF2B5EF4-FFF2-40B4-BE49-F238E27FC236}">
                    <a16:creationId xmlns:a16="http://schemas.microsoft.com/office/drawing/2014/main" id="{F8E672E9-07C1-6266-D028-F77FF9343771}"/>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a:extLst>
                  <a:ext uri="{FF2B5EF4-FFF2-40B4-BE49-F238E27FC236}">
                    <a16:creationId xmlns:a16="http://schemas.microsoft.com/office/drawing/2014/main" id="{0DECBAA7-6FBD-098E-24CE-39ACEC1EFC4F}"/>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Oval 215">
                <a:extLst>
                  <a:ext uri="{FF2B5EF4-FFF2-40B4-BE49-F238E27FC236}">
                    <a16:creationId xmlns:a16="http://schemas.microsoft.com/office/drawing/2014/main" id="{35718395-372E-F1F3-3BDC-98D3FE0882BD}"/>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Oval 217">
                <a:extLst>
                  <a:ext uri="{FF2B5EF4-FFF2-40B4-BE49-F238E27FC236}">
                    <a16:creationId xmlns:a16="http://schemas.microsoft.com/office/drawing/2014/main" id="{A95066A0-5DA0-7943-65E3-7136384057D1}"/>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Oval 219">
                <a:extLst>
                  <a:ext uri="{FF2B5EF4-FFF2-40B4-BE49-F238E27FC236}">
                    <a16:creationId xmlns:a16="http://schemas.microsoft.com/office/drawing/2014/main" id="{DEC027AF-C473-23AF-D3C2-8E2971238D48}"/>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Oval 221">
                <a:extLst>
                  <a:ext uri="{FF2B5EF4-FFF2-40B4-BE49-F238E27FC236}">
                    <a16:creationId xmlns:a16="http://schemas.microsoft.com/office/drawing/2014/main" id="{818CB297-7EA8-97B6-104A-D0D785EDBDB2}"/>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a:extLst>
                  <a:ext uri="{FF2B5EF4-FFF2-40B4-BE49-F238E27FC236}">
                    <a16:creationId xmlns:a16="http://schemas.microsoft.com/office/drawing/2014/main" id="{0270558B-2C24-1CF2-F274-3DB5908B07A5}"/>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a:extLst>
                  <a:ext uri="{FF2B5EF4-FFF2-40B4-BE49-F238E27FC236}">
                    <a16:creationId xmlns:a16="http://schemas.microsoft.com/office/drawing/2014/main" id="{DAA6D845-9FA1-2096-2756-229DAA6F79CA}"/>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a:extLst>
                  <a:ext uri="{FF2B5EF4-FFF2-40B4-BE49-F238E27FC236}">
                    <a16:creationId xmlns:a16="http://schemas.microsoft.com/office/drawing/2014/main" id="{4B7AD95E-C131-FDFF-01B4-E610F2BFA3A0}"/>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a:extLst>
                  <a:ext uri="{FF2B5EF4-FFF2-40B4-BE49-F238E27FC236}">
                    <a16:creationId xmlns:a16="http://schemas.microsoft.com/office/drawing/2014/main" id="{7F104993-0183-59E9-133E-B621281A1DEC}"/>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a:extLst>
                  <a:ext uri="{FF2B5EF4-FFF2-40B4-BE49-F238E27FC236}">
                    <a16:creationId xmlns:a16="http://schemas.microsoft.com/office/drawing/2014/main" id="{8065ECCF-E1EE-5BF7-4C11-DF0C9F292FBA}"/>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a:extLst>
                  <a:ext uri="{FF2B5EF4-FFF2-40B4-BE49-F238E27FC236}">
                    <a16:creationId xmlns:a16="http://schemas.microsoft.com/office/drawing/2014/main" id="{3F969771-DB7D-0AE8-02CC-C583CDA26A54}"/>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a:extLst>
                  <a:ext uri="{FF2B5EF4-FFF2-40B4-BE49-F238E27FC236}">
                    <a16:creationId xmlns:a16="http://schemas.microsoft.com/office/drawing/2014/main" id="{B38D25B0-5498-24C8-E394-F555529FD5F4}"/>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Oval 237">
                <a:extLst>
                  <a:ext uri="{FF2B5EF4-FFF2-40B4-BE49-F238E27FC236}">
                    <a16:creationId xmlns:a16="http://schemas.microsoft.com/office/drawing/2014/main" id="{2BF895F9-7176-513F-783C-1594EB25F0D8}"/>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Oval 239">
                <a:extLst>
                  <a:ext uri="{FF2B5EF4-FFF2-40B4-BE49-F238E27FC236}">
                    <a16:creationId xmlns:a16="http://schemas.microsoft.com/office/drawing/2014/main" id="{471921FE-7677-67D7-19F7-0CFC37B576F4}"/>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Oval 241">
                <a:extLst>
                  <a:ext uri="{FF2B5EF4-FFF2-40B4-BE49-F238E27FC236}">
                    <a16:creationId xmlns:a16="http://schemas.microsoft.com/office/drawing/2014/main" id="{30CB1290-9E92-7706-2714-C1B97EE90363}"/>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Oval 243">
                <a:extLst>
                  <a:ext uri="{FF2B5EF4-FFF2-40B4-BE49-F238E27FC236}">
                    <a16:creationId xmlns:a16="http://schemas.microsoft.com/office/drawing/2014/main" id="{179EB1B6-DBDF-67A6-919A-E341CE661CB9}"/>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a:extLst>
                  <a:ext uri="{FF2B5EF4-FFF2-40B4-BE49-F238E27FC236}">
                    <a16:creationId xmlns:a16="http://schemas.microsoft.com/office/drawing/2014/main" id="{F14FDC44-CF63-B223-71EF-2B8ACC321C45}"/>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a:extLst>
                  <a:ext uri="{FF2B5EF4-FFF2-40B4-BE49-F238E27FC236}">
                    <a16:creationId xmlns:a16="http://schemas.microsoft.com/office/drawing/2014/main" id="{A6BCEFBC-B7DA-19A7-A996-4D44F28E268A}"/>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a:extLst>
                  <a:ext uri="{FF2B5EF4-FFF2-40B4-BE49-F238E27FC236}">
                    <a16:creationId xmlns:a16="http://schemas.microsoft.com/office/drawing/2014/main" id="{061A7C5C-306A-7A3D-081A-3DAC10DE4E15}"/>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280235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D2D91-83A7-276C-89BA-B1CE76411B3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6450445-11D5-8F25-7BB9-CE7DA7A574A4}"/>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96450445-11D5-8F25-7BB9-CE7DA7A574A4}"/>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E1D7F47B-2785-0AE9-B9C4-5616E99372D9}"/>
                  </a:ext>
                </a:extLst>
              </p:cNvPr>
              <p:cNvSpPr txBox="1"/>
              <p:nvPr/>
            </p:nvSpPr>
            <p:spPr>
              <a:xfrm>
                <a:off x="65933"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E1D7F47B-2785-0AE9-B9C4-5616E99372D9}"/>
                  </a:ext>
                </a:extLst>
              </p:cNvPr>
              <p:cNvSpPr txBox="1">
                <a:spLocks noRot="1" noChangeAspect="1" noMove="1" noResize="1" noEditPoints="1" noAdjustHandles="1" noChangeArrowheads="1" noChangeShapeType="1" noTextEdit="1"/>
              </p:cNvSpPr>
              <p:nvPr/>
            </p:nvSpPr>
            <p:spPr>
              <a:xfrm>
                <a:off x="65933" y="4779015"/>
                <a:ext cx="1980022" cy="83099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F55C5758-1FA3-AD1D-C5E8-5DBB11B4CC52}"/>
                  </a:ext>
                </a:extLst>
              </p:cNvPr>
              <p:cNvSpPr txBox="1"/>
              <p:nvPr/>
            </p:nvSpPr>
            <p:spPr>
              <a:xfrm>
                <a:off x="195595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F55C5758-1FA3-AD1D-C5E8-5DBB11B4CC52}"/>
                  </a:ext>
                </a:extLst>
              </p:cNvPr>
              <p:cNvSpPr txBox="1">
                <a:spLocks noRot="1" noChangeAspect="1" noMove="1" noResize="1" noEditPoints="1" noAdjustHandles="1" noChangeArrowheads="1" noChangeShapeType="1" noTextEdit="1"/>
              </p:cNvSpPr>
              <p:nvPr/>
            </p:nvSpPr>
            <p:spPr>
              <a:xfrm>
                <a:off x="195595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616983D-4232-EC6E-B65A-DD62107458EA}"/>
                  </a:ext>
                </a:extLst>
              </p:cNvPr>
              <p:cNvSpPr txBox="1"/>
              <p:nvPr/>
            </p:nvSpPr>
            <p:spPr>
              <a:xfrm>
                <a:off x="8706029" y="4784549"/>
                <a:ext cx="1980022" cy="863378"/>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r>
                            <a:rPr lang="en-US" sz="4800" b="0" i="1" smtClean="0">
                              <a:latin typeface="Cambria Math" panose="02040503050406030204" pitchFamily="18" charset="0"/>
                            </a:rPr>
                            <m:t>⊞</m:t>
                          </m:r>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D616983D-4232-EC6E-B65A-DD62107458EA}"/>
                  </a:ext>
                </a:extLst>
              </p:cNvPr>
              <p:cNvSpPr txBox="1">
                <a:spLocks noRot="1" noChangeAspect="1" noMove="1" noResize="1" noEditPoints="1" noAdjustHandles="1" noChangeArrowheads="1" noChangeShapeType="1" noTextEdit="1"/>
              </p:cNvSpPr>
              <p:nvPr/>
            </p:nvSpPr>
            <p:spPr>
              <a:xfrm>
                <a:off x="8706029" y="4784549"/>
                <a:ext cx="1980022" cy="863378"/>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A38DFD3-B2A6-CA17-0E02-73D189B5AA44}"/>
                  </a:ext>
                </a:extLst>
              </p:cNvPr>
              <p:cNvSpPr txBox="1"/>
              <p:nvPr/>
            </p:nvSpPr>
            <p:spPr>
              <a:xfrm>
                <a:off x="1415948"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1A38DFD3-B2A6-CA17-0E02-73D189B5AA44}"/>
                  </a:ext>
                </a:extLst>
              </p:cNvPr>
              <p:cNvSpPr txBox="1">
                <a:spLocks noRot="1" noChangeAspect="1" noMove="1" noResize="1" noEditPoints="1" noAdjustHandles="1" noChangeArrowheads="1" noChangeShapeType="1" noTextEdit="1"/>
              </p:cNvSpPr>
              <p:nvPr/>
            </p:nvSpPr>
            <p:spPr>
              <a:xfrm>
                <a:off x="1415948" y="4779015"/>
                <a:ext cx="1170013" cy="83099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01F9621E-50C9-0FF0-C230-4DAE598E0B83}"/>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1D7AD53C-F08D-B827-D03A-6B40DDCF7D4F}"/>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1760752-1707-CE44-C631-27318A3F3AFC}"/>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BCEF89FA-DC4A-B36A-5383-32721B47FC39}"/>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5"/>
                <a:stretch>
                  <a:fillRect/>
                </a:stretch>
              </a:blipFill>
            </p:spPr>
            <p:txBody>
              <a:bodyPr/>
              <a:lstStyle/>
              <a:p>
                <a:r>
                  <a:rPr lang="en-GB">
                    <a:noFill/>
                  </a:rPr>
                  <a:t> </a:t>
                </a:r>
              </a:p>
            </p:txBody>
          </p:sp>
        </mc:Fallback>
      </mc:AlternateContent>
      <p:pic>
        <p:nvPicPr>
          <p:cNvPr id="46" name="Picture 45" descr="Iceberg PNGs for Free Download">
            <a:extLst>
              <a:ext uri="{FF2B5EF4-FFF2-40B4-BE49-F238E27FC236}">
                <a16:creationId xmlns:a16="http://schemas.microsoft.com/office/drawing/2014/main" id="{A72F20E0-0638-1C49-70E7-14DB367E1A1C}"/>
              </a:ext>
            </a:extLst>
          </p:cNvPr>
          <p:cNvPicPr>
            <a:picLocks noChangeAspect="1"/>
          </p:cNvPicPr>
          <p:nvPr/>
        </p:nvPicPr>
        <p:blipFill>
          <a:blip r:embed="rId16"/>
          <a:stretch>
            <a:fillRect/>
          </a:stretch>
        </p:blipFill>
        <p:spPr>
          <a:xfrm>
            <a:off x="12396070" y="-441043"/>
            <a:ext cx="7740086" cy="7740086"/>
          </a:xfrm>
          <a:prstGeom prst="rect">
            <a:avLst/>
          </a:prstGeom>
        </p:spPr>
      </p:pic>
      <p:sp>
        <p:nvSpPr>
          <p:cNvPr id="49" name="Rectangle 48">
            <a:extLst>
              <a:ext uri="{FF2B5EF4-FFF2-40B4-BE49-F238E27FC236}">
                <a16:creationId xmlns:a16="http://schemas.microsoft.com/office/drawing/2014/main" id="{579FDCF2-10CB-71C4-19D4-C90EC27800A3}"/>
              </a:ext>
            </a:extLst>
          </p:cNvPr>
          <p:cNvSpPr/>
          <p:nvPr/>
        </p:nvSpPr>
        <p:spPr>
          <a:xfrm>
            <a:off x="14646095"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4B492003-43A3-C83D-931B-BE364A79938F}"/>
                  </a:ext>
                </a:extLst>
              </p:cNvPr>
              <p:cNvSpPr/>
              <p:nvPr/>
            </p:nvSpPr>
            <p:spPr>
              <a:xfrm>
                <a:off x="1230606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51" name="Rectangle 50">
                <a:extLst>
                  <a:ext uri="{FF2B5EF4-FFF2-40B4-BE49-F238E27FC236}">
                    <a16:creationId xmlns:a16="http://schemas.microsoft.com/office/drawing/2014/main" id="{D8DD4A2A-F9CD-F816-6946-0ED7D94FDC5F}"/>
                  </a:ext>
                </a:extLst>
              </p:cNvPr>
              <p:cNvSpPr>
                <a:spLocks noRot="1" noChangeAspect="1" noMove="1" noResize="1" noEditPoints="1" noAdjustHandles="1" noChangeArrowheads="1" noChangeShapeType="1" noTextEdit="1"/>
              </p:cNvSpPr>
              <p:nvPr/>
            </p:nvSpPr>
            <p:spPr>
              <a:xfrm>
                <a:off x="12306068" y="2168986"/>
                <a:ext cx="1890021" cy="540006"/>
              </a:xfrm>
              <a:prstGeom prst="rect">
                <a:avLst/>
              </a:prstGeom>
              <a:blipFill>
                <a:blip r:embed="rId17"/>
                <a:stretch>
                  <a:fillRect/>
                </a:stretch>
              </a:blipFill>
              <a:ln>
                <a:noFill/>
              </a:ln>
            </p:spPr>
            <p:txBody>
              <a:bodyPr/>
              <a:lstStyle/>
              <a:p>
                <a:r>
                  <a:rPr lang="en-GB">
                    <a:noFill/>
                  </a:rPr>
                  <a:t> </a:t>
                </a:r>
              </a:p>
            </p:txBody>
          </p:sp>
        </mc:Fallback>
      </mc:AlternateContent>
      <p:sp>
        <p:nvSpPr>
          <p:cNvPr id="55" name="Rectangle 54">
            <a:extLst>
              <a:ext uri="{FF2B5EF4-FFF2-40B4-BE49-F238E27FC236}">
                <a16:creationId xmlns:a16="http://schemas.microsoft.com/office/drawing/2014/main" id="{D87C1F4A-9096-DFA0-2F0B-210701DF32CA}"/>
              </a:ext>
            </a:extLst>
          </p:cNvPr>
          <p:cNvSpPr/>
          <p:nvPr/>
        </p:nvSpPr>
        <p:spPr>
          <a:xfrm>
            <a:off x="14646096"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47970C07-856B-F02C-4766-61F15BFB4849}"/>
                  </a:ext>
                </a:extLst>
              </p:cNvPr>
              <p:cNvSpPr/>
              <p:nvPr/>
            </p:nvSpPr>
            <p:spPr>
              <a:xfrm>
                <a:off x="12306070"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57" name="Rectangle 56">
                <a:extLst>
                  <a:ext uri="{FF2B5EF4-FFF2-40B4-BE49-F238E27FC236}">
                    <a16:creationId xmlns:a16="http://schemas.microsoft.com/office/drawing/2014/main" id="{C70C469B-7B0A-B9EA-61FD-4D1F937DC2FA}"/>
                  </a:ext>
                </a:extLst>
              </p:cNvPr>
              <p:cNvSpPr>
                <a:spLocks noRot="1" noChangeAspect="1" noMove="1" noResize="1" noEditPoints="1" noAdjustHandles="1" noChangeArrowheads="1" noChangeShapeType="1" noTextEdit="1"/>
              </p:cNvSpPr>
              <p:nvPr/>
            </p:nvSpPr>
            <p:spPr>
              <a:xfrm>
                <a:off x="12306070" y="2888994"/>
                <a:ext cx="1890021" cy="540006"/>
              </a:xfrm>
              <a:prstGeom prst="rect">
                <a:avLst/>
              </a:prstGeom>
              <a:blipFill>
                <a:blip r:embed="rId18"/>
                <a:stretch>
                  <a:fillRect t="-26966" b="-51685"/>
                </a:stretch>
              </a:blipFill>
              <a:ln>
                <a:noFill/>
              </a:ln>
            </p:spPr>
            <p:txBody>
              <a:bodyPr/>
              <a:lstStyle/>
              <a:p>
                <a:r>
                  <a:rPr lang="en-GB">
                    <a:noFill/>
                  </a:rPr>
                  <a:t> </a:t>
                </a:r>
              </a:p>
            </p:txBody>
          </p:sp>
        </mc:Fallback>
      </mc:AlternateContent>
      <p:sp>
        <p:nvSpPr>
          <p:cNvPr id="60" name="Rectangle 59">
            <a:extLst>
              <a:ext uri="{FF2B5EF4-FFF2-40B4-BE49-F238E27FC236}">
                <a16:creationId xmlns:a16="http://schemas.microsoft.com/office/drawing/2014/main" id="{166614CA-3CD8-64DB-E9B1-1422E35C6A2A}"/>
              </a:ext>
            </a:extLst>
          </p:cNvPr>
          <p:cNvSpPr/>
          <p:nvPr/>
        </p:nvSpPr>
        <p:spPr>
          <a:xfrm>
            <a:off x="14646096"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62" name="Rectangle 61">
            <a:extLst>
              <a:ext uri="{FF2B5EF4-FFF2-40B4-BE49-F238E27FC236}">
                <a16:creationId xmlns:a16="http://schemas.microsoft.com/office/drawing/2014/main" id="{1EB4A329-4BD4-5C37-3B57-BE92F626C40A}"/>
              </a:ext>
            </a:extLst>
          </p:cNvPr>
          <p:cNvSpPr/>
          <p:nvPr/>
        </p:nvSpPr>
        <p:spPr>
          <a:xfrm>
            <a:off x="12306070"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B63F99C9-3DF8-7624-A7DA-6054ADAAC180}"/>
                  </a:ext>
                </a:extLst>
              </p:cNvPr>
              <p:cNvSpPr/>
              <p:nvPr/>
            </p:nvSpPr>
            <p:spPr>
              <a:xfrm>
                <a:off x="14646096"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64" name="Rectangle 63">
                <a:extLst>
                  <a:ext uri="{FF2B5EF4-FFF2-40B4-BE49-F238E27FC236}">
                    <a16:creationId xmlns:a16="http://schemas.microsoft.com/office/drawing/2014/main" id="{5FADF544-0D8D-21D5-03FF-9F9D9DF77B5B}"/>
                  </a:ext>
                </a:extLst>
              </p:cNvPr>
              <p:cNvSpPr>
                <a:spLocks noRot="1" noChangeAspect="1" noMove="1" noResize="1" noEditPoints="1" noAdjustHandles="1" noChangeArrowheads="1" noChangeShapeType="1" noTextEdit="1"/>
              </p:cNvSpPr>
              <p:nvPr/>
            </p:nvSpPr>
            <p:spPr>
              <a:xfrm>
                <a:off x="14646096" y="4689014"/>
                <a:ext cx="2340026" cy="540006"/>
              </a:xfrm>
              <a:prstGeom prst="rect">
                <a:avLst/>
              </a:prstGeom>
              <a:blipFill>
                <a:blip r:embed="rId19"/>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45BF5A98-0D3B-B930-FF04-1A30E990B9FF}"/>
                  </a:ext>
                </a:extLst>
              </p:cNvPr>
              <p:cNvSpPr/>
              <p:nvPr/>
            </p:nvSpPr>
            <p:spPr>
              <a:xfrm>
                <a:off x="12126067"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66" name="Rectangle 65">
                <a:extLst>
                  <a:ext uri="{FF2B5EF4-FFF2-40B4-BE49-F238E27FC236}">
                    <a16:creationId xmlns:a16="http://schemas.microsoft.com/office/drawing/2014/main" id="{8DC8A9F7-CA41-64EA-63DB-6E8205EF26F7}"/>
                  </a:ext>
                </a:extLst>
              </p:cNvPr>
              <p:cNvSpPr>
                <a:spLocks noRot="1" noChangeAspect="1" noMove="1" noResize="1" noEditPoints="1" noAdjustHandles="1" noChangeArrowheads="1" noChangeShapeType="1" noTextEdit="1"/>
              </p:cNvSpPr>
              <p:nvPr/>
            </p:nvSpPr>
            <p:spPr>
              <a:xfrm>
                <a:off x="12126067" y="4689014"/>
                <a:ext cx="2250025" cy="540006"/>
              </a:xfrm>
              <a:prstGeom prst="rect">
                <a:avLst/>
              </a:prstGeom>
              <a:blipFill>
                <a:blip r:embed="rId2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00E560F-918E-B566-91BD-4B998688A6E0}"/>
                  </a:ext>
                </a:extLst>
              </p:cNvPr>
              <p:cNvSpPr txBox="1"/>
              <p:nvPr/>
            </p:nvSpPr>
            <p:spPr>
              <a:xfrm>
                <a:off x="4745985" y="6833302"/>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bg1"/>
                        </a:solidFill>
                        <a:latin typeface="Cambria Math" panose="02040503050406030204" pitchFamily="18" charset="0"/>
                      </a:rPr>
                      <m:t>≥</m:t>
                    </m:r>
                  </m:oMath>
                </a14:m>
                <a:r>
                  <a:rPr lang="en-GB" sz="4800" dirty="0">
                    <a:solidFill>
                      <a:schemeClr val="accent6"/>
                    </a:solidFill>
                  </a:rPr>
                  <a:t> </a:t>
                </a:r>
              </a:p>
            </p:txBody>
          </p:sp>
        </mc:Choice>
        <mc:Fallback xmlns="">
          <p:sp>
            <p:nvSpPr>
              <p:cNvPr id="68" name="TextBox 67">
                <a:extLst>
                  <a:ext uri="{FF2B5EF4-FFF2-40B4-BE49-F238E27FC236}">
                    <a16:creationId xmlns:a16="http://schemas.microsoft.com/office/drawing/2014/main" id="{263385A6-B661-A5BD-1E15-C6E44681B22B}"/>
                  </a:ext>
                </a:extLst>
              </p:cNvPr>
              <p:cNvSpPr txBox="1">
                <a:spLocks noRot="1" noChangeAspect="1" noMove="1" noResize="1" noEditPoints="1" noAdjustHandles="1" noChangeArrowheads="1" noChangeShapeType="1" noTextEdit="1"/>
              </p:cNvSpPr>
              <p:nvPr/>
            </p:nvSpPr>
            <p:spPr>
              <a:xfrm>
                <a:off x="4745985" y="6833302"/>
                <a:ext cx="1170013" cy="830997"/>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6243062-F460-9E24-6817-16EFB90457B9}"/>
                  </a:ext>
                </a:extLst>
              </p:cNvPr>
              <p:cNvSpPr txBox="1"/>
              <p:nvPr/>
            </p:nvSpPr>
            <p:spPr>
              <a:xfrm>
                <a:off x="3845975"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1" name="TextBox 60">
                <a:extLst>
                  <a:ext uri="{FF2B5EF4-FFF2-40B4-BE49-F238E27FC236}">
                    <a16:creationId xmlns:a16="http://schemas.microsoft.com/office/drawing/2014/main" id="{56243062-F460-9E24-6817-16EFB90457B9}"/>
                  </a:ext>
                </a:extLst>
              </p:cNvPr>
              <p:cNvSpPr txBox="1">
                <a:spLocks noRot="1" noChangeAspect="1" noMove="1" noResize="1" noEditPoints="1" noAdjustHandles="1" noChangeArrowheads="1" noChangeShapeType="1" noTextEdit="1"/>
              </p:cNvSpPr>
              <p:nvPr/>
            </p:nvSpPr>
            <p:spPr>
              <a:xfrm>
                <a:off x="3845975" y="4779015"/>
                <a:ext cx="1980022" cy="830997"/>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5797F93-E969-CBE8-90D9-4834A6E5BC8C}"/>
                  </a:ext>
                </a:extLst>
              </p:cNvPr>
              <p:cNvSpPr txBox="1"/>
              <p:nvPr/>
            </p:nvSpPr>
            <p:spPr>
              <a:xfrm>
                <a:off x="3305969"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65" name="TextBox 64">
                <a:extLst>
                  <a:ext uri="{FF2B5EF4-FFF2-40B4-BE49-F238E27FC236}">
                    <a16:creationId xmlns:a16="http://schemas.microsoft.com/office/drawing/2014/main" id="{C5797F93-E969-CBE8-90D9-4834A6E5BC8C}"/>
                  </a:ext>
                </a:extLst>
              </p:cNvPr>
              <p:cNvSpPr txBox="1">
                <a:spLocks noRot="1" noChangeAspect="1" noMove="1" noResize="1" noEditPoints="1" noAdjustHandles="1" noChangeArrowheads="1" noChangeShapeType="1" noTextEdit="1"/>
              </p:cNvSpPr>
              <p:nvPr/>
            </p:nvSpPr>
            <p:spPr>
              <a:xfrm>
                <a:off x="3305969" y="4779015"/>
                <a:ext cx="1170013" cy="830997"/>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E38D57B-8030-392F-7BC5-8891B5090307}"/>
                  </a:ext>
                </a:extLst>
              </p:cNvPr>
              <p:cNvSpPr txBox="1"/>
              <p:nvPr/>
            </p:nvSpPr>
            <p:spPr>
              <a:xfrm>
                <a:off x="5735996"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9" name="TextBox 68">
                <a:extLst>
                  <a:ext uri="{FF2B5EF4-FFF2-40B4-BE49-F238E27FC236}">
                    <a16:creationId xmlns:a16="http://schemas.microsoft.com/office/drawing/2014/main" id="{AE38D57B-8030-392F-7BC5-8891B5090307}"/>
                  </a:ext>
                </a:extLst>
              </p:cNvPr>
              <p:cNvSpPr txBox="1">
                <a:spLocks noRot="1" noChangeAspect="1" noMove="1" noResize="1" noEditPoints="1" noAdjustHandles="1" noChangeArrowheads="1" noChangeShapeType="1" noTextEdit="1"/>
              </p:cNvSpPr>
              <p:nvPr/>
            </p:nvSpPr>
            <p:spPr>
              <a:xfrm>
                <a:off x="5735996" y="4779015"/>
                <a:ext cx="1980022" cy="830997"/>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28B3E36-DC19-A5E9-B5DD-C3799972043A}"/>
                  </a:ext>
                </a:extLst>
              </p:cNvPr>
              <p:cNvSpPr txBox="1"/>
              <p:nvPr/>
            </p:nvSpPr>
            <p:spPr>
              <a:xfrm>
                <a:off x="5195990"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1" name="TextBox 70">
                <a:extLst>
                  <a:ext uri="{FF2B5EF4-FFF2-40B4-BE49-F238E27FC236}">
                    <a16:creationId xmlns:a16="http://schemas.microsoft.com/office/drawing/2014/main" id="{328B3E36-DC19-A5E9-B5DD-C3799972043A}"/>
                  </a:ext>
                </a:extLst>
              </p:cNvPr>
              <p:cNvSpPr txBox="1">
                <a:spLocks noRot="1" noChangeAspect="1" noMove="1" noResize="1" noEditPoints="1" noAdjustHandles="1" noChangeArrowheads="1" noChangeShapeType="1" noTextEdit="1"/>
              </p:cNvSpPr>
              <p:nvPr/>
            </p:nvSpPr>
            <p:spPr>
              <a:xfrm>
                <a:off x="5195990" y="4779015"/>
                <a:ext cx="1170013" cy="830997"/>
              </a:xfrm>
              <a:prstGeom prst="rect">
                <a:avLst/>
              </a:prstGeom>
              <a:blipFill>
                <a:blip r:embed="rId25"/>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C91792E4-B656-D439-4151-39ED70547EEA}"/>
              </a:ext>
            </a:extLst>
          </p:cNvPr>
          <p:cNvGrpSpPr/>
          <p:nvPr/>
        </p:nvGrpSpPr>
        <p:grpSpPr>
          <a:xfrm>
            <a:off x="8616028" y="1088974"/>
            <a:ext cx="2340026" cy="3060034"/>
            <a:chOff x="8616028" y="1448978"/>
            <a:chExt cx="2340026" cy="3060034"/>
          </a:xfrm>
        </p:grpSpPr>
        <p:grpSp>
          <p:nvGrpSpPr>
            <p:cNvPr id="158" name="Group 157">
              <a:extLst>
                <a:ext uri="{FF2B5EF4-FFF2-40B4-BE49-F238E27FC236}">
                  <a16:creationId xmlns:a16="http://schemas.microsoft.com/office/drawing/2014/main" id="{FBF1E5DB-0CAA-E231-84E3-373E4BE2D069}"/>
                </a:ext>
              </a:extLst>
            </p:cNvPr>
            <p:cNvGrpSpPr/>
            <p:nvPr/>
          </p:nvGrpSpPr>
          <p:grpSpPr>
            <a:xfrm>
              <a:off x="8706029" y="1718981"/>
              <a:ext cx="1620018" cy="2700030"/>
              <a:chOff x="8706029" y="1718981"/>
              <a:chExt cx="1620018" cy="2700030"/>
            </a:xfrm>
          </p:grpSpPr>
          <p:cxnSp>
            <p:nvCxnSpPr>
              <p:cNvPr id="159" name="Straight Connector 158">
                <a:extLst>
                  <a:ext uri="{FF2B5EF4-FFF2-40B4-BE49-F238E27FC236}">
                    <a16:creationId xmlns:a16="http://schemas.microsoft.com/office/drawing/2014/main" id="{11B57A84-A11A-E1FA-CD65-0EB77CC3B6AA}"/>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DF310971-6725-A5B3-9DFD-958D7C0CF4DC}"/>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705A2059-AF36-BEA0-9F28-2456CBA02791}"/>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DF76AF55-4927-E970-DF6A-06E0750328A3}"/>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85860F8B-857D-29F9-453E-A9D3DE33A01C}"/>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E0538F01-340F-0A6F-98EC-A96FD69BFD69}"/>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223B5E40-0654-558D-C7F4-A669BAA8BF36}"/>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41A846A7-549E-4BAA-F898-17ED2DFC42F6}"/>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7FD95A7D-CA75-CC56-7676-E428FA34EE1C}"/>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8EA67C3C-B202-781A-C298-C081B374962B}"/>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252" name="Group 251">
              <a:extLst>
                <a:ext uri="{FF2B5EF4-FFF2-40B4-BE49-F238E27FC236}">
                  <a16:creationId xmlns:a16="http://schemas.microsoft.com/office/drawing/2014/main" id="{36FF6AA7-FC2D-6B24-F096-58E5D8D5FCC9}"/>
                </a:ext>
              </a:extLst>
            </p:cNvPr>
            <p:cNvGrpSpPr/>
            <p:nvPr/>
          </p:nvGrpSpPr>
          <p:grpSpPr>
            <a:xfrm>
              <a:off x="8616028" y="1448978"/>
              <a:ext cx="2340026" cy="3060034"/>
              <a:chOff x="8616028" y="1448978"/>
              <a:chExt cx="2340026" cy="3060034"/>
            </a:xfrm>
          </p:grpSpPr>
          <p:sp>
            <p:nvSpPr>
              <p:cNvPr id="253" name="Oval 252">
                <a:extLst>
                  <a:ext uri="{FF2B5EF4-FFF2-40B4-BE49-F238E27FC236}">
                    <a16:creationId xmlns:a16="http://schemas.microsoft.com/office/drawing/2014/main" id="{1BF0135F-2E02-B4F9-D3AF-6DA2C5859484}"/>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a:extLst>
                  <a:ext uri="{FF2B5EF4-FFF2-40B4-BE49-F238E27FC236}">
                    <a16:creationId xmlns:a16="http://schemas.microsoft.com/office/drawing/2014/main" id="{0E863B2B-9A2E-6141-62A3-E9895722CB96}"/>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Oval 254">
                <a:extLst>
                  <a:ext uri="{FF2B5EF4-FFF2-40B4-BE49-F238E27FC236}">
                    <a16:creationId xmlns:a16="http://schemas.microsoft.com/office/drawing/2014/main" id="{8348F3B3-9728-0F8E-F4BE-9272CBA0FA06}"/>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a:extLst>
                  <a:ext uri="{FF2B5EF4-FFF2-40B4-BE49-F238E27FC236}">
                    <a16:creationId xmlns:a16="http://schemas.microsoft.com/office/drawing/2014/main" id="{8FFA5040-8D53-E024-7D9E-10A5FC6B5B22}"/>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Oval 256">
                <a:extLst>
                  <a:ext uri="{FF2B5EF4-FFF2-40B4-BE49-F238E27FC236}">
                    <a16:creationId xmlns:a16="http://schemas.microsoft.com/office/drawing/2014/main" id="{08DC95CE-7B69-4390-0577-C7B23AFF5660}"/>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a:extLst>
                  <a:ext uri="{FF2B5EF4-FFF2-40B4-BE49-F238E27FC236}">
                    <a16:creationId xmlns:a16="http://schemas.microsoft.com/office/drawing/2014/main" id="{F77E448F-30DC-8A40-8DAA-C3A3548CEC4A}"/>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Oval 258">
                <a:extLst>
                  <a:ext uri="{FF2B5EF4-FFF2-40B4-BE49-F238E27FC236}">
                    <a16:creationId xmlns:a16="http://schemas.microsoft.com/office/drawing/2014/main" id="{B452661B-CC1A-5813-D861-C738D2F4B113}"/>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Oval 259">
                <a:extLst>
                  <a:ext uri="{FF2B5EF4-FFF2-40B4-BE49-F238E27FC236}">
                    <a16:creationId xmlns:a16="http://schemas.microsoft.com/office/drawing/2014/main" id="{6783567E-E4F8-772D-FBC2-2DC755487DA3}"/>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Oval 260">
                <a:extLst>
                  <a:ext uri="{FF2B5EF4-FFF2-40B4-BE49-F238E27FC236}">
                    <a16:creationId xmlns:a16="http://schemas.microsoft.com/office/drawing/2014/main" id="{A1760630-AD6C-85D8-E39B-8B84876931B6}"/>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Oval 261">
                <a:extLst>
                  <a:ext uri="{FF2B5EF4-FFF2-40B4-BE49-F238E27FC236}">
                    <a16:creationId xmlns:a16="http://schemas.microsoft.com/office/drawing/2014/main" id="{936F97FC-8725-2AFE-A327-06D4987BF809}"/>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Oval 262">
                <a:extLst>
                  <a:ext uri="{FF2B5EF4-FFF2-40B4-BE49-F238E27FC236}">
                    <a16:creationId xmlns:a16="http://schemas.microsoft.com/office/drawing/2014/main" id="{DB4D557E-844E-0E0B-F86A-091C824E8315}"/>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Oval 263">
                <a:extLst>
                  <a:ext uri="{FF2B5EF4-FFF2-40B4-BE49-F238E27FC236}">
                    <a16:creationId xmlns:a16="http://schemas.microsoft.com/office/drawing/2014/main" id="{06A96BD4-E825-FA66-C1E3-D2E4E2C9D312}"/>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Oval 264">
                <a:extLst>
                  <a:ext uri="{FF2B5EF4-FFF2-40B4-BE49-F238E27FC236}">
                    <a16:creationId xmlns:a16="http://schemas.microsoft.com/office/drawing/2014/main" id="{DEDD7249-CC3F-1C72-4FC5-42A2E05A0553}"/>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Oval 265">
                <a:extLst>
                  <a:ext uri="{FF2B5EF4-FFF2-40B4-BE49-F238E27FC236}">
                    <a16:creationId xmlns:a16="http://schemas.microsoft.com/office/drawing/2014/main" id="{A5143CB2-CEFF-19CF-DBB3-00A4C3D32256}"/>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Oval 266">
                <a:extLst>
                  <a:ext uri="{FF2B5EF4-FFF2-40B4-BE49-F238E27FC236}">
                    <a16:creationId xmlns:a16="http://schemas.microsoft.com/office/drawing/2014/main" id="{E8100D70-7A50-BC9F-88E0-A9A8D7CB9B5C}"/>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a:extLst>
                  <a:ext uri="{FF2B5EF4-FFF2-40B4-BE49-F238E27FC236}">
                    <a16:creationId xmlns:a16="http://schemas.microsoft.com/office/drawing/2014/main" id="{F32E3ECA-3C14-7BC8-04A2-0400CAC15435}"/>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Oval 268">
                <a:extLst>
                  <a:ext uri="{FF2B5EF4-FFF2-40B4-BE49-F238E27FC236}">
                    <a16:creationId xmlns:a16="http://schemas.microsoft.com/office/drawing/2014/main" id="{69A0A0CB-282B-C9F9-0A08-417CE6ED0E6F}"/>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a:extLst>
                  <a:ext uri="{FF2B5EF4-FFF2-40B4-BE49-F238E27FC236}">
                    <a16:creationId xmlns:a16="http://schemas.microsoft.com/office/drawing/2014/main" id="{FFECDEDC-0114-4A04-9B17-2C9248DB8ABC}"/>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1" name="Oval 270">
                <a:extLst>
                  <a:ext uri="{FF2B5EF4-FFF2-40B4-BE49-F238E27FC236}">
                    <a16:creationId xmlns:a16="http://schemas.microsoft.com/office/drawing/2014/main" id="{275FE1F6-EE6D-7893-5C5F-0127274508BC}"/>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a:extLst>
                  <a:ext uri="{FF2B5EF4-FFF2-40B4-BE49-F238E27FC236}">
                    <a16:creationId xmlns:a16="http://schemas.microsoft.com/office/drawing/2014/main" id="{F8E6924A-DC5B-3C82-88D6-75913E239F03}"/>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Oval 272">
                <a:extLst>
                  <a:ext uri="{FF2B5EF4-FFF2-40B4-BE49-F238E27FC236}">
                    <a16:creationId xmlns:a16="http://schemas.microsoft.com/office/drawing/2014/main" id="{80C559DD-4CB2-0608-6DFB-0A71C942AF37}"/>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a:extLst>
                  <a:ext uri="{FF2B5EF4-FFF2-40B4-BE49-F238E27FC236}">
                    <a16:creationId xmlns:a16="http://schemas.microsoft.com/office/drawing/2014/main" id="{3561E0B1-437B-D1F3-CB3C-3309D9885C3C}"/>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Oval 274">
                <a:extLst>
                  <a:ext uri="{FF2B5EF4-FFF2-40B4-BE49-F238E27FC236}">
                    <a16:creationId xmlns:a16="http://schemas.microsoft.com/office/drawing/2014/main" id="{8E91534D-E298-5751-ED72-0CAA7DD7492B}"/>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a:extLst>
                  <a:ext uri="{FF2B5EF4-FFF2-40B4-BE49-F238E27FC236}">
                    <a16:creationId xmlns:a16="http://schemas.microsoft.com/office/drawing/2014/main" id="{14BEE0EE-4C14-6115-DD89-81E65CD4B955}"/>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Oval 276">
                <a:extLst>
                  <a:ext uri="{FF2B5EF4-FFF2-40B4-BE49-F238E27FC236}">
                    <a16:creationId xmlns:a16="http://schemas.microsoft.com/office/drawing/2014/main" id="{531F4F7E-C5A7-3D50-17F3-0B09A9829604}"/>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 name="Group 2">
            <a:extLst>
              <a:ext uri="{FF2B5EF4-FFF2-40B4-BE49-F238E27FC236}">
                <a16:creationId xmlns:a16="http://schemas.microsoft.com/office/drawing/2014/main" id="{E6FFFB68-3A61-6340-DE10-9FC46D72C74A}"/>
              </a:ext>
            </a:extLst>
          </p:cNvPr>
          <p:cNvGrpSpPr/>
          <p:nvPr/>
        </p:nvGrpSpPr>
        <p:grpSpPr>
          <a:xfrm>
            <a:off x="8616028" y="1088974"/>
            <a:ext cx="2340026" cy="3060034"/>
            <a:chOff x="8616028" y="1448978"/>
            <a:chExt cx="2340026" cy="3060034"/>
          </a:xfrm>
        </p:grpSpPr>
        <p:grpSp>
          <p:nvGrpSpPr>
            <p:cNvPr id="169" name="Group 168">
              <a:extLst>
                <a:ext uri="{FF2B5EF4-FFF2-40B4-BE49-F238E27FC236}">
                  <a16:creationId xmlns:a16="http://schemas.microsoft.com/office/drawing/2014/main" id="{2322B45A-280E-50BC-209F-6FF2CA43D573}"/>
                </a:ext>
              </a:extLst>
            </p:cNvPr>
            <p:cNvGrpSpPr/>
            <p:nvPr/>
          </p:nvGrpSpPr>
          <p:grpSpPr>
            <a:xfrm>
              <a:off x="9246035" y="1538979"/>
              <a:ext cx="1620018" cy="2700030"/>
              <a:chOff x="9246035" y="1538979"/>
              <a:chExt cx="1620018" cy="2700030"/>
            </a:xfrm>
          </p:grpSpPr>
          <p:cxnSp>
            <p:nvCxnSpPr>
              <p:cNvPr id="170" name="Straight Connector 169">
                <a:extLst>
                  <a:ext uri="{FF2B5EF4-FFF2-40B4-BE49-F238E27FC236}">
                    <a16:creationId xmlns:a16="http://schemas.microsoft.com/office/drawing/2014/main" id="{18DAF687-5941-9D44-0D0D-AAD1429D449A}"/>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3296E182-2D51-D6E7-CC96-1B94FA617EC0}"/>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B9D8550B-2E2B-EC1B-96E8-E926E6094A6C}"/>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3" name="Straight Connector 172">
                <a:extLst>
                  <a:ext uri="{FF2B5EF4-FFF2-40B4-BE49-F238E27FC236}">
                    <a16:creationId xmlns:a16="http://schemas.microsoft.com/office/drawing/2014/main" id="{278DAF6D-E7B8-48D7-97BE-9418AF14009F}"/>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7E81C73C-51F8-6FB3-E411-B65623E082AB}"/>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6571B7D6-6E68-0676-B95B-F16540D9A172}"/>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2711BA89-6957-0FCE-316D-67BFD166C97B}"/>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7" name="Straight Connector 176">
                <a:extLst>
                  <a:ext uri="{FF2B5EF4-FFF2-40B4-BE49-F238E27FC236}">
                    <a16:creationId xmlns:a16="http://schemas.microsoft.com/office/drawing/2014/main" id="{4A70EDC0-7EE1-CA9A-54DD-B276AAC421C2}"/>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D406CEEE-F0E5-A825-D99A-4CAB401A956B}"/>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1F3588A3-7201-E1FF-BE3B-0521CDFA7D85}"/>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278" name="Group 277">
              <a:extLst>
                <a:ext uri="{FF2B5EF4-FFF2-40B4-BE49-F238E27FC236}">
                  <a16:creationId xmlns:a16="http://schemas.microsoft.com/office/drawing/2014/main" id="{C907A3E5-0B75-EEAC-F913-6AD0E34A975A}"/>
                </a:ext>
              </a:extLst>
            </p:cNvPr>
            <p:cNvGrpSpPr/>
            <p:nvPr/>
          </p:nvGrpSpPr>
          <p:grpSpPr>
            <a:xfrm>
              <a:off x="8616028" y="1448978"/>
              <a:ext cx="2340026" cy="3060034"/>
              <a:chOff x="8616028" y="1448978"/>
              <a:chExt cx="2340026" cy="3060034"/>
            </a:xfrm>
          </p:grpSpPr>
          <p:sp>
            <p:nvSpPr>
              <p:cNvPr id="279" name="Oval 278">
                <a:extLst>
                  <a:ext uri="{FF2B5EF4-FFF2-40B4-BE49-F238E27FC236}">
                    <a16:creationId xmlns:a16="http://schemas.microsoft.com/office/drawing/2014/main" id="{64C55050-1AA6-83EA-5AEA-E6DAB8153137}"/>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a:extLst>
                  <a:ext uri="{FF2B5EF4-FFF2-40B4-BE49-F238E27FC236}">
                    <a16:creationId xmlns:a16="http://schemas.microsoft.com/office/drawing/2014/main" id="{93DAFF7E-A7BE-E85F-6871-CA8613235995}"/>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Oval 280">
                <a:extLst>
                  <a:ext uri="{FF2B5EF4-FFF2-40B4-BE49-F238E27FC236}">
                    <a16:creationId xmlns:a16="http://schemas.microsoft.com/office/drawing/2014/main" id="{9C2E3440-B549-2171-9323-24BCC2E86DDA}"/>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Oval 281">
                <a:extLst>
                  <a:ext uri="{FF2B5EF4-FFF2-40B4-BE49-F238E27FC236}">
                    <a16:creationId xmlns:a16="http://schemas.microsoft.com/office/drawing/2014/main" id="{CD7EF624-4D98-23EA-8335-15BE308E5AF1}"/>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Oval 282">
                <a:extLst>
                  <a:ext uri="{FF2B5EF4-FFF2-40B4-BE49-F238E27FC236}">
                    <a16:creationId xmlns:a16="http://schemas.microsoft.com/office/drawing/2014/main" id="{FC4EF2D2-E43A-9617-8CE6-D4D2F721470B}"/>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Oval 283">
                <a:extLst>
                  <a:ext uri="{FF2B5EF4-FFF2-40B4-BE49-F238E27FC236}">
                    <a16:creationId xmlns:a16="http://schemas.microsoft.com/office/drawing/2014/main" id="{5CC2ED63-90A0-881D-7328-6D9F2219CA88}"/>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Oval 284">
                <a:extLst>
                  <a:ext uri="{FF2B5EF4-FFF2-40B4-BE49-F238E27FC236}">
                    <a16:creationId xmlns:a16="http://schemas.microsoft.com/office/drawing/2014/main" id="{5F48C421-D802-DDDC-7B75-58EEE866094A}"/>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6" name="Oval 285">
                <a:extLst>
                  <a:ext uri="{FF2B5EF4-FFF2-40B4-BE49-F238E27FC236}">
                    <a16:creationId xmlns:a16="http://schemas.microsoft.com/office/drawing/2014/main" id="{091165A9-07C4-7780-236C-1BED3F26DEE1}"/>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7" name="Oval 286">
                <a:extLst>
                  <a:ext uri="{FF2B5EF4-FFF2-40B4-BE49-F238E27FC236}">
                    <a16:creationId xmlns:a16="http://schemas.microsoft.com/office/drawing/2014/main" id="{448CA946-CB3C-68A7-1D42-922A5CCE04BD}"/>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8" name="Oval 287">
                <a:extLst>
                  <a:ext uri="{FF2B5EF4-FFF2-40B4-BE49-F238E27FC236}">
                    <a16:creationId xmlns:a16="http://schemas.microsoft.com/office/drawing/2014/main" id="{4E464D55-7B75-EB5C-0481-2D2923235BB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9" name="Oval 288">
                <a:extLst>
                  <a:ext uri="{FF2B5EF4-FFF2-40B4-BE49-F238E27FC236}">
                    <a16:creationId xmlns:a16="http://schemas.microsoft.com/office/drawing/2014/main" id="{5C8A4E11-809D-931E-746D-76040407791A}"/>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a:extLst>
                  <a:ext uri="{FF2B5EF4-FFF2-40B4-BE49-F238E27FC236}">
                    <a16:creationId xmlns:a16="http://schemas.microsoft.com/office/drawing/2014/main" id="{1083B002-88D0-CF9E-A88D-E335079B2E7C}"/>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Oval 290">
                <a:extLst>
                  <a:ext uri="{FF2B5EF4-FFF2-40B4-BE49-F238E27FC236}">
                    <a16:creationId xmlns:a16="http://schemas.microsoft.com/office/drawing/2014/main" id="{AE8A0E24-6109-ACCC-CE14-5D0499980991}"/>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a:extLst>
                  <a:ext uri="{FF2B5EF4-FFF2-40B4-BE49-F238E27FC236}">
                    <a16:creationId xmlns:a16="http://schemas.microsoft.com/office/drawing/2014/main" id="{B1249E17-1DC7-BB61-2345-12B103B045A3}"/>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3" name="Oval 292">
                <a:extLst>
                  <a:ext uri="{FF2B5EF4-FFF2-40B4-BE49-F238E27FC236}">
                    <a16:creationId xmlns:a16="http://schemas.microsoft.com/office/drawing/2014/main" id="{22E348CE-A055-81D9-66DA-1D99B57F485F}"/>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a:extLst>
                  <a:ext uri="{FF2B5EF4-FFF2-40B4-BE49-F238E27FC236}">
                    <a16:creationId xmlns:a16="http://schemas.microsoft.com/office/drawing/2014/main" id="{D6B94643-0947-6B59-526B-C4148A1DFAE2}"/>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5" name="Oval 294">
                <a:extLst>
                  <a:ext uri="{FF2B5EF4-FFF2-40B4-BE49-F238E27FC236}">
                    <a16:creationId xmlns:a16="http://schemas.microsoft.com/office/drawing/2014/main" id="{6DCCF769-A79D-B4F9-D9D9-EC6DD32ED0B0}"/>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a:extLst>
                  <a:ext uri="{FF2B5EF4-FFF2-40B4-BE49-F238E27FC236}">
                    <a16:creationId xmlns:a16="http://schemas.microsoft.com/office/drawing/2014/main" id="{2BF97575-87DF-833A-E15B-C2B8994AEFA2}"/>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Oval 296">
                <a:extLst>
                  <a:ext uri="{FF2B5EF4-FFF2-40B4-BE49-F238E27FC236}">
                    <a16:creationId xmlns:a16="http://schemas.microsoft.com/office/drawing/2014/main" id="{40576F9A-0A46-33A2-6A46-E3093202D1FE}"/>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a:extLst>
                  <a:ext uri="{FF2B5EF4-FFF2-40B4-BE49-F238E27FC236}">
                    <a16:creationId xmlns:a16="http://schemas.microsoft.com/office/drawing/2014/main" id="{8BC7AFC8-A81B-2B5F-A97A-8255ECE6534E}"/>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9" name="Oval 298">
                <a:extLst>
                  <a:ext uri="{FF2B5EF4-FFF2-40B4-BE49-F238E27FC236}">
                    <a16:creationId xmlns:a16="http://schemas.microsoft.com/office/drawing/2014/main" id="{AB6B0E5B-CEA5-AFBC-7E0D-01C8CA5C4E9E}"/>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a:extLst>
                  <a:ext uri="{FF2B5EF4-FFF2-40B4-BE49-F238E27FC236}">
                    <a16:creationId xmlns:a16="http://schemas.microsoft.com/office/drawing/2014/main" id="{18912274-7CCB-015C-45F6-B08F3ABC403D}"/>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 name="Oval 300">
                <a:extLst>
                  <a:ext uri="{FF2B5EF4-FFF2-40B4-BE49-F238E27FC236}">
                    <a16:creationId xmlns:a16="http://schemas.microsoft.com/office/drawing/2014/main" id="{4C3077E6-669A-C36E-0A84-F683BC28007F}"/>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a:extLst>
                  <a:ext uri="{FF2B5EF4-FFF2-40B4-BE49-F238E27FC236}">
                    <a16:creationId xmlns:a16="http://schemas.microsoft.com/office/drawing/2014/main" id="{72F6FAC5-32C7-56AA-D367-5DBAE26F5B24}"/>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 name="Oval 302">
                <a:extLst>
                  <a:ext uri="{FF2B5EF4-FFF2-40B4-BE49-F238E27FC236}">
                    <a16:creationId xmlns:a16="http://schemas.microsoft.com/office/drawing/2014/main" id="{E8134A02-801C-8408-C226-312D0B806749}"/>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 name="Group 3">
            <a:extLst>
              <a:ext uri="{FF2B5EF4-FFF2-40B4-BE49-F238E27FC236}">
                <a16:creationId xmlns:a16="http://schemas.microsoft.com/office/drawing/2014/main" id="{C16FB8F1-C9A8-F855-1AF2-924E1808F531}"/>
              </a:ext>
            </a:extLst>
          </p:cNvPr>
          <p:cNvGrpSpPr/>
          <p:nvPr/>
        </p:nvGrpSpPr>
        <p:grpSpPr>
          <a:xfrm>
            <a:off x="8616028" y="1088974"/>
            <a:ext cx="2340026" cy="3060034"/>
            <a:chOff x="8616028" y="1448978"/>
            <a:chExt cx="2340026" cy="3060034"/>
          </a:xfrm>
        </p:grpSpPr>
        <p:grpSp>
          <p:nvGrpSpPr>
            <p:cNvPr id="180" name="Group 179">
              <a:extLst>
                <a:ext uri="{FF2B5EF4-FFF2-40B4-BE49-F238E27FC236}">
                  <a16:creationId xmlns:a16="http://schemas.microsoft.com/office/drawing/2014/main" id="{98C1EF30-55E4-5D26-E09C-78DA9DF022AB}"/>
                </a:ext>
              </a:extLst>
            </p:cNvPr>
            <p:cNvGrpSpPr/>
            <p:nvPr/>
          </p:nvGrpSpPr>
          <p:grpSpPr>
            <a:xfrm>
              <a:off x="8706029" y="1538979"/>
              <a:ext cx="2160024" cy="2340026"/>
              <a:chOff x="8706029" y="1538979"/>
              <a:chExt cx="2160024" cy="2340026"/>
            </a:xfrm>
          </p:grpSpPr>
          <p:cxnSp>
            <p:nvCxnSpPr>
              <p:cNvPr id="181" name="Straight Connector 180">
                <a:extLst>
                  <a:ext uri="{FF2B5EF4-FFF2-40B4-BE49-F238E27FC236}">
                    <a16:creationId xmlns:a16="http://schemas.microsoft.com/office/drawing/2014/main" id="{A8461EED-7957-CF9F-8933-B946ACB83FFF}"/>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2CD91E07-7F6F-48C0-B28A-45841AA51433}"/>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63ABCE93-5378-1231-7DFA-9DE062F546BF}"/>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8627D542-B62E-2749-330B-CF1CB41B0AFC}"/>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608F8171-2324-F4BC-BA08-18C942A84575}"/>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ABD68EAA-BBFC-F6BF-01A7-2344DD15874A}"/>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5C29F102-D92F-8C7B-2BA2-09F5BE3B14AF}"/>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87441F31-66B2-78E8-315A-C90850367E31}"/>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0B4F9626-9DF1-B501-2BDC-0C5DB62028B9}"/>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90" name="Straight Connector 189">
                <a:extLst>
                  <a:ext uri="{FF2B5EF4-FFF2-40B4-BE49-F238E27FC236}">
                    <a16:creationId xmlns:a16="http://schemas.microsoft.com/office/drawing/2014/main" id="{4B39ABC4-E865-6007-C164-8C2366BBDC6E}"/>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04" name="Group 303">
              <a:extLst>
                <a:ext uri="{FF2B5EF4-FFF2-40B4-BE49-F238E27FC236}">
                  <a16:creationId xmlns:a16="http://schemas.microsoft.com/office/drawing/2014/main" id="{D3D27A44-88F3-3473-E701-B423858C0B7F}"/>
                </a:ext>
              </a:extLst>
            </p:cNvPr>
            <p:cNvGrpSpPr/>
            <p:nvPr/>
          </p:nvGrpSpPr>
          <p:grpSpPr>
            <a:xfrm>
              <a:off x="8616028" y="1448978"/>
              <a:ext cx="2340026" cy="3060034"/>
              <a:chOff x="8616028" y="1448978"/>
              <a:chExt cx="2340026" cy="3060034"/>
            </a:xfrm>
          </p:grpSpPr>
          <p:sp>
            <p:nvSpPr>
              <p:cNvPr id="305" name="Oval 304">
                <a:extLst>
                  <a:ext uri="{FF2B5EF4-FFF2-40B4-BE49-F238E27FC236}">
                    <a16:creationId xmlns:a16="http://schemas.microsoft.com/office/drawing/2014/main" id="{BC4E92DB-6B8F-96E0-8CBE-DAF97DD1FEF9}"/>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6" name="Oval 305">
                <a:extLst>
                  <a:ext uri="{FF2B5EF4-FFF2-40B4-BE49-F238E27FC236}">
                    <a16:creationId xmlns:a16="http://schemas.microsoft.com/office/drawing/2014/main" id="{F7665224-2317-98EC-264D-8DC5D5DCA88E}"/>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Oval 306">
                <a:extLst>
                  <a:ext uri="{FF2B5EF4-FFF2-40B4-BE49-F238E27FC236}">
                    <a16:creationId xmlns:a16="http://schemas.microsoft.com/office/drawing/2014/main" id="{621B451B-CC2B-43B7-1461-0DCF1658AB1F}"/>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 name="Oval 307">
                <a:extLst>
                  <a:ext uri="{FF2B5EF4-FFF2-40B4-BE49-F238E27FC236}">
                    <a16:creationId xmlns:a16="http://schemas.microsoft.com/office/drawing/2014/main" id="{D70EE3C4-CE3B-8AB2-10BB-079A7B330554}"/>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 name="Oval 308">
                <a:extLst>
                  <a:ext uri="{FF2B5EF4-FFF2-40B4-BE49-F238E27FC236}">
                    <a16:creationId xmlns:a16="http://schemas.microsoft.com/office/drawing/2014/main" id="{CBDFD989-E96C-258C-27A3-DB59DBB5D9F8}"/>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 name="Oval 309">
                <a:extLst>
                  <a:ext uri="{FF2B5EF4-FFF2-40B4-BE49-F238E27FC236}">
                    <a16:creationId xmlns:a16="http://schemas.microsoft.com/office/drawing/2014/main" id="{FC80E960-7A18-AB15-057C-BB54A18FB844}"/>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 name="Oval 310">
                <a:extLst>
                  <a:ext uri="{FF2B5EF4-FFF2-40B4-BE49-F238E27FC236}">
                    <a16:creationId xmlns:a16="http://schemas.microsoft.com/office/drawing/2014/main" id="{A1BBDD4B-132F-E99C-2C13-447E89D34E3E}"/>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a:extLst>
                  <a:ext uri="{FF2B5EF4-FFF2-40B4-BE49-F238E27FC236}">
                    <a16:creationId xmlns:a16="http://schemas.microsoft.com/office/drawing/2014/main" id="{428E1B90-DAB6-FC0B-B627-BF05E261495F}"/>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Oval 312">
                <a:extLst>
                  <a:ext uri="{FF2B5EF4-FFF2-40B4-BE49-F238E27FC236}">
                    <a16:creationId xmlns:a16="http://schemas.microsoft.com/office/drawing/2014/main" id="{8381AAAE-6D5D-72AF-DA49-A05C9BBA6E42}"/>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a:extLst>
                  <a:ext uri="{FF2B5EF4-FFF2-40B4-BE49-F238E27FC236}">
                    <a16:creationId xmlns:a16="http://schemas.microsoft.com/office/drawing/2014/main" id="{2907BD1B-2AF3-1790-B55F-6F438F99FAE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5" name="Oval 314">
                <a:extLst>
                  <a:ext uri="{FF2B5EF4-FFF2-40B4-BE49-F238E27FC236}">
                    <a16:creationId xmlns:a16="http://schemas.microsoft.com/office/drawing/2014/main" id="{36E2885E-840D-E5A5-952B-14E591622C3F}"/>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a:extLst>
                  <a:ext uri="{FF2B5EF4-FFF2-40B4-BE49-F238E27FC236}">
                    <a16:creationId xmlns:a16="http://schemas.microsoft.com/office/drawing/2014/main" id="{9C10E00F-1DC8-D395-CE94-490EAA36E7CA}"/>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Oval 316">
                <a:extLst>
                  <a:ext uri="{FF2B5EF4-FFF2-40B4-BE49-F238E27FC236}">
                    <a16:creationId xmlns:a16="http://schemas.microsoft.com/office/drawing/2014/main" id="{810E1925-4DB0-A63C-D679-42F22FBA1CBF}"/>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a:extLst>
                  <a:ext uri="{FF2B5EF4-FFF2-40B4-BE49-F238E27FC236}">
                    <a16:creationId xmlns:a16="http://schemas.microsoft.com/office/drawing/2014/main" id="{AF429E5D-8ABA-F447-D26F-BFC19349B041}"/>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9" name="Oval 318">
                <a:extLst>
                  <a:ext uri="{FF2B5EF4-FFF2-40B4-BE49-F238E27FC236}">
                    <a16:creationId xmlns:a16="http://schemas.microsoft.com/office/drawing/2014/main" id="{A41D886B-60B4-F4BD-E301-41381FB33671}"/>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a:extLst>
                  <a:ext uri="{FF2B5EF4-FFF2-40B4-BE49-F238E27FC236}">
                    <a16:creationId xmlns:a16="http://schemas.microsoft.com/office/drawing/2014/main" id="{03A8A3FB-9E2D-79A9-F230-EDEFD99365D5}"/>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1" name="Oval 320">
                <a:extLst>
                  <a:ext uri="{FF2B5EF4-FFF2-40B4-BE49-F238E27FC236}">
                    <a16:creationId xmlns:a16="http://schemas.microsoft.com/office/drawing/2014/main" id="{FED3241D-ED34-5BE4-ABB1-1B6610F4CDB6}"/>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a:extLst>
                  <a:ext uri="{FF2B5EF4-FFF2-40B4-BE49-F238E27FC236}">
                    <a16:creationId xmlns:a16="http://schemas.microsoft.com/office/drawing/2014/main" id="{788AEB25-4390-3690-D549-8F241308588A}"/>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3" name="Oval 322">
                <a:extLst>
                  <a:ext uri="{FF2B5EF4-FFF2-40B4-BE49-F238E27FC236}">
                    <a16:creationId xmlns:a16="http://schemas.microsoft.com/office/drawing/2014/main" id="{AF6BECD9-1462-5B0A-729E-E23494E64F45}"/>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a:extLst>
                  <a:ext uri="{FF2B5EF4-FFF2-40B4-BE49-F238E27FC236}">
                    <a16:creationId xmlns:a16="http://schemas.microsoft.com/office/drawing/2014/main" id="{4427BF08-2153-A73F-6B08-DF69908F6D9A}"/>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5" name="Oval 324">
                <a:extLst>
                  <a:ext uri="{FF2B5EF4-FFF2-40B4-BE49-F238E27FC236}">
                    <a16:creationId xmlns:a16="http://schemas.microsoft.com/office/drawing/2014/main" id="{F4E3417D-AC56-914A-6C0A-36216F3FB9D7}"/>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6" name="Oval 325">
                <a:extLst>
                  <a:ext uri="{FF2B5EF4-FFF2-40B4-BE49-F238E27FC236}">
                    <a16:creationId xmlns:a16="http://schemas.microsoft.com/office/drawing/2014/main" id="{77CF30AF-FC75-CBBF-7BF4-B0AC34C03986}"/>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Oval 326">
                <a:extLst>
                  <a:ext uri="{FF2B5EF4-FFF2-40B4-BE49-F238E27FC236}">
                    <a16:creationId xmlns:a16="http://schemas.microsoft.com/office/drawing/2014/main" id="{E478EA44-0CC8-3183-2C85-1C11C8FC5049}"/>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8" name="Oval 327">
                <a:extLst>
                  <a:ext uri="{FF2B5EF4-FFF2-40B4-BE49-F238E27FC236}">
                    <a16:creationId xmlns:a16="http://schemas.microsoft.com/office/drawing/2014/main" id="{7176C1C3-CAD1-7D1A-0EE8-BABC5ED3846B}"/>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9" name="Oval 328">
                <a:extLst>
                  <a:ext uri="{FF2B5EF4-FFF2-40B4-BE49-F238E27FC236}">
                    <a16:creationId xmlns:a16="http://schemas.microsoft.com/office/drawing/2014/main" id="{B9299D2D-4452-3115-5266-3B1176257A26}"/>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 name="Group 4">
            <a:extLst>
              <a:ext uri="{FF2B5EF4-FFF2-40B4-BE49-F238E27FC236}">
                <a16:creationId xmlns:a16="http://schemas.microsoft.com/office/drawing/2014/main" id="{42D1C1AD-E9F3-8D90-3EC6-60C08C08D7A1}"/>
              </a:ext>
            </a:extLst>
          </p:cNvPr>
          <p:cNvGrpSpPr/>
          <p:nvPr/>
        </p:nvGrpSpPr>
        <p:grpSpPr>
          <a:xfrm>
            <a:off x="8616028" y="1088974"/>
            <a:ext cx="2340026" cy="3060034"/>
            <a:chOff x="8616028" y="1448978"/>
            <a:chExt cx="2340026" cy="3060034"/>
          </a:xfrm>
        </p:grpSpPr>
        <p:grpSp>
          <p:nvGrpSpPr>
            <p:cNvPr id="191" name="Group 190">
              <a:extLst>
                <a:ext uri="{FF2B5EF4-FFF2-40B4-BE49-F238E27FC236}">
                  <a16:creationId xmlns:a16="http://schemas.microsoft.com/office/drawing/2014/main" id="{86AD2CB4-2489-CA8A-D4D5-8D3F8D22BD54}"/>
                </a:ext>
              </a:extLst>
            </p:cNvPr>
            <p:cNvGrpSpPr/>
            <p:nvPr/>
          </p:nvGrpSpPr>
          <p:grpSpPr>
            <a:xfrm>
              <a:off x="8706029" y="2078985"/>
              <a:ext cx="2160024" cy="2340026"/>
              <a:chOff x="8706029" y="2078985"/>
              <a:chExt cx="2160024" cy="2340026"/>
            </a:xfrm>
          </p:grpSpPr>
          <p:cxnSp>
            <p:nvCxnSpPr>
              <p:cNvPr id="192" name="Straight Connector 191">
                <a:extLst>
                  <a:ext uri="{FF2B5EF4-FFF2-40B4-BE49-F238E27FC236}">
                    <a16:creationId xmlns:a16="http://schemas.microsoft.com/office/drawing/2014/main" id="{4280C5D4-2BB5-BF51-101A-B527B92DB1AC}"/>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8E144ED2-F4F4-F46B-8768-52CDF370C689}"/>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946D9B52-AEA3-2209-9BD8-972F199B6AA0}"/>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D9AA3134-6D44-850A-C06E-7C3F28D222A2}"/>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4F7CF1AA-862F-03AE-6B11-EF1758179147}"/>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9EA2CC16-4EB9-02EC-61B0-F930B5ED7447}"/>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D383ECE8-06CD-7B08-9C0F-1715F3064796}"/>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2658A463-2D43-0224-6824-516477D78EFC}"/>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525E4489-F668-26A4-90BA-8026937CBF3C}"/>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3970138F-71EB-6576-530D-D4802CD0AA80}"/>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330" name="Group 329">
              <a:extLst>
                <a:ext uri="{FF2B5EF4-FFF2-40B4-BE49-F238E27FC236}">
                  <a16:creationId xmlns:a16="http://schemas.microsoft.com/office/drawing/2014/main" id="{AC890888-4937-6051-E017-4BAB87C7C2AA}"/>
                </a:ext>
              </a:extLst>
            </p:cNvPr>
            <p:cNvGrpSpPr/>
            <p:nvPr/>
          </p:nvGrpSpPr>
          <p:grpSpPr>
            <a:xfrm>
              <a:off x="8616028" y="1448978"/>
              <a:ext cx="2340026" cy="3060034"/>
              <a:chOff x="8616028" y="1448978"/>
              <a:chExt cx="2340026" cy="3060034"/>
            </a:xfrm>
          </p:grpSpPr>
          <p:sp>
            <p:nvSpPr>
              <p:cNvPr id="331" name="Oval 330">
                <a:extLst>
                  <a:ext uri="{FF2B5EF4-FFF2-40B4-BE49-F238E27FC236}">
                    <a16:creationId xmlns:a16="http://schemas.microsoft.com/office/drawing/2014/main" id="{1D81E95A-F67B-4799-3F06-EE718124770C}"/>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2" name="Oval 331">
                <a:extLst>
                  <a:ext uri="{FF2B5EF4-FFF2-40B4-BE49-F238E27FC236}">
                    <a16:creationId xmlns:a16="http://schemas.microsoft.com/office/drawing/2014/main" id="{D8C0C56A-C808-CCFA-62FA-A4F2D2D3E7E6}"/>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3" name="Oval 332">
                <a:extLst>
                  <a:ext uri="{FF2B5EF4-FFF2-40B4-BE49-F238E27FC236}">
                    <a16:creationId xmlns:a16="http://schemas.microsoft.com/office/drawing/2014/main" id="{387D2098-8DB0-DC99-609D-E4B6DD03854B}"/>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a:extLst>
                  <a:ext uri="{FF2B5EF4-FFF2-40B4-BE49-F238E27FC236}">
                    <a16:creationId xmlns:a16="http://schemas.microsoft.com/office/drawing/2014/main" id="{9BB351B8-9CA9-20A7-80C1-D00ECE78C088}"/>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5" name="Oval 334">
                <a:extLst>
                  <a:ext uri="{FF2B5EF4-FFF2-40B4-BE49-F238E27FC236}">
                    <a16:creationId xmlns:a16="http://schemas.microsoft.com/office/drawing/2014/main" id="{95FA27F7-C3D3-40B6-BA83-4E6842AFD371}"/>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a:extLst>
                  <a:ext uri="{FF2B5EF4-FFF2-40B4-BE49-F238E27FC236}">
                    <a16:creationId xmlns:a16="http://schemas.microsoft.com/office/drawing/2014/main" id="{ED978844-603D-B285-9E94-8E2D2C61EE46}"/>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 name="Oval 336">
                <a:extLst>
                  <a:ext uri="{FF2B5EF4-FFF2-40B4-BE49-F238E27FC236}">
                    <a16:creationId xmlns:a16="http://schemas.microsoft.com/office/drawing/2014/main" id="{10C613C1-EDE5-E47D-B3D9-5272E759C5EE}"/>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a:extLst>
                  <a:ext uri="{FF2B5EF4-FFF2-40B4-BE49-F238E27FC236}">
                    <a16:creationId xmlns:a16="http://schemas.microsoft.com/office/drawing/2014/main" id="{8D51B03A-661F-D523-2EBF-73A1EE4F48DC}"/>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9" name="Oval 338">
                <a:extLst>
                  <a:ext uri="{FF2B5EF4-FFF2-40B4-BE49-F238E27FC236}">
                    <a16:creationId xmlns:a16="http://schemas.microsoft.com/office/drawing/2014/main" id="{339E4FCC-3132-43FF-846B-F241203F5058}"/>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a:extLst>
                  <a:ext uri="{FF2B5EF4-FFF2-40B4-BE49-F238E27FC236}">
                    <a16:creationId xmlns:a16="http://schemas.microsoft.com/office/drawing/2014/main" id="{6053C8D9-6144-CB22-7E11-F4C1D270C21B}"/>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1" name="Oval 340">
                <a:extLst>
                  <a:ext uri="{FF2B5EF4-FFF2-40B4-BE49-F238E27FC236}">
                    <a16:creationId xmlns:a16="http://schemas.microsoft.com/office/drawing/2014/main" id="{FCA677D0-97FA-E7D4-CD33-0FA94A70FB39}"/>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a:extLst>
                  <a:ext uri="{FF2B5EF4-FFF2-40B4-BE49-F238E27FC236}">
                    <a16:creationId xmlns:a16="http://schemas.microsoft.com/office/drawing/2014/main" id="{ED72B434-CA1B-E584-55F2-24CDDBAEEF25}"/>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Oval 342">
                <a:extLst>
                  <a:ext uri="{FF2B5EF4-FFF2-40B4-BE49-F238E27FC236}">
                    <a16:creationId xmlns:a16="http://schemas.microsoft.com/office/drawing/2014/main" id="{6AD78B38-998B-504E-91AF-78F1C6E7CF7A}"/>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a:extLst>
                  <a:ext uri="{FF2B5EF4-FFF2-40B4-BE49-F238E27FC236}">
                    <a16:creationId xmlns:a16="http://schemas.microsoft.com/office/drawing/2014/main" id="{747D1533-F6AE-2533-53D9-A352B17C2F31}"/>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5" name="Oval 344">
                <a:extLst>
                  <a:ext uri="{FF2B5EF4-FFF2-40B4-BE49-F238E27FC236}">
                    <a16:creationId xmlns:a16="http://schemas.microsoft.com/office/drawing/2014/main" id="{130F8130-0E0A-72FA-88F1-F923E259A00C}"/>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a:extLst>
                  <a:ext uri="{FF2B5EF4-FFF2-40B4-BE49-F238E27FC236}">
                    <a16:creationId xmlns:a16="http://schemas.microsoft.com/office/drawing/2014/main" id="{FE295C17-3FEB-FAE1-524B-75A0D7FAED5F}"/>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Oval 346">
                <a:extLst>
                  <a:ext uri="{FF2B5EF4-FFF2-40B4-BE49-F238E27FC236}">
                    <a16:creationId xmlns:a16="http://schemas.microsoft.com/office/drawing/2014/main" id="{8C23B096-7927-A28F-90F7-DEEF4D045F22}"/>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Oval 347">
                <a:extLst>
                  <a:ext uri="{FF2B5EF4-FFF2-40B4-BE49-F238E27FC236}">
                    <a16:creationId xmlns:a16="http://schemas.microsoft.com/office/drawing/2014/main" id="{75F8665B-8DD7-09EF-E9A6-5D8B4638EDEF}"/>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Oval 348">
                <a:extLst>
                  <a:ext uri="{FF2B5EF4-FFF2-40B4-BE49-F238E27FC236}">
                    <a16:creationId xmlns:a16="http://schemas.microsoft.com/office/drawing/2014/main" id="{CCE6B393-7D98-462C-C767-E395ADC45021}"/>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Oval 349">
                <a:extLst>
                  <a:ext uri="{FF2B5EF4-FFF2-40B4-BE49-F238E27FC236}">
                    <a16:creationId xmlns:a16="http://schemas.microsoft.com/office/drawing/2014/main" id="{569B61DD-7420-CEEF-65A6-E4421A916BDC}"/>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a:extLst>
                  <a:ext uri="{FF2B5EF4-FFF2-40B4-BE49-F238E27FC236}">
                    <a16:creationId xmlns:a16="http://schemas.microsoft.com/office/drawing/2014/main" id="{E9084315-0D07-162A-9254-A4FC45E60B4D}"/>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2" name="Oval 351">
                <a:extLst>
                  <a:ext uri="{FF2B5EF4-FFF2-40B4-BE49-F238E27FC236}">
                    <a16:creationId xmlns:a16="http://schemas.microsoft.com/office/drawing/2014/main" id="{3BE3F13E-FFA2-89B8-5996-E939A66D3641}"/>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Oval 352">
                <a:extLst>
                  <a:ext uri="{FF2B5EF4-FFF2-40B4-BE49-F238E27FC236}">
                    <a16:creationId xmlns:a16="http://schemas.microsoft.com/office/drawing/2014/main" id="{D7F9E40F-79F6-E891-7A1E-2EE682A286B0}"/>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Oval 353">
                <a:extLst>
                  <a:ext uri="{FF2B5EF4-FFF2-40B4-BE49-F238E27FC236}">
                    <a16:creationId xmlns:a16="http://schemas.microsoft.com/office/drawing/2014/main" id="{2E69D5A0-4CD6-4591-626F-0409404FC899}"/>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5" name="Oval 354">
                <a:extLst>
                  <a:ext uri="{FF2B5EF4-FFF2-40B4-BE49-F238E27FC236}">
                    <a16:creationId xmlns:a16="http://schemas.microsoft.com/office/drawing/2014/main" id="{A7ABC28B-815F-513E-26E6-433C9BC19732}"/>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 name="Group 5">
            <a:extLst>
              <a:ext uri="{FF2B5EF4-FFF2-40B4-BE49-F238E27FC236}">
                <a16:creationId xmlns:a16="http://schemas.microsoft.com/office/drawing/2014/main" id="{2ECED652-5B5D-5DC0-6E97-2ABAF9245810}"/>
              </a:ext>
            </a:extLst>
          </p:cNvPr>
          <p:cNvGrpSpPr/>
          <p:nvPr/>
        </p:nvGrpSpPr>
        <p:grpSpPr>
          <a:xfrm>
            <a:off x="8616028" y="1088974"/>
            <a:ext cx="2340026" cy="3060034"/>
            <a:chOff x="8616028" y="1448978"/>
            <a:chExt cx="2340026" cy="3060034"/>
          </a:xfrm>
        </p:grpSpPr>
        <p:grpSp>
          <p:nvGrpSpPr>
            <p:cNvPr id="156" name="Group 155">
              <a:extLst>
                <a:ext uri="{FF2B5EF4-FFF2-40B4-BE49-F238E27FC236}">
                  <a16:creationId xmlns:a16="http://schemas.microsoft.com/office/drawing/2014/main" id="{8D51C850-D25E-CD07-40BB-916C30764FB2}"/>
                </a:ext>
              </a:extLst>
            </p:cNvPr>
            <p:cNvGrpSpPr/>
            <p:nvPr/>
          </p:nvGrpSpPr>
          <p:grpSpPr>
            <a:xfrm>
              <a:off x="8706029" y="1718981"/>
              <a:ext cx="1620018" cy="2700030"/>
              <a:chOff x="8706029" y="1718981"/>
              <a:chExt cx="1620018" cy="2700030"/>
            </a:xfrm>
          </p:grpSpPr>
          <p:cxnSp>
            <p:nvCxnSpPr>
              <p:cNvPr id="73" name="Straight Connector 72">
                <a:extLst>
                  <a:ext uri="{FF2B5EF4-FFF2-40B4-BE49-F238E27FC236}">
                    <a16:creationId xmlns:a16="http://schemas.microsoft.com/office/drawing/2014/main" id="{92E528C8-6746-05F0-F284-1DCE18FEE0F3}"/>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E49BA426-FE72-491C-BA77-161E9F6B2D47}"/>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23363DAC-5AEB-95C2-6718-1BFDCE16BD86}"/>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B8001CDB-DF2A-898F-4E6B-FA12C7BE2993}"/>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0A07D625-EC88-B9F2-35E4-0ED2FE0B7D2C}"/>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E09B044A-6B91-A34C-D9A3-F1646599D989}"/>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76228937-A0FE-CF28-30A0-FED37F4AD390}"/>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70ECBE95-D264-8AD3-F8E8-6ECF0B190DDB}"/>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D2887A4A-2415-8940-1A3E-5BE3135555F5}"/>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A5B32A61-510C-5A1F-D47E-17468E029D0A}"/>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157" name="Group 156">
              <a:extLst>
                <a:ext uri="{FF2B5EF4-FFF2-40B4-BE49-F238E27FC236}">
                  <a16:creationId xmlns:a16="http://schemas.microsoft.com/office/drawing/2014/main" id="{EAF3F644-D0EA-D960-82F0-48598EDA8E2C}"/>
                </a:ext>
              </a:extLst>
            </p:cNvPr>
            <p:cNvGrpSpPr/>
            <p:nvPr/>
          </p:nvGrpSpPr>
          <p:grpSpPr>
            <a:xfrm>
              <a:off x="9246035" y="1538979"/>
              <a:ext cx="1620018" cy="2700030"/>
              <a:chOff x="9246035" y="1538979"/>
              <a:chExt cx="1620018" cy="2700030"/>
            </a:xfrm>
          </p:grpSpPr>
          <p:cxnSp>
            <p:nvCxnSpPr>
              <p:cNvPr id="91" name="Straight Connector 90">
                <a:extLst>
                  <a:ext uri="{FF2B5EF4-FFF2-40B4-BE49-F238E27FC236}">
                    <a16:creationId xmlns:a16="http://schemas.microsoft.com/office/drawing/2014/main" id="{5A137E47-9B22-028F-7DFC-4BDFC7587972}"/>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9B615AED-A948-68E3-7F49-B3169614A062}"/>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E994B910-C67F-650F-6451-CED2DF8CB287}"/>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192EC86A-AB48-CF50-00A5-302C3B980857}"/>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F1BCEAF9-FEA1-8EB7-DEC9-CE87C0187DA6}"/>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983E646B-F005-63B0-2F96-E33635717157}"/>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53D0F072-DD67-67E6-6C86-0932644DFC24}"/>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27FB6CB9-FAEE-6C36-7BE0-A8482D60444D}"/>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723C14EE-69AE-87C2-62C2-B7C077B6285E}"/>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0F6DB6B6-87F8-9492-1453-64029FC22AFE}"/>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154" name="Group 153">
              <a:extLst>
                <a:ext uri="{FF2B5EF4-FFF2-40B4-BE49-F238E27FC236}">
                  <a16:creationId xmlns:a16="http://schemas.microsoft.com/office/drawing/2014/main" id="{8052C82E-1926-EAF9-375F-4D8DB1A04FD1}"/>
                </a:ext>
              </a:extLst>
            </p:cNvPr>
            <p:cNvGrpSpPr/>
            <p:nvPr/>
          </p:nvGrpSpPr>
          <p:grpSpPr>
            <a:xfrm>
              <a:off x="8706029" y="1538979"/>
              <a:ext cx="2160024" cy="2340026"/>
              <a:chOff x="8706029" y="1538979"/>
              <a:chExt cx="2160024" cy="2340026"/>
            </a:xfrm>
          </p:grpSpPr>
          <p:cxnSp>
            <p:nvCxnSpPr>
              <p:cNvPr id="96" name="Straight Connector 95">
                <a:extLst>
                  <a:ext uri="{FF2B5EF4-FFF2-40B4-BE49-F238E27FC236}">
                    <a16:creationId xmlns:a16="http://schemas.microsoft.com/office/drawing/2014/main" id="{9622D73B-40E6-308E-AE47-5FBF4AF314E3}"/>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213388E9-4980-2CEE-0668-8BF3FFBE5E80}"/>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F55A2DB-3AAD-CB3B-49E2-2DF8D56D00D2}"/>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790403C8-EA92-5858-D27B-119854DCEF9E}"/>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54F763F3-8C29-F5BB-8449-74F5EA2F765A}"/>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A547DAC3-7B16-7695-BDFF-968775096E59}"/>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18657B5B-1608-E3CF-5A47-6B4EFBC7755A}"/>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24EB137D-053C-30D0-5D64-FA5BD00C70EC}"/>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351CEB16-1342-8657-118D-BCA62363B1CF}"/>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9759A2B5-386A-0D62-6204-87D2A5335D2F}"/>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155" name="Group 154">
              <a:extLst>
                <a:ext uri="{FF2B5EF4-FFF2-40B4-BE49-F238E27FC236}">
                  <a16:creationId xmlns:a16="http://schemas.microsoft.com/office/drawing/2014/main" id="{00A2CCFC-4E0E-CC56-D545-6A99C7BBF006}"/>
                </a:ext>
              </a:extLst>
            </p:cNvPr>
            <p:cNvGrpSpPr/>
            <p:nvPr/>
          </p:nvGrpSpPr>
          <p:grpSpPr>
            <a:xfrm>
              <a:off x="8706029" y="2078985"/>
              <a:ext cx="2160024" cy="2340026"/>
              <a:chOff x="8706029" y="2078985"/>
              <a:chExt cx="2160024" cy="2340026"/>
            </a:xfrm>
          </p:grpSpPr>
          <p:cxnSp>
            <p:nvCxnSpPr>
              <p:cNvPr id="115" name="Straight Connector 114">
                <a:extLst>
                  <a:ext uri="{FF2B5EF4-FFF2-40B4-BE49-F238E27FC236}">
                    <a16:creationId xmlns:a16="http://schemas.microsoft.com/office/drawing/2014/main" id="{086D09A2-38FB-C06C-AB49-ADC59C5CC98F}"/>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D09D1CF0-D761-0325-9AF4-1D5D089E6845}"/>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E9D78472-4ED3-A44B-3757-5B55243D445B}"/>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E19FF0BF-0E29-6B0B-6146-09AEFD90715B}"/>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3" name="Straight Connector 142">
                <a:extLst>
                  <a:ext uri="{FF2B5EF4-FFF2-40B4-BE49-F238E27FC236}">
                    <a16:creationId xmlns:a16="http://schemas.microsoft.com/office/drawing/2014/main" id="{2BF02700-14EB-AC6E-C83B-860FA3DF68B4}"/>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7C327B57-C4EF-66AE-2ECD-295E0B0D95B9}"/>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3A86E10E-136A-5A3F-1A83-77C28BD6CD74}"/>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9D46E6F5-3723-DFC1-6569-C69527BC908A}"/>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D1833A6E-7C19-7336-107D-30FAB752C060}"/>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096898E7-899A-7798-1A8E-90D1FD25A69F}"/>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251" name="Group 250">
              <a:extLst>
                <a:ext uri="{FF2B5EF4-FFF2-40B4-BE49-F238E27FC236}">
                  <a16:creationId xmlns:a16="http://schemas.microsoft.com/office/drawing/2014/main" id="{56D6BFDA-9348-54DF-6FF2-D4A8636FBFBF}"/>
                </a:ext>
              </a:extLst>
            </p:cNvPr>
            <p:cNvGrpSpPr/>
            <p:nvPr/>
          </p:nvGrpSpPr>
          <p:grpSpPr>
            <a:xfrm>
              <a:off x="8616028" y="1448978"/>
              <a:ext cx="2340026" cy="3060034"/>
              <a:chOff x="8616028" y="1448978"/>
              <a:chExt cx="2340026" cy="3060034"/>
            </a:xfrm>
          </p:grpSpPr>
          <p:sp>
            <p:nvSpPr>
              <p:cNvPr id="202" name="Oval 201">
                <a:extLst>
                  <a:ext uri="{FF2B5EF4-FFF2-40B4-BE49-F238E27FC236}">
                    <a16:creationId xmlns:a16="http://schemas.microsoft.com/office/drawing/2014/main" id="{C8FFFF83-DBF9-F080-143C-600D5E59F15A}"/>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a:extLst>
                  <a:ext uri="{FF2B5EF4-FFF2-40B4-BE49-F238E27FC236}">
                    <a16:creationId xmlns:a16="http://schemas.microsoft.com/office/drawing/2014/main" id="{B1EBD8C6-480B-23F5-DE45-7CA9AFDA0BFF}"/>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a:extLst>
                  <a:ext uri="{FF2B5EF4-FFF2-40B4-BE49-F238E27FC236}">
                    <a16:creationId xmlns:a16="http://schemas.microsoft.com/office/drawing/2014/main" id="{4F3149D4-E9A9-43A8-C077-17CEAE797E0B}"/>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a:extLst>
                  <a:ext uri="{FF2B5EF4-FFF2-40B4-BE49-F238E27FC236}">
                    <a16:creationId xmlns:a16="http://schemas.microsoft.com/office/drawing/2014/main" id="{05141180-48D2-CC8B-300A-F2F4C215FD87}"/>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a:extLst>
                  <a:ext uri="{FF2B5EF4-FFF2-40B4-BE49-F238E27FC236}">
                    <a16:creationId xmlns:a16="http://schemas.microsoft.com/office/drawing/2014/main" id="{B80C2CE9-4211-5211-2C37-23EDCC4A0E62}"/>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a:extLst>
                  <a:ext uri="{FF2B5EF4-FFF2-40B4-BE49-F238E27FC236}">
                    <a16:creationId xmlns:a16="http://schemas.microsoft.com/office/drawing/2014/main" id="{6C483F6D-2EC6-5A3E-403B-3CB2288CB645}"/>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a:extLst>
                  <a:ext uri="{FF2B5EF4-FFF2-40B4-BE49-F238E27FC236}">
                    <a16:creationId xmlns:a16="http://schemas.microsoft.com/office/drawing/2014/main" id="{8B0E6EB8-CDED-C55B-4CDE-8823EF1F59A5}"/>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Oval 215">
                <a:extLst>
                  <a:ext uri="{FF2B5EF4-FFF2-40B4-BE49-F238E27FC236}">
                    <a16:creationId xmlns:a16="http://schemas.microsoft.com/office/drawing/2014/main" id="{953DF510-5F4B-97C6-8915-40C84C736BB3}"/>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Oval 217">
                <a:extLst>
                  <a:ext uri="{FF2B5EF4-FFF2-40B4-BE49-F238E27FC236}">
                    <a16:creationId xmlns:a16="http://schemas.microsoft.com/office/drawing/2014/main" id="{1645D091-879F-2E06-CD89-7B29F43DB6A0}"/>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Oval 219">
                <a:extLst>
                  <a:ext uri="{FF2B5EF4-FFF2-40B4-BE49-F238E27FC236}">
                    <a16:creationId xmlns:a16="http://schemas.microsoft.com/office/drawing/2014/main" id="{7BFB5156-87C8-162A-298F-C2DC9C788579}"/>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Oval 221">
                <a:extLst>
                  <a:ext uri="{FF2B5EF4-FFF2-40B4-BE49-F238E27FC236}">
                    <a16:creationId xmlns:a16="http://schemas.microsoft.com/office/drawing/2014/main" id="{F7D0C66D-F984-5FA3-E251-BE1C90AFA0C9}"/>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a:extLst>
                  <a:ext uri="{FF2B5EF4-FFF2-40B4-BE49-F238E27FC236}">
                    <a16:creationId xmlns:a16="http://schemas.microsoft.com/office/drawing/2014/main" id="{FA9EE4DE-959B-32A5-69B0-C2DA90A4F12D}"/>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a:extLst>
                  <a:ext uri="{FF2B5EF4-FFF2-40B4-BE49-F238E27FC236}">
                    <a16:creationId xmlns:a16="http://schemas.microsoft.com/office/drawing/2014/main" id="{969441E3-45D4-77DD-CAAC-F9D3E937ED3E}"/>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a:extLst>
                  <a:ext uri="{FF2B5EF4-FFF2-40B4-BE49-F238E27FC236}">
                    <a16:creationId xmlns:a16="http://schemas.microsoft.com/office/drawing/2014/main" id="{DC6BBB3F-B7AE-56DA-3260-DC8608E63B45}"/>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a:extLst>
                  <a:ext uri="{FF2B5EF4-FFF2-40B4-BE49-F238E27FC236}">
                    <a16:creationId xmlns:a16="http://schemas.microsoft.com/office/drawing/2014/main" id="{4931930A-4DF3-3366-CBC7-C7886A5CF927}"/>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a:extLst>
                  <a:ext uri="{FF2B5EF4-FFF2-40B4-BE49-F238E27FC236}">
                    <a16:creationId xmlns:a16="http://schemas.microsoft.com/office/drawing/2014/main" id="{EEAD31E8-BA42-DF1B-842F-479EA726041E}"/>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a:extLst>
                  <a:ext uri="{FF2B5EF4-FFF2-40B4-BE49-F238E27FC236}">
                    <a16:creationId xmlns:a16="http://schemas.microsoft.com/office/drawing/2014/main" id="{6BC9CE20-6883-5E36-3CED-D7581DB5A371}"/>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a:extLst>
                  <a:ext uri="{FF2B5EF4-FFF2-40B4-BE49-F238E27FC236}">
                    <a16:creationId xmlns:a16="http://schemas.microsoft.com/office/drawing/2014/main" id="{269805F3-B337-710E-85DC-250169D0FFE4}"/>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Oval 237">
                <a:extLst>
                  <a:ext uri="{FF2B5EF4-FFF2-40B4-BE49-F238E27FC236}">
                    <a16:creationId xmlns:a16="http://schemas.microsoft.com/office/drawing/2014/main" id="{FFC2EFAB-BEB0-6FD0-3846-C1F4647521D3}"/>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Oval 239">
                <a:extLst>
                  <a:ext uri="{FF2B5EF4-FFF2-40B4-BE49-F238E27FC236}">
                    <a16:creationId xmlns:a16="http://schemas.microsoft.com/office/drawing/2014/main" id="{4487A63D-B2CB-91D7-7E61-4D8EAD5A7B5A}"/>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Oval 241">
                <a:extLst>
                  <a:ext uri="{FF2B5EF4-FFF2-40B4-BE49-F238E27FC236}">
                    <a16:creationId xmlns:a16="http://schemas.microsoft.com/office/drawing/2014/main" id="{8E1CD4BC-3738-C775-01C5-850CD637B4FF}"/>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Oval 243">
                <a:extLst>
                  <a:ext uri="{FF2B5EF4-FFF2-40B4-BE49-F238E27FC236}">
                    <a16:creationId xmlns:a16="http://schemas.microsoft.com/office/drawing/2014/main" id="{D96416C6-9DE6-8F86-3CAD-497C856C2C22}"/>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a:extLst>
                  <a:ext uri="{FF2B5EF4-FFF2-40B4-BE49-F238E27FC236}">
                    <a16:creationId xmlns:a16="http://schemas.microsoft.com/office/drawing/2014/main" id="{D92A98A4-4403-7AB9-4AA9-2353562EDED9}"/>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a:extLst>
                  <a:ext uri="{FF2B5EF4-FFF2-40B4-BE49-F238E27FC236}">
                    <a16:creationId xmlns:a16="http://schemas.microsoft.com/office/drawing/2014/main" id="{8BD2C713-7714-69DE-7293-31372FC7001F}"/>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a:extLst>
                  <a:ext uri="{FF2B5EF4-FFF2-40B4-BE49-F238E27FC236}">
                    <a16:creationId xmlns:a16="http://schemas.microsoft.com/office/drawing/2014/main" id="{942EB03A-B4EB-5984-EA55-1BFC12E34255}"/>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6912769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D28D0-35CD-4571-F468-35D4CC3DEC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E9FC038-4986-69FC-5287-CE2C4522D220}"/>
                  </a:ext>
                </a:extLst>
              </p:cNvPr>
              <p:cNvSpPr txBox="1"/>
              <p:nvPr/>
            </p:nvSpPr>
            <p:spPr>
              <a:xfrm>
                <a:off x="7266013"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FE9FC038-4986-69FC-5287-CE2C4522D220}"/>
                  </a:ext>
                </a:extLst>
              </p:cNvPr>
              <p:cNvSpPr txBox="1">
                <a:spLocks noRot="1" noChangeAspect="1" noMove="1" noResize="1" noEditPoints="1" noAdjustHandles="1" noChangeArrowheads="1" noChangeShapeType="1" noTextEdit="1"/>
              </p:cNvSpPr>
              <p:nvPr/>
            </p:nvSpPr>
            <p:spPr>
              <a:xfrm>
                <a:off x="7266013" y="2258987"/>
                <a:ext cx="1170013"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708B51B-1602-4010-5922-43088BF20063}"/>
                  </a:ext>
                </a:extLst>
              </p:cNvPr>
              <p:cNvSpPr txBox="1"/>
              <p:nvPr/>
            </p:nvSpPr>
            <p:spPr>
              <a:xfrm>
                <a:off x="65933"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B708B51B-1602-4010-5922-43088BF20063}"/>
                  </a:ext>
                </a:extLst>
              </p:cNvPr>
              <p:cNvSpPr txBox="1">
                <a:spLocks noRot="1" noChangeAspect="1" noMove="1" noResize="1" noEditPoints="1" noAdjustHandles="1" noChangeArrowheads="1" noChangeShapeType="1" noTextEdit="1"/>
              </p:cNvSpPr>
              <p:nvPr/>
            </p:nvSpPr>
            <p:spPr>
              <a:xfrm>
                <a:off x="65933" y="4779015"/>
                <a:ext cx="1980022" cy="83099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0D7CDDD7-CFD6-FAF4-F0FD-807329AEADD3}"/>
                  </a:ext>
                </a:extLst>
              </p:cNvPr>
              <p:cNvSpPr txBox="1"/>
              <p:nvPr/>
            </p:nvSpPr>
            <p:spPr>
              <a:xfrm>
                <a:off x="1955954"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0D7CDDD7-CFD6-FAF4-F0FD-807329AEADD3}"/>
                  </a:ext>
                </a:extLst>
              </p:cNvPr>
              <p:cNvSpPr txBox="1">
                <a:spLocks noRot="1" noChangeAspect="1" noMove="1" noResize="1" noEditPoints="1" noAdjustHandles="1" noChangeArrowheads="1" noChangeShapeType="1" noTextEdit="1"/>
              </p:cNvSpPr>
              <p:nvPr/>
            </p:nvSpPr>
            <p:spPr>
              <a:xfrm>
                <a:off x="1955954" y="4779015"/>
                <a:ext cx="1980022" cy="83099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4D47EED-5E25-3A4F-695E-CC683CD8CA0A}"/>
                  </a:ext>
                </a:extLst>
              </p:cNvPr>
              <p:cNvSpPr txBox="1"/>
              <p:nvPr/>
            </p:nvSpPr>
            <p:spPr>
              <a:xfrm>
                <a:off x="8706029" y="4784549"/>
                <a:ext cx="1980022" cy="863378"/>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r>
                            <a:rPr lang="en-US" sz="4800" b="0" i="1" smtClean="0">
                              <a:latin typeface="Cambria Math" panose="02040503050406030204" pitchFamily="18" charset="0"/>
                            </a:rPr>
                            <m:t>⊞</m:t>
                          </m:r>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74D47EED-5E25-3A4F-695E-CC683CD8CA0A}"/>
                  </a:ext>
                </a:extLst>
              </p:cNvPr>
              <p:cNvSpPr txBox="1">
                <a:spLocks noRot="1" noChangeAspect="1" noMove="1" noResize="1" noEditPoints="1" noAdjustHandles="1" noChangeArrowheads="1" noChangeShapeType="1" noTextEdit="1"/>
              </p:cNvSpPr>
              <p:nvPr/>
            </p:nvSpPr>
            <p:spPr>
              <a:xfrm>
                <a:off x="8706029" y="4784549"/>
                <a:ext cx="1980022" cy="863378"/>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D3F6A7A3-4D24-4B20-AC53-79595468AA69}"/>
                  </a:ext>
                </a:extLst>
              </p:cNvPr>
              <p:cNvSpPr txBox="1"/>
              <p:nvPr/>
            </p:nvSpPr>
            <p:spPr>
              <a:xfrm>
                <a:off x="1415948"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D3F6A7A3-4D24-4B20-AC53-79595468AA69}"/>
                  </a:ext>
                </a:extLst>
              </p:cNvPr>
              <p:cNvSpPr txBox="1">
                <a:spLocks noRot="1" noChangeAspect="1" noMove="1" noResize="1" noEditPoints="1" noAdjustHandles="1" noChangeArrowheads="1" noChangeShapeType="1" noTextEdit="1"/>
              </p:cNvSpPr>
              <p:nvPr/>
            </p:nvSpPr>
            <p:spPr>
              <a:xfrm>
                <a:off x="1415948" y="4779015"/>
                <a:ext cx="1170013" cy="83099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0B684AC4-9D84-A493-EB85-6D3F556CA06B}"/>
                  </a:ext>
                </a:extLst>
              </p:cNvPr>
              <p:cNvSpPr txBox="1"/>
              <p:nvPr/>
            </p:nvSpPr>
            <p:spPr>
              <a:xfrm>
                <a:off x="7266013"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1D7AD53C-F08D-B827-D03A-6B40DDCF7D4F}"/>
                  </a:ext>
                </a:extLst>
              </p:cNvPr>
              <p:cNvSpPr txBox="1">
                <a:spLocks noRot="1" noChangeAspect="1" noMove="1" noResize="1" noEditPoints="1" noAdjustHandles="1" noChangeArrowheads="1" noChangeShapeType="1" noTextEdit="1"/>
              </p:cNvSpPr>
              <p:nvPr/>
            </p:nvSpPr>
            <p:spPr>
              <a:xfrm>
                <a:off x="7266013" y="4779015"/>
                <a:ext cx="1170013" cy="83099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5BF5817-CA2C-F04F-EAE3-8459EF137FB2}"/>
                  </a:ext>
                </a:extLst>
              </p:cNvPr>
              <p:cNvSpPr txBox="1"/>
              <p:nvPr/>
            </p:nvSpPr>
            <p:spPr>
              <a:xfrm>
                <a:off x="8256024"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BCEF89FA-DC4A-B36A-5383-32721B47FC39}"/>
                  </a:ext>
                </a:extLst>
              </p:cNvPr>
              <p:cNvSpPr txBox="1">
                <a:spLocks noRot="1" noChangeAspect="1" noMove="1" noResize="1" noEditPoints="1" noAdjustHandles="1" noChangeArrowheads="1" noChangeShapeType="1" noTextEdit="1"/>
              </p:cNvSpPr>
              <p:nvPr/>
            </p:nvSpPr>
            <p:spPr>
              <a:xfrm>
                <a:off x="8256024" y="4779015"/>
                <a:ext cx="2610029" cy="830997"/>
              </a:xfrm>
              <a:prstGeom prst="rect">
                <a:avLst/>
              </a:prstGeom>
              <a:blipFill>
                <a:blip r:embed="rId15"/>
                <a:stretch>
                  <a:fillRect/>
                </a:stretch>
              </a:blipFill>
            </p:spPr>
            <p:txBody>
              <a:bodyPr/>
              <a:lstStyle/>
              <a:p>
                <a:r>
                  <a:rPr lang="en-GB">
                    <a:noFill/>
                  </a:rPr>
                  <a:t> </a:t>
                </a:r>
              </a:p>
            </p:txBody>
          </p:sp>
        </mc:Fallback>
      </mc:AlternateContent>
      <p:pic>
        <p:nvPicPr>
          <p:cNvPr id="46" name="Picture 45" descr="Iceberg PNGs for Free Download">
            <a:extLst>
              <a:ext uri="{FF2B5EF4-FFF2-40B4-BE49-F238E27FC236}">
                <a16:creationId xmlns:a16="http://schemas.microsoft.com/office/drawing/2014/main" id="{1835FBEF-5BE0-960C-7787-774D5E738A2B}"/>
              </a:ext>
            </a:extLst>
          </p:cNvPr>
          <p:cNvPicPr>
            <a:picLocks noChangeAspect="1"/>
          </p:cNvPicPr>
          <p:nvPr/>
        </p:nvPicPr>
        <p:blipFill>
          <a:blip r:embed="rId16"/>
          <a:stretch>
            <a:fillRect/>
          </a:stretch>
        </p:blipFill>
        <p:spPr>
          <a:xfrm>
            <a:off x="12396070" y="-441043"/>
            <a:ext cx="7740086" cy="7740086"/>
          </a:xfrm>
          <a:prstGeom prst="rect">
            <a:avLst/>
          </a:prstGeom>
        </p:spPr>
      </p:pic>
      <p:sp>
        <p:nvSpPr>
          <p:cNvPr id="49" name="Rectangle 48">
            <a:extLst>
              <a:ext uri="{FF2B5EF4-FFF2-40B4-BE49-F238E27FC236}">
                <a16:creationId xmlns:a16="http://schemas.microsoft.com/office/drawing/2014/main" id="{346DA330-AF23-708A-C804-9FA9B211BBE5}"/>
              </a:ext>
            </a:extLst>
          </p:cNvPr>
          <p:cNvSpPr/>
          <p:nvPr/>
        </p:nvSpPr>
        <p:spPr>
          <a:xfrm>
            <a:off x="14646095"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4C653DD5-4B20-6DC0-0D57-F784F98DD69B}"/>
                  </a:ext>
                </a:extLst>
              </p:cNvPr>
              <p:cNvSpPr/>
              <p:nvPr/>
            </p:nvSpPr>
            <p:spPr>
              <a:xfrm>
                <a:off x="1230606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51" name="Rectangle 50">
                <a:extLst>
                  <a:ext uri="{FF2B5EF4-FFF2-40B4-BE49-F238E27FC236}">
                    <a16:creationId xmlns:a16="http://schemas.microsoft.com/office/drawing/2014/main" id="{D8DD4A2A-F9CD-F816-6946-0ED7D94FDC5F}"/>
                  </a:ext>
                </a:extLst>
              </p:cNvPr>
              <p:cNvSpPr>
                <a:spLocks noRot="1" noChangeAspect="1" noMove="1" noResize="1" noEditPoints="1" noAdjustHandles="1" noChangeArrowheads="1" noChangeShapeType="1" noTextEdit="1"/>
              </p:cNvSpPr>
              <p:nvPr/>
            </p:nvSpPr>
            <p:spPr>
              <a:xfrm>
                <a:off x="12306068" y="2168986"/>
                <a:ext cx="1890021" cy="540006"/>
              </a:xfrm>
              <a:prstGeom prst="rect">
                <a:avLst/>
              </a:prstGeom>
              <a:blipFill>
                <a:blip r:embed="rId17"/>
                <a:stretch>
                  <a:fillRect/>
                </a:stretch>
              </a:blipFill>
              <a:ln>
                <a:noFill/>
              </a:ln>
            </p:spPr>
            <p:txBody>
              <a:bodyPr/>
              <a:lstStyle/>
              <a:p>
                <a:r>
                  <a:rPr lang="en-GB">
                    <a:noFill/>
                  </a:rPr>
                  <a:t> </a:t>
                </a:r>
              </a:p>
            </p:txBody>
          </p:sp>
        </mc:Fallback>
      </mc:AlternateContent>
      <p:sp>
        <p:nvSpPr>
          <p:cNvPr id="55" name="Rectangle 54">
            <a:extLst>
              <a:ext uri="{FF2B5EF4-FFF2-40B4-BE49-F238E27FC236}">
                <a16:creationId xmlns:a16="http://schemas.microsoft.com/office/drawing/2014/main" id="{85CCD31C-BEF8-99C9-C63B-3497CA7D4C8B}"/>
              </a:ext>
            </a:extLst>
          </p:cNvPr>
          <p:cNvSpPr/>
          <p:nvPr/>
        </p:nvSpPr>
        <p:spPr>
          <a:xfrm>
            <a:off x="14646096"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5BA40188-0A03-D60C-3EBE-E994A7D67378}"/>
                  </a:ext>
                </a:extLst>
              </p:cNvPr>
              <p:cNvSpPr/>
              <p:nvPr/>
            </p:nvSpPr>
            <p:spPr>
              <a:xfrm>
                <a:off x="12306070"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57" name="Rectangle 56">
                <a:extLst>
                  <a:ext uri="{FF2B5EF4-FFF2-40B4-BE49-F238E27FC236}">
                    <a16:creationId xmlns:a16="http://schemas.microsoft.com/office/drawing/2014/main" id="{C70C469B-7B0A-B9EA-61FD-4D1F937DC2FA}"/>
                  </a:ext>
                </a:extLst>
              </p:cNvPr>
              <p:cNvSpPr>
                <a:spLocks noRot="1" noChangeAspect="1" noMove="1" noResize="1" noEditPoints="1" noAdjustHandles="1" noChangeArrowheads="1" noChangeShapeType="1" noTextEdit="1"/>
              </p:cNvSpPr>
              <p:nvPr/>
            </p:nvSpPr>
            <p:spPr>
              <a:xfrm>
                <a:off x="12306070" y="2888994"/>
                <a:ext cx="1890021" cy="540006"/>
              </a:xfrm>
              <a:prstGeom prst="rect">
                <a:avLst/>
              </a:prstGeom>
              <a:blipFill>
                <a:blip r:embed="rId18"/>
                <a:stretch>
                  <a:fillRect t="-26966" b="-51685"/>
                </a:stretch>
              </a:blipFill>
              <a:ln>
                <a:noFill/>
              </a:ln>
            </p:spPr>
            <p:txBody>
              <a:bodyPr/>
              <a:lstStyle/>
              <a:p>
                <a:r>
                  <a:rPr lang="en-GB">
                    <a:noFill/>
                  </a:rPr>
                  <a:t> </a:t>
                </a:r>
              </a:p>
            </p:txBody>
          </p:sp>
        </mc:Fallback>
      </mc:AlternateContent>
      <p:sp>
        <p:nvSpPr>
          <p:cNvPr id="60" name="Rectangle 59">
            <a:extLst>
              <a:ext uri="{FF2B5EF4-FFF2-40B4-BE49-F238E27FC236}">
                <a16:creationId xmlns:a16="http://schemas.microsoft.com/office/drawing/2014/main" id="{5665CF92-9D8B-518E-5720-4385352719B2}"/>
              </a:ext>
            </a:extLst>
          </p:cNvPr>
          <p:cNvSpPr/>
          <p:nvPr/>
        </p:nvSpPr>
        <p:spPr>
          <a:xfrm>
            <a:off x="14646096"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62" name="Rectangle 61">
            <a:extLst>
              <a:ext uri="{FF2B5EF4-FFF2-40B4-BE49-F238E27FC236}">
                <a16:creationId xmlns:a16="http://schemas.microsoft.com/office/drawing/2014/main" id="{B6219395-CB43-EBEA-2336-0196BDE725CD}"/>
              </a:ext>
            </a:extLst>
          </p:cNvPr>
          <p:cNvSpPr/>
          <p:nvPr/>
        </p:nvSpPr>
        <p:spPr>
          <a:xfrm>
            <a:off x="12306070"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DB75BAE1-D46F-EBBB-FF77-DB73EED13033}"/>
                  </a:ext>
                </a:extLst>
              </p:cNvPr>
              <p:cNvSpPr/>
              <p:nvPr/>
            </p:nvSpPr>
            <p:spPr>
              <a:xfrm>
                <a:off x="14646096"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64" name="Rectangle 63">
                <a:extLst>
                  <a:ext uri="{FF2B5EF4-FFF2-40B4-BE49-F238E27FC236}">
                    <a16:creationId xmlns:a16="http://schemas.microsoft.com/office/drawing/2014/main" id="{5FADF544-0D8D-21D5-03FF-9F9D9DF77B5B}"/>
                  </a:ext>
                </a:extLst>
              </p:cNvPr>
              <p:cNvSpPr>
                <a:spLocks noRot="1" noChangeAspect="1" noMove="1" noResize="1" noEditPoints="1" noAdjustHandles="1" noChangeArrowheads="1" noChangeShapeType="1" noTextEdit="1"/>
              </p:cNvSpPr>
              <p:nvPr/>
            </p:nvSpPr>
            <p:spPr>
              <a:xfrm>
                <a:off x="14646096" y="4689014"/>
                <a:ext cx="2340026" cy="540006"/>
              </a:xfrm>
              <a:prstGeom prst="rect">
                <a:avLst/>
              </a:prstGeom>
              <a:blipFill>
                <a:blip r:embed="rId19"/>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520051D0-94DF-2A94-F7DA-5395CFD8C310}"/>
                  </a:ext>
                </a:extLst>
              </p:cNvPr>
              <p:cNvSpPr/>
              <p:nvPr/>
            </p:nvSpPr>
            <p:spPr>
              <a:xfrm>
                <a:off x="12126067"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66" name="Rectangle 65">
                <a:extLst>
                  <a:ext uri="{FF2B5EF4-FFF2-40B4-BE49-F238E27FC236}">
                    <a16:creationId xmlns:a16="http://schemas.microsoft.com/office/drawing/2014/main" id="{8DC8A9F7-CA41-64EA-63DB-6E8205EF26F7}"/>
                  </a:ext>
                </a:extLst>
              </p:cNvPr>
              <p:cNvSpPr>
                <a:spLocks noRot="1" noChangeAspect="1" noMove="1" noResize="1" noEditPoints="1" noAdjustHandles="1" noChangeArrowheads="1" noChangeShapeType="1" noTextEdit="1"/>
              </p:cNvSpPr>
              <p:nvPr/>
            </p:nvSpPr>
            <p:spPr>
              <a:xfrm>
                <a:off x="12126067" y="4689014"/>
                <a:ext cx="2250025" cy="540006"/>
              </a:xfrm>
              <a:prstGeom prst="rect">
                <a:avLst/>
              </a:prstGeom>
              <a:blipFill>
                <a:blip r:embed="rId2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3CF7FFA-52F5-95B5-E816-6760DB13D59E}"/>
                  </a:ext>
                </a:extLst>
              </p:cNvPr>
              <p:cNvSpPr txBox="1"/>
              <p:nvPr/>
            </p:nvSpPr>
            <p:spPr>
              <a:xfrm>
                <a:off x="4745985" y="6833302"/>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bg1"/>
                        </a:solidFill>
                        <a:latin typeface="Cambria Math" panose="02040503050406030204" pitchFamily="18" charset="0"/>
                      </a:rPr>
                      <m:t>≥</m:t>
                    </m:r>
                  </m:oMath>
                </a14:m>
                <a:r>
                  <a:rPr lang="en-GB" sz="4800" dirty="0">
                    <a:solidFill>
                      <a:schemeClr val="accent6"/>
                    </a:solidFill>
                  </a:rPr>
                  <a:t> </a:t>
                </a:r>
              </a:p>
            </p:txBody>
          </p:sp>
        </mc:Choice>
        <mc:Fallback xmlns="">
          <p:sp>
            <p:nvSpPr>
              <p:cNvPr id="68" name="TextBox 67">
                <a:extLst>
                  <a:ext uri="{FF2B5EF4-FFF2-40B4-BE49-F238E27FC236}">
                    <a16:creationId xmlns:a16="http://schemas.microsoft.com/office/drawing/2014/main" id="{263385A6-B661-A5BD-1E15-C6E44681B22B}"/>
                  </a:ext>
                </a:extLst>
              </p:cNvPr>
              <p:cNvSpPr txBox="1">
                <a:spLocks noRot="1" noChangeAspect="1" noMove="1" noResize="1" noEditPoints="1" noAdjustHandles="1" noChangeArrowheads="1" noChangeShapeType="1" noTextEdit="1"/>
              </p:cNvSpPr>
              <p:nvPr/>
            </p:nvSpPr>
            <p:spPr>
              <a:xfrm>
                <a:off x="4745985" y="6833302"/>
                <a:ext cx="1170013" cy="830997"/>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176E86B-BA4C-78EA-B51E-1E31B72EAA89}"/>
                  </a:ext>
                </a:extLst>
              </p:cNvPr>
              <p:cNvSpPr txBox="1"/>
              <p:nvPr/>
            </p:nvSpPr>
            <p:spPr>
              <a:xfrm>
                <a:off x="3845975"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1" name="TextBox 60">
                <a:extLst>
                  <a:ext uri="{FF2B5EF4-FFF2-40B4-BE49-F238E27FC236}">
                    <a16:creationId xmlns:a16="http://schemas.microsoft.com/office/drawing/2014/main" id="{2176E86B-BA4C-78EA-B51E-1E31B72EAA89}"/>
                  </a:ext>
                </a:extLst>
              </p:cNvPr>
              <p:cNvSpPr txBox="1">
                <a:spLocks noRot="1" noChangeAspect="1" noMove="1" noResize="1" noEditPoints="1" noAdjustHandles="1" noChangeArrowheads="1" noChangeShapeType="1" noTextEdit="1"/>
              </p:cNvSpPr>
              <p:nvPr/>
            </p:nvSpPr>
            <p:spPr>
              <a:xfrm>
                <a:off x="3845975" y="4779015"/>
                <a:ext cx="1980022" cy="830997"/>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135FF09-89CB-A1BC-EF50-EFF39064DFBE}"/>
                  </a:ext>
                </a:extLst>
              </p:cNvPr>
              <p:cNvSpPr txBox="1"/>
              <p:nvPr/>
            </p:nvSpPr>
            <p:spPr>
              <a:xfrm>
                <a:off x="3305969"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65" name="TextBox 64">
                <a:extLst>
                  <a:ext uri="{FF2B5EF4-FFF2-40B4-BE49-F238E27FC236}">
                    <a16:creationId xmlns:a16="http://schemas.microsoft.com/office/drawing/2014/main" id="{5135FF09-89CB-A1BC-EF50-EFF39064DFBE}"/>
                  </a:ext>
                </a:extLst>
              </p:cNvPr>
              <p:cNvSpPr txBox="1">
                <a:spLocks noRot="1" noChangeAspect="1" noMove="1" noResize="1" noEditPoints="1" noAdjustHandles="1" noChangeArrowheads="1" noChangeShapeType="1" noTextEdit="1"/>
              </p:cNvSpPr>
              <p:nvPr/>
            </p:nvSpPr>
            <p:spPr>
              <a:xfrm>
                <a:off x="3305969" y="4779015"/>
                <a:ext cx="1170013" cy="830997"/>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3DE9A2B8-B827-8CA7-0E64-C7686F05E047}"/>
                  </a:ext>
                </a:extLst>
              </p:cNvPr>
              <p:cNvSpPr txBox="1"/>
              <p:nvPr/>
            </p:nvSpPr>
            <p:spPr>
              <a:xfrm>
                <a:off x="5735996"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9" name="TextBox 68">
                <a:extLst>
                  <a:ext uri="{FF2B5EF4-FFF2-40B4-BE49-F238E27FC236}">
                    <a16:creationId xmlns:a16="http://schemas.microsoft.com/office/drawing/2014/main" id="{3DE9A2B8-B827-8CA7-0E64-C7686F05E047}"/>
                  </a:ext>
                </a:extLst>
              </p:cNvPr>
              <p:cNvSpPr txBox="1">
                <a:spLocks noRot="1" noChangeAspect="1" noMove="1" noResize="1" noEditPoints="1" noAdjustHandles="1" noChangeArrowheads="1" noChangeShapeType="1" noTextEdit="1"/>
              </p:cNvSpPr>
              <p:nvPr/>
            </p:nvSpPr>
            <p:spPr>
              <a:xfrm>
                <a:off x="5735996" y="4779015"/>
                <a:ext cx="1980022" cy="830997"/>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D9C1190-CF82-007B-1545-38B63D5104E5}"/>
                  </a:ext>
                </a:extLst>
              </p:cNvPr>
              <p:cNvSpPr txBox="1"/>
              <p:nvPr/>
            </p:nvSpPr>
            <p:spPr>
              <a:xfrm>
                <a:off x="5195990"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1" name="TextBox 70">
                <a:extLst>
                  <a:ext uri="{FF2B5EF4-FFF2-40B4-BE49-F238E27FC236}">
                    <a16:creationId xmlns:a16="http://schemas.microsoft.com/office/drawing/2014/main" id="{3D9C1190-CF82-007B-1545-38B63D5104E5}"/>
                  </a:ext>
                </a:extLst>
              </p:cNvPr>
              <p:cNvSpPr txBox="1">
                <a:spLocks noRot="1" noChangeAspect="1" noMove="1" noResize="1" noEditPoints="1" noAdjustHandles="1" noChangeArrowheads="1" noChangeShapeType="1" noTextEdit="1"/>
              </p:cNvSpPr>
              <p:nvPr/>
            </p:nvSpPr>
            <p:spPr>
              <a:xfrm>
                <a:off x="5195990" y="4779015"/>
                <a:ext cx="1170013" cy="830997"/>
              </a:xfrm>
              <a:prstGeom prst="rect">
                <a:avLst/>
              </a:prstGeom>
              <a:blipFill>
                <a:blip r:embed="rId25"/>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D87B7134-BF3D-9F65-51A5-8CC7F664BFC6}"/>
              </a:ext>
            </a:extLst>
          </p:cNvPr>
          <p:cNvGrpSpPr/>
          <p:nvPr/>
        </p:nvGrpSpPr>
        <p:grpSpPr>
          <a:xfrm>
            <a:off x="2135956" y="2618991"/>
            <a:ext cx="1710019" cy="2236179"/>
            <a:chOff x="8616028" y="1448978"/>
            <a:chExt cx="2340026" cy="3060034"/>
          </a:xfrm>
        </p:grpSpPr>
        <p:grpSp>
          <p:nvGrpSpPr>
            <p:cNvPr id="158" name="Group 157">
              <a:extLst>
                <a:ext uri="{FF2B5EF4-FFF2-40B4-BE49-F238E27FC236}">
                  <a16:creationId xmlns:a16="http://schemas.microsoft.com/office/drawing/2014/main" id="{0CABB05A-1345-C81A-6DCF-D410863B23F5}"/>
                </a:ext>
              </a:extLst>
            </p:cNvPr>
            <p:cNvGrpSpPr/>
            <p:nvPr/>
          </p:nvGrpSpPr>
          <p:grpSpPr>
            <a:xfrm>
              <a:off x="8706029" y="1718981"/>
              <a:ext cx="1620018" cy="2700030"/>
              <a:chOff x="8706029" y="1718981"/>
              <a:chExt cx="1620018" cy="2700030"/>
            </a:xfrm>
          </p:grpSpPr>
          <p:cxnSp>
            <p:nvCxnSpPr>
              <p:cNvPr id="159" name="Straight Connector 158">
                <a:extLst>
                  <a:ext uri="{FF2B5EF4-FFF2-40B4-BE49-F238E27FC236}">
                    <a16:creationId xmlns:a16="http://schemas.microsoft.com/office/drawing/2014/main" id="{6DDBE906-9D7B-3778-9CE3-F385D3883802}"/>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544857B2-3FB6-E66C-CEFC-C9930F183A54}"/>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6F75A310-FC4C-1F50-3436-912E08803901}"/>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A86BFAFB-48ED-0F7E-D252-C5E41F3F6A67}"/>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A0F72959-4893-0543-042F-C28B41AD6C31}"/>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80101A67-46F1-8EA1-9CD0-02E21DC3719B}"/>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365E9DF8-4493-9296-1EE6-A04E9F8CFCDB}"/>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3492C3EF-0893-0925-8B01-51B9505AA430}"/>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6C36280F-923A-8B92-3BF1-19645533688F}"/>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E7083130-6C9A-52B6-FDFD-E7E96BD0B7A3}"/>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252" name="Group 251">
              <a:extLst>
                <a:ext uri="{FF2B5EF4-FFF2-40B4-BE49-F238E27FC236}">
                  <a16:creationId xmlns:a16="http://schemas.microsoft.com/office/drawing/2014/main" id="{3405CCFE-C7AF-772B-D435-99FBA0916E20}"/>
                </a:ext>
              </a:extLst>
            </p:cNvPr>
            <p:cNvGrpSpPr/>
            <p:nvPr/>
          </p:nvGrpSpPr>
          <p:grpSpPr>
            <a:xfrm>
              <a:off x="8616028" y="1448978"/>
              <a:ext cx="2340026" cy="3060034"/>
              <a:chOff x="8616028" y="1448978"/>
              <a:chExt cx="2340026" cy="3060034"/>
            </a:xfrm>
          </p:grpSpPr>
          <p:sp>
            <p:nvSpPr>
              <p:cNvPr id="253" name="Oval 252">
                <a:extLst>
                  <a:ext uri="{FF2B5EF4-FFF2-40B4-BE49-F238E27FC236}">
                    <a16:creationId xmlns:a16="http://schemas.microsoft.com/office/drawing/2014/main" id="{1AD6912B-1E99-B58E-09EA-535655EB2DC1}"/>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a:extLst>
                  <a:ext uri="{FF2B5EF4-FFF2-40B4-BE49-F238E27FC236}">
                    <a16:creationId xmlns:a16="http://schemas.microsoft.com/office/drawing/2014/main" id="{F3AE995B-42DC-9245-B6A4-9601A42638DE}"/>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Oval 254">
                <a:extLst>
                  <a:ext uri="{FF2B5EF4-FFF2-40B4-BE49-F238E27FC236}">
                    <a16:creationId xmlns:a16="http://schemas.microsoft.com/office/drawing/2014/main" id="{C4F2B969-23FC-0463-456C-5C3C196A19CC}"/>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a:extLst>
                  <a:ext uri="{FF2B5EF4-FFF2-40B4-BE49-F238E27FC236}">
                    <a16:creationId xmlns:a16="http://schemas.microsoft.com/office/drawing/2014/main" id="{403E4CF0-56F0-C3D5-BD01-CB8BC971FE68}"/>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Oval 256">
                <a:extLst>
                  <a:ext uri="{FF2B5EF4-FFF2-40B4-BE49-F238E27FC236}">
                    <a16:creationId xmlns:a16="http://schemas.microsoft.com/office/drawing/2014/main" id="{8F1E3658-9C29-5E8B-6290-62244738FB7A}"/>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a:extLst>
                  <a:ext uri="{FF2B5EF4-FFF2-40B4-BE49-F238E27FC236}">
                    <a16:creationId xmlns:a16="http://schemas.microsoft.com/office/drawing/2014/main" id="{F0BA6170-9A18-E605-9455-1E5819EF5BED}"/>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Oval 258">
                <a:extLst>
                  <a:ext uri="{FF2B5EF4-FFF2-40B4-BE49-F238E27FC236}">
                    <a16:creationId xmlns:a16="http://schemas.microsoft.com/office/drawing/2014/main" id="{D9711BD2-163D-432C-6F72-16D654CB73DF}"/>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Oval 259">
                <a:extLst>
                  <a:ext uri="{FF2B5EF4-FFF2-40B4-BE49-F238E27FC236}">
                    <a16:creationId xmlns:a16="http://schemas.microsoft.com/office/drawing/2014/main" id="{4A8F4333-57E2-3753-F692-282F9F6A7EE4}"/>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Oval 260">
                <a:extLst>
                  <a:ext uri="{FF2B5EF4-FFF2-40B4-BE49-F238E27FC236}">
                    <a16:creationId xmlns:a16="http://schemas.microsoft.com/office/drawing/2014/main" id="{2443EF17-D3B9-4A0A-78D0-31E15D43D5D8}"/>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Oval 261">
                <a:extLst>
                  <a:ext uri="{FF2B5EF4-FFF2-40B4-BE49-F238E27FC236}">
                    <a16:creationId xmlns:a16="http://schemas.microsoft.com/office/drawing/2014/main" id="{E45B0074-8659-5BB3-567C-682FA8E61092}"/>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Oval 262">
                <a:extLst>
                  <a:ext uri="{FF2B5EF4-FFF2-40B4-BE49-F238E27FC236}">
                    <a16:creationId xmlns:a16="http://schemas.microsoft.com/office/drawing/2014/main" id="{08CD0C6E-85B8-0844-6157-620EAF68CCFE}"/>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Oval 263">
                <a:extLst>
                  <a:ext uri="{FF2B5EF4-FFF2-40B4-BE49-F238E27FC236}">
                    <a16:creationId xmlns:a16="http://schemas.microsoft.com/office/drawing/2014/main" id="{3B51C2B8-80CD-6FE7-D485-FF77491A5BE0}"/>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Oval 264">
                <a:extLst>
                  <a:ext uri="{FF2B5EF4-FFF2-40B4-BE49-F238E27FC236}">
                    <a16:creationId xmlns:a16="http://schemas.microsoft.com/office/drawing/2014/main" id="{6CA045E5-8598-D5AD-AEB1-1E077EBDAE9A}"/>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Oval 265">
                <a:extLst>
                  <a:ext uri="{FF2B5EF4-FFF2-40B4-BE49-F238E27FC236}">
                    <a16:creationId xmlns:a16="http://schemas.microsoft.com/office/drawing/2014/main" id="{C45B8DF7-166C-8F22-C06F-79CE32573BEF}"/>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Oval 266">
                <a:extLst>
                  <a:ext uri="{FF2B5EF4-FFF2-40B4-BE49-F238E27FC236}">
                    <a16:creationId xmlns:a16="http://schemas.microsoft.com/office/drawing/2014/main" id="{60B4CE77-F7A2-DE13-DFAE-E66149A582A1}"/>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a:extLst>
                  <a:ext uri="{FF2B5EF4-FFF2-40B4-BE49-F238E27FC236}">
                    <a16:creationId xmlns:a16="http://schemas.microsoft.com/office/drawing/2014/main" id="{B0D01C73-F327-A60A-2A07-7DBBBB388C54}"/>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Oval 268">
                <a:extLst>
                  <a:ext uri="{FF2B5EF4-FFF2-40B4-BE49-F238E27FC236}">
                    <a16:creationId xmlns:a16="http://schemas.microsoft.com/office/drawing/2014/main" id="{B04E1B49-CD7E-606E-52CC-7E1E555AC519}"/>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a:extLst>
                  <a:ext uri="{FF2B5EF4-FFF2-40B4-BE49-F238E27FC236}">
                    <a16:creationId xmlns:a16="http://schemas.microsoft.com/office/drawing/2014/main" id="{087FF3EA-EC00-C28F-4A2D-4EA2B009071D}"/>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1" name="Oval 270">
                <a:extLst>
                  <a:ext uri="{FF2B5EF4-FFF2-40B4-BE49-F238E27FC236}">
                    <a16:creationId xmlns:a16="http://schemas.microsoft.com/office/drawing/2014/main" id="{C5A416E7-FFD5-0FBC-E727-B7FC25CD5DF5}"/>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a:extLst>
                  <a:ext uri="{FF2B5EF4-FFF2-40B4-BE49-F238E27FC236}">
                    <a16:creationId xmlns:a16="http://schemas.microsoft.com/office/drawing/2014/main" id="{FA600730-89BB-3671-8A42-9DD53ED9B6C5}"/>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Oval 272">
                <a:extLst>
                  <a:ext uri="{FF2B5EF4-FFF2-40B4-BE49-F238E27FC236}">
                    <a16:creationId xmlns:a16="http://schemas.microsoft.com/office/drawing/2014/main" id="{59B08A3D-A388-5B17-60F1-394DDD1BB716}"/>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a:extLst>
                  <a:ext uri="{FF2B5EF4-FFF2-40B4-BE49-F238E27FC236}">
                    <a16:creationId xmlns:a16="http://schemas.microsoft.com/office/drawing/2014/main" id="{8B43029C-0B8C-62D3-E4EF-59B45F5F6BD9}"/>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Oval 274">
                <a:extLst>
                  <a:ext uri="{FF2B5EF4-FFF2-40B4-BE49-F238E27FC236}">
                    <a16:creationId xmlns:a16="http://schemas.microsoft.com/office/drawing/2014/main" id="{71012DCE-2F03-9384-E285-74666D65798A}"/>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a:extLst>
                  <a:ext uri="{FF2B5EF4-FFF2-40B4-BE49-F238E27FC236}">
                    <a16:creationId xmlns:a16="http://schemas.microsoft.com/office/drawing/2014/main" id="{12D742ED-19B5-CC4B-96BF-1E5826444E8D}"/>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Oval 276">
                <a:extLst>
                  <a:ext uri="{FF2B5EF4-FFF2-40B4-BE49-F238E27FC236}">
                    <a16:creationId xmlns:a16="http://schemas.microsoft.com/office/drawing/2014/main" id="{A396907C-B55A-E2B4-CA62-602D17CB246B}"/>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 name="Group 2">
            <a:extLst>
              <a:ext uri="{FF2B5EF4-FFF2-40B4-BE49-F238E27FC236}">
                <a16:creationId xmlns:a16="http://schemas.microsoft.com/office/drawing/2014/main" id="{788D852B-AD7E-3B28-4B5A-5EE63BA86E6F}"/>
              </a:ext>
            </a:extLst>
          </p:cNvPr>
          <p:cNvGrpSpPr/>
          <p:nvPr/>
        </p:nvGrpSpPr>
        <p:grpSpPr>
          <a:xfrm>
            <a:off x="5645995" y="2618991"/>
            <a:ext cx="1710019" cy="2236179"/>
            <a:chOff x="8616028" y="1448978"/>
            <a:chExt cx="2340026" cy="3060034"/>
          </a:xfrm>
        </p:grpSpPr>
        <p:grpSp>
          <p:nvGrpSpPr>
            <p:cNvPr id="169" name="Group 168">
              <a:extLst>
                <a:ext uri="{FF2B5EF4-FFF2-40B4-BE49-F238E27FC236}">
                  <a16:creationId xmlns:a16="http://schemas.microsoft.com/office/drawing/2014/main" id="{2353EA37-1E24-2104-7A28-BD5368A4D547}"/>
                </a:ext>
              </a:extLst>
            </p:cNvPr>
            <p:cNvGrpSpPr/>
            <p:nvPr/>
          </p:nvGrpSpPr>
          <p:grpSpPr>
            <a:xfrm>
              <a:off x="9246035" y="1538979"/>
              <a:ext cx="1620018" cy="2700030"/>
              <a:chOff x="9246035" y="1538979"/>
              <a:chExt cx="1620018" cy="2700030"/>
            </a:xfrm>
          </p:grpSpPr>
          <p:cxnSp>
            <p:nvCxnSpPr>
              <p:cNvPr id="170" name="Straight Connector 169">
                <a:extLst>
                  <a:ext uri="{FF2B5EF4-FFF2-40B4-BE49-F238E27FC236}">
                    <a16:creationId xmlns:a16="http://schemas.microsoft.com/office/drawing/2014/main" id="{22B788BB-4ED7-9D67-F3E8-FDDD6A4966D3}"/>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82097B32-2850-CD95-1E42-5728F95C85AB}"/>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92FDDB94-1BD7-079E-AD2F-96A9165CF51D}"/>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3" name="Straight Connector 172">
                <a:extLst>
                  <a:ext uri="{FF2B5EF4-FFF2-40B4-BE49-F238E27FC236}">
                    <a16:creationId xmlns:a16="http://schemas.microsoft.com/office/drawing/2014/main" id="{567EAEEF-2334-01C7-884D-7EC54DDD9516}"/>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B303FD43-9A65-4C2B-F524-4D4EF201DD78}"/>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2C97A656-AA14-D810-E3A9-E9E81595B554}"/>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D034DAE0-4BD2-2D64-6EAB-3F5330C53D34}"/>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7" name="Straight Connector 176">
                <a:extLst>
                  <a:ext uri="{FF2B5EF4-FFF2-40B4-BE49-F238E27FC236}">
                    <a16:creationId xmlns:a16="http://schemas.microsoft.com/office/drawing/2014/main" id="{B5EB8529-C2D4-494B-DD0E-757E604B50B8}"/>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2E328C2B-C0E0-33BC-9276-5E44A2F8EBA4}"/>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3834E860-4355-DC57-4CC0-A5F305EE4174}"/>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278" name="Group 277">
              <a:extLst>
                <a:ext uri="{FF2B5EF4-FFF2-40B4-BE49-F238E27FC236}">
                  <a16:creationId xmlns:a16="http://schemas.microsoft.com/office/drawing/2014/main" id="{D9CAF9D6-BD6D-3802-313F-9378F2D5D7E2}"/>
                </a:ext>
              </a:extLst>
            </p:cNvPr>
            <p:cNvGrpSpPr/>
            <p:nvPr/>
          </p:nvGrpSpPr>
          <p:grpSpPr>
            <a:xfrm>
              <a:off x="8616028" y="1448978"/>
              <a:ext cx="2340026" cy="3060034"/>
              <a:chOff x="8616028" y="1448978"/>
              <a:chExt cx="2340026" cy="3060034"/>
            </a:xfrm>
          </p:grpSpPr>
          <p:sp>
            <p:nvSpPr>
              <p:cNvPr id="279" name="Oval 278">
                <a:extLst>
                  <a:ext uri="{FF2B5EF4-FFF2-40B4-BE49-F238E27FC236}">
                    <a16:creationId xmlns:a16="http://schemas.microsoft.com/office/drawing/2014/main" id="{9B2B71AF-74ED-CEE6-C7DC-BF532C49C203}"/>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a:extLst>
                  <a:ext uri="{FF2B5EF4-FFF2-40B4-BE49-F238E27FC236}">
                    <a16:creationId xmlns:a16="http://schemas.microsoft.com/office/drawing/2014/main" id="{0893CFC1-3962-696D-E375-87583B403D8E}"/>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Oval 280">
                <a:extLst>
                  <a:ext uri="{FF2B5EF4-FFF2-40B4-BE49-F238E27FC236}">
                    <a16:creationId xmlns:a16="http://schemas.microsoft.com/office/drawing/2014/main" id="{9820C71B-428E-E4FB-DE32-8E9D6B226208}"/>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Oval 281">
                <a:extLst>
                  <a:ext uri="{FF2B5EF4-FFF2-40B4-BE49-F238E27FC236}">
                    <a16:creationId xmlns:a16="http://schemas.microsoft.com/office/drawing/2014/main" id="{F89A13AF-29F0-DF5F-8387-CF142FE1327B}"/>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Oval 282">
                <a:extLst>
                  <a:ext uri="{FF2B5EF4-FFF2-40B4-BE49-F238E27FC236}">
                    <a16:creationId xmlns:a16="http://schemas.microsoft.com/office/drawing/2014/main" id="{89DC370A-3445-13D2-5436-19177275796D}"/>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Oval 283">
                <a:extLst>
                  <a:ext uri="{FF2B5EF4-FFF2-40B4-BE49-F238E27FC236}">
                    <a16:creationId xmlns:a16="http://schemas.microsoft.com/office/drawing/2014/main" id="{CFD83C72-B714-675C-5B4D-990469AE17E6}"/>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Oval 284">
                <a:extLst>
                  <a:ext uri="{FF2B5EF4-FFF2-40B4-BE49-F238E27FC236}">
                    <a16:creationId xmlns:a16="http://schemas.microsoft.com/office/drawing/2014/main" id="{CFE81800-F727-177E-5031-F12B2BFC90B8}"/>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6" name="Oval 285">
                <a:extLst>
                  <a:ext uri="{FF2B5EF4-FFF2-40B4-BE49-F238E27FC236}">
                    <a16:creationId xmlns:a16="http://schemas.microsoft.com/office/drawing/2014/main" id="{6ED3D64C-A8AA-BA1C-E348-E6F101122842}"/>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7" name="Oval 286">
                <a:extLst>
                  <a:ext uri="{FF2B5EF4-FFF2-40B4-BE49-F238E27FC236}">
                    <a16:creationId xmlns:a16="http://schemas.microsoft.com/office/drawing/2014/main" id="{A0C180F4-951D-3067-A1FC-87845938B5D0}"/>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8" name="Oval 287">
                <a:extLst>
                  <a:ext uri="{FF2B5EF4-FFF2-40B4-BE49-F238E27FC236}">
                    <a16:creationId xmlns:a16="http://schemas.microsoft.com/office/drawing/2014/main" id="{A6703EF1-082E-337C-03AA-01E37F398571}"/>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9" name="Oval 288">
                <a:extLst>
                  <a:ext uri="{FF2B5EF4-FFF2-40B4-BE49-F238E27FC236}">
                    <a16:creationId xmlns:a16="http://schemas.microsoft.com/office/drawing/2014/main" id="{B16EFB60-A305-1DBB-C8A8-A4014978DBF3}"/>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a:extLst>
                  <a:ext uri="{FF2B5EF4-FFF2-40B4-BE49-F238E27FC236}">
                    <a16:creationId xmlns:a16="http://schemas.microsoft.com/office/drawing/2014/main" id="{99745275-15CB-E564-2226-9015E54530F4}"/>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Oval 290">
                <a:extLst>
                  <a:ext uri="{FF2B5EF4-FFF2-40B4-BE49-F238E27FC236}">
                    <a16:creationId xmlns:a16="http://schemas.microsoft.com/office/drawing/2014/main" id="{C87899A7-3FD7-1FF2-8827-75B535E61EFA}"/>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a:extLst>
                  <a:ext uri="{FF2B5EF4-FFF2-40B4-BE49-F238E27FC236}">
                    <a16:creationId xmlns:a16="http://schemas.microsoft.com/office/drawing/2014/main" id="{AE4A2C56-553B-C020-4FCD-A1A820DF745D}"/>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3" name="Oval 292">
                <a:extLst>
                  <a:ext uri="{FF2B5EF4-FFF2-40B4-BE49-F238E27FC236}">
                    <a16:creationId xmlns:a16="http://schemas.microsoft.com/office/drawing/2014/main" id="{84CA7E37-39AE-A62B-96FF-334061D56D0B}"/>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a:extLst>
                  <a:ext uri="{FF2B5EF4-FFF2-40B4-BE49-F238E27FC236}">
                    <a16:creationId xmlns:a16="http://schemas.microsoft.com/office/drawing/2014/main" id="{B401C548-5875-720D-1E19-EFC732CE20B4}"/>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5" name="Oval 294">
                <a:extLst>
                  <a:ext uri="{FF2B5EF4-FFF2-40B4-BE49-F238E27FC236}">
                    <a16:creationId xmlns:a16="http://schemas.microsoft.com/office/drawing/2014/main" id="{216CCA2B-ACBA-0373-C028-A8AE866E836B}"/>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a:extLst>
                  <a:ext uri="{FF2B5EF4-FFF2-40B4-BE49-F238E27FC236}">
                    <a16:creationId xmlns:a16="http://schemas.microsoft.com/office/drawing/2014/main" id="{92076D12-5309-BBD1-3238-87F5673E830A}"/>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Oval 296">
                <a:extLst>
                  <a:ext uri="{FF2B5EF4-FFF2-40B4-BE49-F238E27FC236}">
                    <a16:creationId xmlns:a16="http://schemas.microsoft.com/office/drawing/2014/main" id="{C8B743C1-7C51-B4BD-D314-557129FB7562}"/>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a:extLst>
                  <a:ext uri="{FF2B5EF4-FFF2-40B4-BE49-F238E27FC236}">
                    <a16:creationId xmlns:a16="http://schemas.microsoft.com/office/drawing/2014/main" id="{9DA3FC35-0151-E5B3-48EE-0991AE1B5451}"/>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9" name="Oval 298">
                <a:extLst>
                  <a:ext uri="{FF2B5EF4-FFF2-40B4-BE49-F238E27FC236}">
                    <a16:creationId xmlns:a16="http://schemas.microsoft.com/office/drawing/2014/main" id="{E4AC3B06-EBAF-F1AE-4C3C-8DA835CD37F1}"/>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a:extLst>
                  <a:ext uri="{FF2B5EF4-FFF2-40B4-BE49-F238E27FC236}">
                    <a16:creationId xmlns:a16="http://schemas.microsoft.com/office/drawing/2014/main" id="{4A297E1D-ECCC-FFF0-E71A-F521B482D78C}"/>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 name="Oval 300">
                <a:extLst>
                  <a:ext uri="{FF2B5EF4-FFF2-40B4-BE49-F238E27FC236}">
                    <a16:creationId xmlns:a16="http://schemas.microsoft.com/office/drawing/2014/main" id="{EDA980B0-75D2-29E4-031C-CA5AC41F1EE4}"/>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a:extLst>
                  <a:ext uri="{FF2B5EF4-FFF2-40B4-BE49-F238E27FC236}">
                    <a16:creationId xmlns:a16="http://schemas.microsoft.com/office/drawing/2014/main" id="{B16F7CDE-FB59-17C3-C314-F307770EA603}"/>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 name="Oval 302">
                <a:extLst>
                  <a:ext uri="{FF2B5EF4-FFF2-40B4-BE49-F238E27FC236}">
                    <a16:creationId xmlns:a16="http://schemas.microsoft.com/office/drawing/2014/main" id="{B89374A8-286D-5659-EA6E-0CF3A69AF1E6}"/>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 name="Group 3">
            <a:extLst>
              <a:ext uri="{FF2B5EF4-FFF2-40B4-BE49-F238E27FC236}">
                <a16:creationId xmlns:a16="http://schemas.microsoft.com/office/drawing/2014/main" id="{39FEDA94-463A-4DC5-FE46-1BA6061B30CC}"/>
              </a:ext>
            </a:extLst>
          </p:cNvPr>
          <p:cNvGrpSpPr/>
          <p:nvPr/>
        </p:nvGrpSpPr>
        <p:grpSpPr>
          <a:xfrm>
            <a:off x="425937" y="638969"/>
            <a:ext cx="1710019" cy="2236179"/>
            <a:chOff x="8616028" y="1448978"/>
            <a:chExt cx="2340026" cy="3060034"/>
          </a:xfrm>
        </p:grpSpPr>
        <p:grpSp>
          <p:nvGrpSpPr>
            <p:cNvPr id="180" name="Group 179">
              <a:extLst>
                <a:ext uri="{FF2B5EF4-FFF2-40B4-BE49-F238E27FC236}">
                  <a16:creationId xmlns:a16="http://schemas.microsoft.com/office/drawing/2014/main" id="{02C00557-56F4-FBE2-4836-55501D540E3B}"/>
                </a:ext>
              </a:extLst>
            </p:cNvPr>
            <p:cNvGrpSpPr/>
            <p:nvPr/>
          </p:nvGrpSpPr>
          <p:grpSpPr>
            <a:xfrm>
              <a:off x="8706029" y="1538979"/>
              <a:ext cx="2160024" cy="2340026"/>
              <a:chOff x="8706029" y="1538979"/>
              <a:chExt cx="2160024" cy="2340026"/>
            </a:xfrm>
          </p:grpSpPr>
          <p:cxnSp>
            <p:nvCxnSpPr>
              <p:cNvPr id="181" name="Straight Connector 180">
                <a:extLst>
                  <a:ext uri="{FF2B5EF4-FFF2-40B4-BE49-F238E27FC236}">
                    <a16:creationId xmlns:a16="http://schemas.microsoft.com/office/drawing/2014/main" id="{2F61AFF8-3DD0-0A2B-CB88-A5F433B38777}"/>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007B1C88-F45E-955D-ABC4-B0BAB40932D2}"/>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71624EF0-9B0F-B69F-B23D-B9C775003C90}"/>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A46527DD-F786-A04A-48BD-CEB5AA288CA6}"/>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FFBB5E51-D65E-114D-53C7-D07F0E8CC3D3}"/>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A09D9603-F640-90C9-059D-E94BA985074E}"/>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F961AB04-281A-6AAB-F0E3-958E3463A2EB}"/>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0D76FFB2-682F-4F69-8F13-48CB26C7A6EB}"/>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94D6E3C9-5598-A0A6-284F-A9C87A2EE00E}"/>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90" name="Straight Connector 189">
                <a:extLst>
                  <a:ext uri="{FF2B5EF4-FFF2-40B4-BE49-F238E27FC236}">
                    <a16:creationId xmlns:a16="http://schemas.microsoft.com/office/drawing/2014/main" id="{75FE47E6-5CCA-7BC3-D040-69DEC871CDA5}"/>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04" name="Group 303">
              <a:extLst>
                <a:ext uri="{FF2B5EF4-FFF2-40B4-BE49-F238E27FC236}">
                  <a16:creationId xmlns:a16="http://schemas.microsoft.com/office/drawing/2014/main" id="{4517FABA-7CB1-F476-5553-8601DD8E94E8}"/>
                </a:ext>
              </a:extLst>
            </p:cNvPr>
            <p:cNvGrpSpPr/>
            <p:nvPr/>
          </p:nvGrpSpPr>
          <p:grpSpPr>
            <a:xfrm>
              <a:off x="8616028" y="1448978"/>
              <a:ext cx="2340026" cy="3060034"/>
              <a:chOff x="8616028" y="1448978"/>
              <a:chExt cx="2340026" cy="3060034"/>
            </a:xfrm>
          </p:grpSpPr>
          <p:sp>
            <p:nvSpPr>
              <p:cNvPr id="305" name="Oval 304">
                <a:extLst>
                  <a:ext uri="{FF2B5EF4-FFF2-40B4-BE49-F238E27FC236}">
                    <a16:creationId xmlns:a16="http://schemas.microsoft.com/office/drawing/2014/main" id="{9E7231AB-A600-36A3-F32B-42E2F6BE00F8}"/>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6" name="Oval 305">
                <a:extLst>
                  <a:ext uri="{FF2B5EF4-FFF2-40B4-BE49-F238E27FC236}">
                    <a16:creationId xmlns:a16="http://schemas.microsoft.com/office/drawing/2014/main" id="{61C883C4-12CC-88CB-8893-21997EBBBF82}"/>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Oval 306">
                <a:extLst>
                  <a:ext uri="{FF2B5EF4-FFF2-40B4-BE49-F238E27FC236}">
                    <a16:creationId xmlns:a16="http://schemas.microsoft.com/office/drawing/2014/main" id="{AD7B2066-60EE-FC88-7AFF-9E2B2986EAC6}"/>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 name="Oval 307">
                <a:extLst>
                  <a:ext uri="{FF2B5EF4-FFF2-40B4-BE49-F238E27FC236}">
                    <a16:creationId xmlns:a16="http://schemas.microsoft.com/office/drawing/2014/main" id="{3689CECB-86F7-2C95-01BD-75C4695A67BE}"/>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 name="Oval 308">
                <a:extLst>
                  <a:ext uri="{FF2B5EF4-FFF2-40B4-BE49-F238E27FC236}">
                    <a16:creationId xmlns:a16="http://schemas.microsoft.com/office/drawing/2014/main" id="{CCEF9EC5-9D4B-06B4-8782-9CFB72E6370C}"/>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 name="Oval 309">
                <a:extLst>
                  <a:ext uri="{FF2B5EF4-FFF2-40B4-BE49-F238E27FC236}">
                    <a16:creationId xmlns:a16="http://schemas.microsoft.com/office/drawing/2014/main" id="{52415897-187E-CF33-14B8-CAB9C096B6E0}"/>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 name="Oval 310">
                <a:extLst>
                  <a:ext uri="{FF2B5EF4-FFF2-40B4-BE49-F238E27FC236}">
                    <a16:creationId xmlns:a16="http://schemas.microsoft.com/office/drawing/2014/main" id="{6DD8F62F-0E5D-D315-8473-C4ACAB5D57B2}"/>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a:extLst>
                  <a:ext uri="{FF2B5EF4-FFF2-40B4-BE49-F238E27FC236}">
                    <a16:creationId xmlns:a16="http://schemas.microsoft.com/office/drawing/2014/main" id="{4E03DB1E-D3B0-3DD3-1836-120606B2248C}"/>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Oval 312">
                <a:extLst>
                  <a:ext uri="{FF2B5EF4-FFF2-40B4-BE49-F238E27FC236}">
                    <a16:creationId xmlns:a16="http://schemas.microsoft.com/office/drawing/2014/main" id="{E357D87A-F92B-A73A-6D3F-55AEBE901373}"/>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a:extLst>
                  <a:ext uri="{FF2B5EF4-FFF2-40B4-BE49-F238E27FC236}">
                    <a16:creationId xmlns:a16="http://schemas.microsoft.com/office/drawing/2014/main" id="{A3235461-ABEA-4BB0-A90A-FB1C4791DEC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5" name="Oval 314">
                <a:extLst>
                  <a:ext uri="{FF2B5EF4-FFF2-40B4-BE49-F238E27FC236}">
                    <a16:creationId xmlns:a16="http://schemas.microsoft.com/office/drawing/2014/main" id="{D45CF608-FB5E-B5DB-C383-3FFFE334A1A5}"/>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a:extLst>
                  <a:ext uri="{FF2B5EF4-FFF2-40B4-BE49-F238E27FC236}">
                    <a16:creationId xmlns:a16="http://schemas.microsoft.com/office/drawing/2014/main" id="{33E7880D-EDD1-B3AD-5ADA-73DAB9157C55}"/>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Oval 316">
                <a:extLst>
                  <a:ext uri="{FF2B5EF4-FFF2-40B4-BE49-F238E27FC236}">
                    <a16:creationId xmlns:a16="http://schemas.microsoft.com/office/drawing/2014/main" id="{7C0C7EA0-7FC0-374F-47BA-04B982BB5195}"/>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a:extLst>
                  <a:ext uri="{FF2B5EF4-FFF2-40B4-BE49-F238E27FC236}">
                    <a16:creationId xmlns:a16="http://schemas.microsoft.com/office/drawing/2014/main" id="{B4FCECB1-CF6F-6B0D-CB63-E6749DA13A17}"/>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9" name="Oval 318">
                <a:extLst>
                  <a:ext uri="{FF2B5EF4-FFF2-40B4-BE49-F238E27FC236}">
                    <a16:creationId xmlns:a16="http://schemas.microsoft.com/office/drawing/2014/main" id="{9EEF0CE1-465D-5853-9CA9-584750B29F72}"/>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a:extLst>
                  <a:ext uri="{FF2B5EF4-FFF2-40B4-BE49-F238E27FC236}">
                    <a16:creationId xmlns:a16="http://schemas.microsoft.com/office/drawing/2014/main" id="{05E78842-7632-BBBF-E12E-04614C2AEBC1}"/>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1" name="Oval 320">
                <a:extLst>
                  <a:ext uri="{FF2B5EF4-FFF2-40B4-BE49-F238E27FC236}">
                    <a16:creationId xmlns:a16="http://schemas.microsoft.com/office/drawing/2014/main" id="{2971E143-0C79-9B05-2BFE-E3FF5B1DF47D}"/>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a:extLst>
                  <a:ext uri="{FF2B5EF4-FFF2-40B4-BE49-F238E27FC236}">
                    <a16:creationId xmlns:a16="http://schemas.microsoft.com/office/drawing/2014/main" id="{E82F8CDD-0CC0-1396-AE8F-10BE8C49FE78}"/>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3" name="Oval 322">
                <a:extLst>
                  <a:ext uri="{FF2B5EF4-FFF2-40B4-BE49-F238E27FC236}">
                    <a16:creationId xmlns:a16="http://schemas.microsoft.com/office/drawing/2014/main" id="{B6AA9ECE-6809-D345-87E6-6C26D4CA6331}"/>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a:extLst>
                  <a:ext uri="{FF2B5EF4-FFF2-40B4-BE49-F238E27FC236}">
                    <a16:creationId xmlns:a16="http://schemas.microsoft.com/office/drawing/2014/main" id="{237C3A33-7EE3-525D-8005-86AB0DCD86B8}"/>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5" name="Oval 324">
                <a:extLst>
                  <a:ext uri="{FF2B5EF4-FFF2-40B4-BE49-F238E27FC236}">
                    <a16:creationId xmlns:a16="http://schemas.microsoft.com/office/drawing/2014/main" id="{7DCDE53E-3CD7-DB45-2320-47D83CEDC659}"/>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6" name="Oval 325">
                <a:extLst>
                  <a:ext uri="{FF2B5EF4-FFF2-40B4-BE49-F238E27FC236}">
                    <a16:creationId xmlns:a16="http://schemas.microsoft.com/office/drawing/2014/main" id="{23CC1391-0C38-5203-879D-2ED8375B706F}"/>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Oval 326">
                <a:extLst>
                  <a:ext uri="{FF2B5EF4-FFF2-40B4-BE49-F238E27FC236}">
                    <a16:creationId xmlns:a16="http://schemas.microsoft.com/office/drawing/2014/main" id="{5E3ABFB5-7617-C1CE-688A-275625542BDF}"/>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8" name="Oval 327">
                <a:extLst>
                  <a:ext uri="{FF2B5EF4-FFF2-40B4-BE49-F238E27FC236}">
                    <a16:creationId xmlns:a16="http://schemas.microsoft.com/office/drawing/2014/main" id="{0AD323D8-7BB3-5F9D-BCA4-C29453AC2A72}"/>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9" name="Oval 328">
                <a:extLst>
                  <a:ext uri="{FF2B5EF4-FFF2-40B4-BE49-F238E27FC236}">
                    <a16:creationId xmlns:a16="http://schemas.microsoft.com/office/drawing/2014/main" id="{70770ACD-C357-5495-7536-C9ABE31D25BA}"/>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 name="Group 4">
            <a:extLst>
              <a:ext uri="{FF2B5EF4-FFF2-40B4-BE49-F238E27FC236}">
                <a16:creationId xmlns:a16="http://schemas.microsoft.com/office/drawing/2014/main" id="{DB774343-84A7-FF36-038A-F375CC2A1B31}"/>
              </a:ext>
            </a:extLst>
          </p:cNvPr>
          <p:cNvGrpSpPr/>
          <p:nvPr/>
        </p:nvGrpSpPr>
        <p:grpSpPr>
          <a:xfrm>
            <a:off x="4295980" y="638969"/>
            <a:ext cx="1710019" cy="2236179"/>
            <a:chOff x="8616028" y="1448978"/>
            <a:chExt cx="2340026" cy="3060034"/>
          </a:xfrm>
        </p:grpSpPr>
        <p:grpSp>
          <p:nvGrpSpPr>
            <p:cNvPr id="191" name="Group 190">
              <a:extLst>
                <a:ext uri="{FF2B5EF4-FFF2-40B4-BE49-F238E27FC236}">
                  <a16:creationId xmlns:a16="http://schemas.microsoft.com/office/drawing/2014/main" id="{C14643E1-1155-03AF-038D-B3A80B1586B1}"/>
                </a:ext>
              </a:extLst>
            </p:cNvPr>
            <p:cNvGrpSpPr/>
            <p:nvPr/>
          </p:nvGrpSpPr>
          <p:grpSpPr>
            <a:xfrm>
              <a:off x="8706029" y="2078985"/>
              <a:ext cx="2160024" cy="2340026"/>
              <a:chOff x="8706029" y="2078985"/>
              <a:chExt cx="2160024" cy="2340026"/>
            </a:xfrm>
          </p:grpSpPr>
          <p:cxnSp>
            <p:nvCxnSpPr>
              <p:cNvPr id="192" name="Straight Connector 191">
                <a:extLst>
                  <a:ext uri="{FF2B5EF4-FFF2-40B4-BE49-F238E27FC236}">
                    <a16:creationId xmlns:a16="http://schemas.microsoft.com/office/drawing/2014/main" id="{7D210E9D-6D18-2256-9036-2571CF2ED53D}"/>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526FCBF0-40D2-860E-3184-386461788C21}"/>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8C4A60FB-73D4-9BB0-C87D-E5EE38309BB9}"/>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3F01421C-2359-D25A-CF29-C95841570C31}"/>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4A019D28-2AB1-F358-1E8F-562D68A7A7E3}"/>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A8C72AAA-42F1-4A12-B128-E5249C68B88E}"/>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5BC7FE26-40FD-CBD6-8413-C026AFEF383E}"/>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ADFAAFC2-8224-53E2-1F71-EB4ECA264DB2}"/>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E5343C4D-640F-5B05-334A-4468B1F38633}"/>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72266C63-E6C8-41D0-34E7-D8F3AB6489EC}"/>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330" name="Group 329">
              <a:extLst>
                <a:ext uri="{FF2B5EF4-FFF2-40B4-BE49-F238E27FC236}">
                  <a16:creationId xmlns:a16="http://schemas.microsoft.com/office/drawing/2014/main" id="{533C8A18-0599-1797-E550-09EAFDAD1B9F}"/>
                </a:ext>
              </a:extLst>
            </p:cNvPr>
            <p:cNvGrpSpPr/>
            <p:nvPr/>
          </p:nvGrpSpPr>
          <p:grpSpPr>
            <a:xfrm>
              <a:off x="8616028" y="1448978"/>
              <a:ext cx="2340026" cy="3060034"/>
              <a:chOff x="8616028" y="1448978"/>
              <a:chExt cx="2340026" cy="3060034"/>
            </a:xfrm>
          </p:grpSpPr>
          <p:sp>
            <p:nvSpPr>
              <p:cNvPr id="331" name="Oval 330">
                <a:extLst>
                  <a:ext uri="{FF2B5EF4-FFF2-40B4-BE49-F238E27FC236}">
                    <a16:creationId xmlns:a16="http://schemas.microsoft.com/office/drawing/2014/main" id="{FED90236-1FC7-06E5-DD48-743A0B66D89F}"/>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2" name="Oval 331">
                <a:extLst>
                  <a:ext uri="{FF2B5EF4-FFF2-40B4-BE49-F238E27FC236}">
                    <a16:creationId xmlns:a16="http://schemas.microsoft.com/office/drawing/2014/main" id="{04979FB1-BEAC-80E8-30DA-A85B88E2F387}"/>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3" name="Oval 332">
                <a:extLst>
                  <a:ext uri="{FF2B5EF4-FFF2-40B4-BE49-F238E27FC236}">
                    <a16:creationId xmlns:a16="http://schemas.microsoft.com/office/drawing/2014/main" id="{BEFAF194-7331-47C8-DF39-F1ABCBFC4E35}"/>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a:extLst>
                  <a:ext uri="{FF2B5EF4-FFF2-40B4-BE49-F238E27FC236}">
                    <a16:creationId xmlns:a16="http://schemas.microsoft.com/office/drawing/2014/main" id="{B76F1DEF-1AEE-D298-0862-234428D1A056}"/>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5" name="Oval 334">
                <a:extLst>
                  <a:ext uri="{FF2B5EF4-FFF2-40B4-BE49-F238E27FC236}">
                    <a16:creationId xmlns:a16="http://schemas.microsoft.com/office/drawing/2014/main" id="{7C62FDE9-AF58-EFDC-2665-FEF86D1D577F}"/>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a:extLst>
                  <a:ext uri="{FF2B5EF4-FFF2-40B4-BE49-F238E27FC236}">
                    <a16:creationId xmlns:a16="http://schemas.microsoft.com/office/drawing/2014/main" id="{CCDEDC79-1CEA-D6BA-029B-91F4974C5A1B}"/>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 name="Oval 336">
                <a:extLst>
                  <a:ext uri="{FF2B5EF4-FFF2-40B4-BE49-F238E27FC236}">
                    <a16:creationId xmlns:a16="http://schemas.microsoft.com/office/drawing/2014/main" id="{6C6C1DF9-D850-3E67-163E-CBB4F2821F41}"/>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a:extLst>
                  <a:ext uri="{FF2B5EF4-FFF2-40B4-BE49-F238E27FC236}">
                    <a16:creationId xmlns:a16="http://schemas.microsoft.com/office/drawing/2014/main" id="{CA7B7C3E-F527-846B-73DB-DC7E8AC7D88B}"/>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9" name="Oval 338">
                <a:extLst>
                  <a:ext uri="{FF2B5EF4-FFF2-40B4-BE49-F238E27FC236}">
                    <a16:creationId xmlns:a16="http://schemas.microsoft.com/office/drawing/2014/main" id="{11219DF6-B9D8-FAAA-EC69-BC5F21F717C9}"/>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a:extLst>
                  <a:ext uri="{FF2B5EF4-FFF2-40B4-BE49-F238E27FC236}">
                    <a16:creationId xmlns:a16="http://schemas.microsoft.com/office/drawing/2014/main" id="{5024FA27-F692-6CAD-3C7A-AA57E73236F0}"/>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1" name="Oval 340">
                <a:extLst>
                  <a:ext uri="{FF2B5EF4-FFF2-40B4-BE49-F238E27FC236}">
                    <a16:creationId xmlns:a16="http://schemas.microsoft.com/office/drawing/2014/main" id="{403CC1B6-D72F-5CC8-2590-10D102B4F52E}"/>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a:extLst>
                  <a:ext uri="{FF2B5EF4-FFF2-40B4-BE49-F238E27FC236}">
                    <a16:creationId xmlns:a16="http://schemas.microsoft.com/office/drawing/2014/main" id="{FF2E42A8-293B-D367-0811-9D98A4528993}"/>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Oval 342">
                <a:extLst>
                  <a:ext uri="{FF2B5EF4-FFF2-40B4-BE49-F238E27FC236}">
                    <a16:creationId xmlns:a16="http://schemas.microsoft.com/office/drawing/2014/main" id="{878EBF6E-BF68-F60C-D080-4EC378DBCB1F}"/>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a:extLst>
                  <a:ext uri="{FF2B5EF4-FFF2-40B4-BE49-F238E27FC236}">
                    <a16:creationId xmlns:a16="http://schemas.microsoft.com/office/drawing/2014/main" id="{CE63E35F-6A8C-C3E4-79AD-CEC3B6BACA56}"/>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5" name="Oval 344">
                <a:extLst>
                  <a:ext uri="{FF2B5EF4-FFF2-40B4-BE49-F238E27FC236}">
                    <a16:creationId xmlns:a16="http://schemas.microsoft.com/office/drawing/2014/main" id="{E1F6DFFF-94D9-C84D-E44F-3C70D2224A81}"/>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a:extLst>
                  <a:ext uri="{FF2B5EF4-FFF2-40B4-BE49-F238E27FC236}">
                    <a16:creationId xmlns:a16="http://schemas.microsoft.com/office/drawing/2014/main" id="{C442944E-8D1A-8BA8-61CF-424672A46C95}"/>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Oval 346">
                <a:extLst>
                  <a:ext uri="{FF2B5EF4-FFF2-40B4-BE49-F238E27FC236}">
                    <a16:creationId xmlns:a16="http://schemas.microsoft.com/office/drawing/2014/main" id="{48BB666E-CB1E-404C-CE0E-495297B0399C}"/>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Oval 347">
                <a:extLst>
                  <a:ext uri="{FF2B5EF4-FFF2-40B4-BE49-F238E27FC236}">
                    <a16:creationId xmlns:a16="http://schemas.microsoft.com/office/drawing/2014/main" id="{DDB064A4-2B70-796F-8892-A24664692EF0}"/>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Oval 348">
                <a:extLst>
                  <a:ext uri="{FF2B5EF4-FFF2-40B4-BE49-F238E27FC236}">
                    <a16:creationId xmlns:a16="http://schemas.microsoft.com/office/drawing/2014/main" id="{2EB11D65-57BE-42B2-EEAB-00F8A71FB8BC}"/>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Oval 349">
                <a:extLst>
                  <a:ext uri="{FF2B5EF4-FFF2-40B4-BE49-F238E27FC236}">
                    <a16:creationId xmlns:a16="http://schemas.microsoft.com/office/drawing/2014/main" id="{0731AA92-7B33-2744-9AC3-6A488BEF7AFE}"/>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a:extLst>
                  <a:ext uri="{FF2B5EF4-FFF2-40B4-BE49-F238E27FC236}">
                    <a16:creationId xmlns:a16="http://schemas.microsoft.com/office/drawing/2014/main" id="{01A1F232-B184-3A9C-0757-9568DF80DD66}"/>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2" name="Oval 351">
                <a:extLst>
                  <a:ext uri="{FF2B5EF4-FFF2-40B4-BE49-F238E27FC236}">
                    <a16:creationId xmlns:a16="http://schemas.microsoft.com/office/drawing/2014/main" id="{4DC0D9CC-CB38-A3FB-629A-97851BE73EFB}"/>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Oval 352">
                <a:extLst>
                  <a:ext uri="{FF2B5EF4-FFF2-40B4-BE49-F238E27FC236}">
                    <a16:creationId xmlns:a16="http://schemas.microsoft.com/office/drawing/2014/main" id="{F940DE35-05DD-0EB5-27E3-BD7B99E83FCA}"/>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Oval 353">
                <a:extLst>
                  <a:ext uri="{FF2B5EF4-FFF2-40B4-BE49-F238E27FC236}">
                    <a16:creationId xmlns:a16="http://schemas.microsoft.com/office/drawing/2014/main" id="{9EB0138E-E903-762C-24E7-6695B2D69E6F}"/>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5" name="Oval 354">
                <a:extLst>
                  <a:ext uri="{FF2B5EF4-FFF2-40B4-BE49-F238E27FC236}">
                    <a16:creationId xmlns:a16="http://schemas.microsoft.com/office/drawing/2014/main" id="{42DF8514-5399-4C5E-A22A-B7F9E31222E1}"/>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 name="Group 5">
            <a:extLst>
              <a:ext uri="{FF2B5EF4-FFF2-40B4-BE49-F238E27FC236}">
                <a16:creationId xmlns:a16="http://schemas.microsoft.com/office/drawing/2014/main" id="{928B2EFE-0517-970C-54DB-C71F8DDF418C}"/>
              </a:ext>
            </a:extLst>
          </p:cNvPr>
          <p:cNvGrpSpPr/>
          <p:nvPr/>
        </p:nvGrpSpPr>
        <p:grpSpPr>
          <a:xfrm>
            <a:off x="8616028" y="1088974"/>
            <a:ext cx="2340026" cy="3060034"/>
            <a:chOff x="8616028" y="1448978"/>
            <a:chExt cx="2340026" cy="3060034"/>
          </a:xfrm>
        </p:grpSpPr>
        <p:grpSp>
          <p:nvGrpSpPr>
            <p:cNvPr id="156" name="Group 155">
              <a:extLst>
                <a:ext uri="{FF2B5EF4-FFF2-40B4-BE49-F238E27FC236}">
                  <a16:creationId xmlns:a16="http://schemas.microsoft.com/office/drawing/2014/main" id="{3A2CAE12-8C2C-685B-6648-C323CD4CC160}"/>
                </a:ext>
              </a:extLst>
            </p:cNvPr>
            <p:cNvGrpSpPr/>
            <p:nvPr/>
          </p:nvGrpSpPr>
          <p:grpSpPr>
            <a:xfrm>
              <a:off x="8706029" y="1718981"/>
              <a:ext cx="1620018" cy="2700030"/>
              <a:chOff x="8706029" y="1718981"/>
              <a:chExt cx="1620018" cy="2700030"/>
            </a:xfrm>
          </p:grpSpPr>
          <p:cxnSp>
            <p:nvCxnSpPr>
              <p:cNvPr id="73" name="Straight Connector 72">
                <a:extLst>
                  <a:ext uri="{FF2B5EF4-FFF2-40B4-BE49-F238E27FC236}">
                    <a16:creationId xmlns:a16="http://schemas.microsoft.com/office/drawing/2014/main" id="{E78E09AE-D688-1558-E366-9961EC6AB89A}"/>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323D272D-59B9-B177-C692-724D8B0A8D41}"/>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1B4DAC82-2389-1300-A98B-82C9F024E17D}"/>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11B912BC-F34D-9CB2-07AF-B3B2C73F0291}"/>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AF68CEBF-9F95-6040-A63B-54D384ED0646}"/>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23043821-7DCD-2314-6F34-BB92BF19EFD0}"/>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9736D6EB-5391-A141-752C-24AAB4B36F5D}"/>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F6640203-FB51-B636-F4B3-63D16ACC67C9}"/>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5FDC5CE2-EACD-001A-240C-ED01E7651638}"/>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1B1C7B7B-FFB3-60CD-3F1F-3F31D96DC471}"/>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157" name="Group 156">
              <a:extLst>
                <a:ext uri="{FF2B5EF4-FFF2-40B4-BE49-F238E27FC236}">
                  <a16:creationId xmlns:a16="http://schemas.microsoft.com/office/drawing/2014/main" id="{4B7C53EC-47CB-4C89-F69F-909677A9D97A}"/>
                </a:ext>
              </a:extLst>
            </p:cNvPr>
            <p:cNvGrpSpPr/>
            <p:nvPr/>
          </p:nvGrpSpPr>
          <p:grpSpPr>
            <a:xfrm>
              <a:off x="9246035" y="1538979"/>
              <a:ext cx="1620018" cy="2700030"/>
              <a:chOff x="9246035" y="1538979"/>
              <a:chExt cx="1620018" cy="2700030"/>
            </a:xfrm>
          </p:grpSpPr>
          <p:cxnSp>
            <p:nvCxnSpPr>
              <p:cNvPr id="91" name="Straight Connector 90">
                <a:extLst>
                  <a:ext uri="{FF2B5EF4-FFF2-40B4-BE49-F238E27FC236}">
                    <a16:creationId xmlns:a16="http://schemas.microsoft.com/office/drawing/2014/main" id="{73357008-255F-7ECC-4897-E393A3121921}"/>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17269560-4424-6DEE-F554-4F7661529675}"/>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3F8E5403-9ADD-415E-F612-8EE1CCC6DEBF}"/>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4F47940D-2E76-707F-721A-7C8031C88BD8}"/>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3D5BAAD7-D229-B15E-67AF-DB6F45CC6C0A}"/>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FF3A0486-5EA3-089E-D36C-42EA9DDFA9D4}"/>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A50E69F5-FA0F-75DF-4F46-5265CD683D87}"/>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8B41C4FE-C8BE-C7F5-396A-511E6E29BA19}"/>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0D3BB21C-22BA-B30F-1351-1C4D8E694093}"/>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F2992C79-5D22-79B1-54F7-14DDC7440F5B}"/>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154" name="Group 153">
              <a:extLst>
                <a:ext uri="{FF2B5EF4-FFF2-40B4-BE49-F238E27FC236}">
                  <a16:creationId xmlns:a16="http://schemas.microsoft.com/office/drawing/2014/main" id="{5511E1D9-9C8F-FA2F-4A61-BB7EF1B6F360}"/>
                </a:ext>
              </a:extLst>
            </p:cNvPr>
            <p:cNvGrpSpPr/>
            <p:nvPr/>
          </p:nvGrpSpPr>
          <p:grpSpPr>
            <a:xfrm>
              <a:off x="8706029" y="1538979"/>
              <a:ext cx="2160024" cy="2340026"/>
              <a:chOff x="8706029" y="1538979"/>
              <a:chExt cx="2160024" cy="2340026"/>
            </a:xfrm>
          </p:grpSpPr>
          <p:cxnSp>
            <p:nvCxnSpPr>
              <p:cNvPr id="96" name="Straight Connector 95">
                <a:extLst>
                  <a:ext uri="{FF2B5EF4-FFF2-40B4-BE49-F238E27FC236}">
                    <a16:creationId xmlns:a16="http://schemas.microsoft.com/office/drawing/2014/main" id="{EFC10227-E2F3-45F4-CB46-E9BFE65B7727}"/>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6DEB78C9-F522-2335-0B11-FDA15A0AAA9A}"/>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5CB2696D-018D-1984-7056-3EDEA32B0E18}"/>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19BDBCE9-7450-CDA0-925A-A3D53949338D}"/>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CF2E99D7-794B-91C8-DB63-1612BD8BFB24}"/>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1912BC5C-ACCE-2ECD-B8E8-894206BAB8CF}"/>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885DF4A9-6C29-DA0E-2E2F-D5916E642587}"/>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FB1CDE2C-A2E4-F6BA-1300-19A385EF6698}"/>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4E621012-BB05-86AA-336E-B2580F860241}"/>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FCDC02BF-7A72-94FD-066C-DAD6970BB9AD}"/>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155" name="Group 154">
              <a:extLst>
                <a:ext uri="{FF2B5EF4-FFF2-40B4-BE49-F238E27FC236}">
                  <a16:creationId xmlns:a16="http://schemas.microsoft.com/office/drawing/2014/main" id="{56F8FFB9-F8AF-8265-74D7-773175B08F81}"/>
                </a:ext>
              </a:extLst>
            </p:cNvPr>
            <p:cNvGrpSpPr/>
            <p:nvPr/>
          </p:nvGrpSpPr>
          <p:grpSpPr>
            <a:xfrm>
              <a:off x="8706029" y="2078985"/>
              <a:ext cx="2160024" cy="2340026"/>
              <a:chOff x="8706029" y="2078985"/>
              <a:chExt cx="2160024" cy="2340026"/>
            </a:xfrm>
          </p:grpSpPr>
          <p:cxnSp>
            <p:nvCxnSpPr>
              <p:cNvPr id="115" name="Straight Connector 114">
                <a:extLst>
                  <a:ext uri="{FF2B5EF4-FFF2-40B4-BE49-F238E27FC236}">
                    <a16:creationId xmlns:a16="http://schemas.microsoft.com/office/drawing/2014/main" id="{B7E59E89-E2C3-224E-9C10-AB8A7BE45028}"/>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A132ED4B-48FD-210C-97A5-A1C92BF07A59}"/>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96870729-C146-2465-ABBB-98148EF04C38}"/>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0AD2AC83-E6B9-F90D-56B3-6E3179D3DC11}"/>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3" name="Straight Connector 142">
                <a:extLst>
                  <a:ext uri="{FF2B5EF4-FFF2-40B4-BE49-F238E27FC236}">
                    <a16:creationId xmlns:a16="http://schemas.microsoft.com/office/drawing/2014/main" id="{F2F37913-8026-B749-7B6B-5BA350956E76}"/>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A48B8188-C3F1-92F3-8A84-14C0874C5AF4}"/>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5FEB0454-569B-38B6-9C81-B4717171DE9C}"/>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57CF00CC-7BAA-089F-55E0-78230EDD0423}"/>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74DD2756-51A1-C7F7-578D-E2F05E301D10}"/>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0048E7D6-F641-3C40-A8D3-F22FA0C188C5}"/>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251" name="Group 250">
              <a:extLst>
                <a:ext uri="{FF2B5EF4-FFF2-40B4-BE49-F238E27FC236}">
                  <a16:creationId xmlns:a16="http://schemas.microsoft.com/office/drawing/2014/main" id="{8804FDD5-0A30-33AD-CA9D-C58F39D5851E}"/>
                </a:ext>
              </a:extLst>
            </p:cNvPr>
            <p:cNvGrpSpPr/>
            <p:nvPr/>
          </p:nvGrpSpPr>
          <p:grpSpPr>
            <a:xfrm>
              <a:off x="8616028" y="1448978"/>
              <a:ext cx="2340026" cy="3060034"/>
              <a:chOff x="8616028" y="1448978"/>
              <a:chExt cx="2340026" cy="3060034"/>
            </a:xfrm>
          </p:grpSpPr>
          <p:sp>
            <p:nvSpPr>
              <p:cNvPr id="202" name="Oval 201">
                <a:extLst>
                  <a:ext uri="{FF2B5EF4-FFF2-40B4-BE49-F238E27FC236}">
                    <a16:creationId xmlns:a16="http://schemas.microsoft.com/office/drawing/2014/main" id="{F23AF152-BF43-4581-B658-F282280BDF73}"/>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a:extLst>
                  <a:ext uri="{FF2B5EF4-FFF2-40B4-BE49-F238E27FC236}">
                    <a16:creationId xmlns:a16="http://schemas.microsoft.com/office/drawing/2014/main" id="{24D7565C-1679-B16C-79CC-07327B75647B}"/>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a:extLst>
                  <a:ext uri="{FF2B5EF4-FFF2-40B4-BE49-F238E27FC236}">
                    <a16:creationId xmlns:a16="http://schemas.microsoft.com/office/drawing/2014/main" id="{0DBF6B5E-4B7E-132C-2444-CFB68D394FC8}"/>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a:extLst>
                  <a:ext uri="{FF2B5EF4-FFF2-40B4-BE49-F238E27FC236}">
                    <a16:creationId xmlns:a16="http://schemas.microsoft.com/office/drawing/2014/main" id="{229111D0-837B-B74F-7BFA-DF59BF1BFA7F}"/>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a:extLst>
                  <a:ext uri="{FF2B5EF4-FFF2-40B4-BE49-F238E27FC236}">
                    <a16:creationId xmlns:a16="http://schemas.microsoft.com/office/drawing/2014/main" id="{6371A670-F14D-2B82-F388-598788CB2A8E}"/>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a:extLst>
                  <a:ext uri="{FF2B5EF4-FFF2-40B4-BE49-F238E27FC236}">
                    <a16:creationId xmlns:a16="http://schemas.microsoft.com/office/drawing/2014/main" id="{617EA65C-B8AA-661E-63A7-FBFED23F4DDE}"/>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a:extLst>
                  <a:ext uri="{FF2B5EF4-FFF2-40B4-BE49-F238E27FC236}">
                    <a16:creationId xmlns:a16="http://schemas.microsoft.com/office/drawing/2014/main" id="{B83488F9-4651-558B-A4D9-886A36A12A66}"/>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Oval 215">
                <a:extLst>
                  <a:ext uri="{FF2B5EF4-FFF2-40B4-BE49-F238E27FC236}">
                    <a16:creationId xmlns:a16="http://schemas.microsoft.com/office/drawing/2014/main" id="{192D9A57-D03A-DE82-2964-2101800A99C0}"/>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Oval 217">
                <a:extLst>
                  <a:ext uri="{FF2B5EF4-FFF2-40B4-BE49-F238E27FC236}">
                    <a16:creationId xmlns:a16="http://schemas.microsoft.com/office/drawing/2014/main" id="{FD569A0F-1693-FDF1-A45D-0C3C36F6A736}"/>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Oval 219">
                <a:extLst>
                  <a:ext uri="{FF2B5EF4-FFF2-40B4-BE49-F238E27FC236}">
                    <a16:creationId xmlns:a16="http://schemas.microsoft.com/office/drawing/2014/main" id="{43BD0441-117A-7893-88EA-DF15B8F4788E}"/>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Oval 221">
                <a:extLst>
                  <a:ext uri="{FF2B5EF4-FFF2-40B4-BE49-F238E27FC236}">
                    <a16:creationId xmlns:a16="http://schemas.microsoft.com/office/drawing/2014/main" id="{C009F55C-29E8-1DCE-8251-BBF14EEDC336}"/>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a:extLst>
                  <a:ext uri="{FF2B5EF4-FFF2-40B4-BE49-F238E27FC236}">
                    <a16:creationId xmlns:a16="http://schemas.microsoft.com/office/drawing/2014/main" id="{5CE24BFA-94CE-D60B-E13A-CEE56B656410}"/>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a:extLst>
                  <a:ext uri="{FF2B5EF4-FFF2-40B4-BE49-F238E27FC236}">
                    <a16:creationId xmlns:a16="http://schemas.microsoft.com/office/drawing/2014/main" id="{A563D6FF-8094-6DDB-28F9-ABAC20A76CDF}"/>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a:extLst>
                  <a:ext uri="{FF2B5EF4-FFF2-40B4-BE49-F238E27FC236}">
                    <a16:creationId xmlns:a16="http://schemas.microsoft.com/office/drawing/2014/main" id="{41BAEB5C-C6D7-9C6F-0E06-4F46AB5807A8}"/>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a:extLst>
                  <a:ext uri="{FF2B5EF4-FFF2-40B4-BE49-F238E27FC236}">
                    <a16:creationId xmlns:a16="http://schemas.microsoft.com/office/drawing/2014/main" id="{4ABBB967-0C27-5E4B-49E5-7744D5D3E32A}"/>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a:extLst>
                  <a:ext uri="{FF2B5EF4-FFF2-40B4-BE49-F238E27FC236}">
                    <a16:creationId xmlns:a16="http://schemas.microsoft.com/office/drawing/2014/main" id="{441C185B-5EA5-D2CA-4310-AE390E38EDA4}"/>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a:extLst>
                  <a:ext uri="{FF2B5EF4-FFF2-40B4-BE49-F238E27FC236}">
                    <a16:creationId xmlns:a16="http://schemas.microsoft.com/office/drawing/2014/main" id="{0C77CA84-EB70-073F-FB99-6696239AA41A}"/>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a:extLst>
                  <a:ext uri="{FF2B5EF4-FFF2-40B4-BE49-F238E27FC236}">
                    <a16:creationId xmlns:a16="http://schemas.microsoft.com/office/drawing/2014/main" id="{5B7DB737-5877-9C51-E378-D1DD83D84D53}"/>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Oval 237">
                <a:extLst>
                  <a:ext uri="{FF2B5EF4-FFF2-40B4-BE49-F238E27FC236}">
                    <a16:creationId xmlns:a16="http://schemas.microsoft.com/office/drawing/2014/main" id="{7A53287B-4A93-0B21-3739-EE78EB4463F7}"/>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Oval 239">
                <a:extLst>
                  <a:ext uri="{FF2B5EF4-FFF2-40B4-BE49-F238E27FC236}">
                    <a16:creationId xmlns:a16="http://schemas.microsoft.com/office/drawing/2014/main" id="{6663B3C7-CA61-0107-0C90-163680C24AF1}"/>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Oval 241">
                <a:extLst>
                  <a:ext uri="{FF2B5EF4-FFF2-40B4-BE49-F238E27FC236}">
                    <a16:creationId xmlns:a16="http://schemas.microsoft.com/office/drawing/2014/main" id="{A45EBFA7-12C1-C40D-63D3-8646FD36D793}"/>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Oval 243">
                <a:extLst>
                  <a:ext uri="{FF2B5EF4-FFF2-40B4-BE49-F238E27FC236}">
                    <a16:creationId xmlns:a16="http://schemas.microsoft.com/office/drawing/2014/main" id="{1EFE3696-915E-97D8-35FC-ACACD727FBF7}"/>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a:extLst>
                  <a:ext uri="{FF2B5EF4-FFF2-40B4-BE49-F238E27FC236}">
                    <a16:creationId xmlns:a16="http://schemas.microsoft.com/office/drawing/2014/main" id="{A2A7F21D-E5D0-0A04-2476-B042A6D29A7F}"/>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a:extLst>
                  <a:ext uri="{FF2B5EF4-FFF2-40B4-BE49-F238E27FC236}">
                    <a16:creationId xmlns:a16="http://schemas.microsoft.com/office/drawing/2014/main" id="{C9FCD006-66F4-98A6-0719-DF737F0A4820}"/>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a:extLst>
                  <a:ext uri="{FF2B5EF4-FFF2-40B4-BE49-F238E27FC236}">
                    <a16:creationId xmlns:a16="http://schemas.microsoft.com/office/drawing/2014/main" id="{E97EF02B-5132-76E2-3404-F6DBEE4D49DB}"/>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2071419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347D0-E241-BF07-984B-87C0769B52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F41F908-CBF4-E960-E3E4-A7E1AC4631D6}"/>
                  </a:ext>
                </a:extLst>
              </p:cNvPr>
              <p:cNvSpPr txBox="1"/>
              <p:nvPr/>
            </p:nvSpPr>
            <p:spPr>
              <a:xfrm>
                <a:off x="4025977" y="2258987"/>
                <a:ext cx="1170013" cy="923330"/>
              </a:xfrm>
              <a:prstGeom prst="rect">
                <a:avLst/>
              </a:prstGeom>
              <a:noFill/>
            </p:spPr>
            <p:txBody>
              <a:bodyPr wrap="square">
                <a:spAutoFit/>
              </a:bodyPr>
              <a:lstStyle/>
              <a:p>
                <a:pPr/>
                <a14:m>
                  <m:oMathPara xmlns:m="http://schemas.openxmlformats.org/officeDocument/2006/math">
                    <m:oMath>
                      <m:r>
                        <a:rPr lang="en-GB" sz="5400" b="0" i="1" smtClean="0">
                          <a:latin typeface="Cambria Math" panose="02040503050406030204" pitchFamily="18" charset="0"/>
                        </a:rPr>
                        <m:t>→</m:t>
                      </m:r>
                    </m:oMath>
                  </m:oMathPara>
                </a14:m>
                <a:endParaRPr lang="en-GB" sz="5400" dirty="0"/>
              </a:p>
            </p:txBody>
          </p:sp>
        </mc:Choice>
        <mc:Fallback xmlns="">
          <p:sp>
            <p:nvSpPr>
              <p:cNvPr id="40" name="TextBox 39">
                <a:extLst>
                  <a:ext uri="{FF2B5EF4-FFF2-40B4-BE49-F238E27FC236}">
                    <a16:creationId xmlns:a16="http://schemas.microsoft.com/office/drawing/2014/main" id="{BF41F908-CBF4-E960-E3E4-A7E1AC4631D6}"/>
                  </a:ext>
                </a:extLst>
              </p:cNvPr>
              <p:cNvSpPr txBox="1">
                <a:spLocks noRot="1" noChangeAspect="1" noMove="1" noResize="1" noEditPoints="1" noAdjustHandles="1" noChangeArrowheads="1" noChangeShapeType="1" noTextEdit="1"/>
              </p:cNvSpPr>
              <p:nvPr/>
            </p:nvSpPr>
            <p:spPr>
              <a:xfrm>
                <a:off x="4025977" y="2258987"/>
                <a:ext cx="1170013" cy="92333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0ED27144-F74F-5747-6F62-9BA68DBCEC84}"/>
                  </a:ext>
                </a:extLst>
              </p:cNvPr>
              <p:cNvSpPr txBox="1"/>
              <p:nvPr/>
            </p:nvSpPr>
            <p:spPr>
              <a:xfrm>
                <a:off x="-474073"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3" name="TextBox 92">
                <a:extLst>
                  <a:ext uri="{FF2B5EF4-FFF2-40B4-BE49-F238E27FC236}">
                    <a16:creationId xmlns:a16="http://schemas.microsoft.com/office/drawing/2014/main" id="{0ED27144-F74F-5747-6F62-9BA68DBCEC84}"/>
                  </a:ext>
                </a:extLst>
              </p:cNvPr>
              <p:cNvSpPr txBox="1">
                <a:spLocks noRot="1" noChangeAspect="1" noMove="1" noResize="1" noEditPoints="1" noAdjustHandles="1" noChangeArrowheads="1" noChangeShapeType="1" noTextEdit="1"/>
              </p:cNvSpPr>
              <p:nvPr/>
            </p:nvSpPr>
            <p:spPr>
              <a:xfrm>
                <a:off x="-474073" y="4779015"/>
                <a:ext cx="1980022" cy="83099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C3300EB-1D72-12AF-F4D9-7E25FDE20605}"/>
                  </a:ext>
                </a:extLst>
              </p:cNvPr>
              <p:cNvSpPr txBox="1"/>
              <p:nvPr/>
            </p:nvSpPr>
            <p:spPr>
              <a:xfrm>
                <a:off x="695940"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95" name="TextBox 94">
                <a:extLst>
                  <a:ext uri="{FF2B5EF4-FFF2-40B4-BE49-F238E27FC236}">
                    <a16:creationId xmlns:a16="http://schemas.microsoft.com/office/drawing/2014/main" id="{8C3300EB-1D72-12AF-F4D9-7E25FDE20605}"/>
                  </a:ext>
                </a:extLst>
              </p:cNvPr>
              <p:cNvSpPr txBox="1">
                <a:spLocks noRot="1" noChangeAspect="1" noMove="1" noResize="1" noEditPoints="1" noAdjustHandles="1" noChangeArrowheads="1" noChangeShapeType="1" noTextEdit="1"/>
              </p:cNvSpPr>
              <p:nvPr/>
            </p:nvSpPr>
            <p:spPr>
              <a:xfrm>
                <a:off x="695940" y="4779015"/>
                <a:ext cx="1980022" cy="83099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3BF8C177-E281-16DA-6FF2-5680B3515EB5}"/>
                  </a:ext>
                </a:extLst>
              </p:cNvPr>
              <p:cNvSpPr txBox="1"/>
              <p:nvPr/>
            </p:nvSpPr>
            <p:spPr>
              <a:xfrm>
                <a:off x="5285991" y="4784549"/>
                <a:ext cx="1980022" cy="863378"/>
              </a:xfrm>
              <a:prstGeom prst="rect">
                <a:avLst/>
              </a:prstGeom>
              <a:noFill/>
            </p:spPr>
            <p:txBody>
              <a:bodyPr wrap="square">
                <a:spAutoFit/>
              </a:bodyPr>
              <a:lstStyle/>
              <a:p>
                <a:pPr/>
                <a14:m>
                  <m:oMathPara xmlns:m="http://schemas.openxmlformats.org/officeDocument/2006/math">
                    <m:oMath>
                      <m:sSub>
                        <m:sSubPr>
                          <m:ctrlPr>
                            <a:rPr lang="en-GB" sz="4800" b="0" i="1" smtClean="0">
                              <a:latin typeface="Cambria Math" panose="02040503050406030204" pitchFamily="18" charset="0"/>
                            </a:rPr>
                          </m:ctrlPr>
                        </m:sSubPr>
                        <m:e>
                          <m:r>
                            <a:rPr lang="en-GB" sz="4800" b="0" i="1" smtClean="0">
                              <a:latin typeface="Cambria Math" panose="02040503050406030204" pitchFamily="18" charset="0"/>
                            </a:rPr>
                            <m:t>𝑇</m:t>
                          </m:r>
                        </m:e>
                        <m:sub>
                          <m:r>
                            <a:rPr lang="en-US" sz="4800" b="0" i="1" smtClean="0">
                              <a:latin typeface="Cambria Math" panose="02040503050406030204" pitchFamily="18" charset="0"/>
                            </a:rPr>
                            <m:t>⊞</m:t>
                          </m:r>
                          <m:r>
                            <a:rPr lang="en-GB" sz="4800" b="0" i="1" smtClean="0">
                              <a:latin typeface="Cambria Math" panose="02040503050406030204" pitchFamily="18" charset="0"/>
                            </a:rPr>
                            <m:t>,</m:t>
                          </m:r>
                          <m:r>
                            <a:rPr lang="en-GB" sz="4800" b="0" i="1" smtClean="0">
                              <a:latin typeface="Cambria Math" panose="02040503050406030204" pitchFamily="18" charset="0"/>
                            </a:rPr>
                            <m:t>𝑛</m:t>
                          </m:r>
                        </m:sub>
                      </m:sSub>
                    </m:oMath>
                  </m:oMathPara>
                </a14:m>
                <a:endParaRPr lang="en-GB" sz="4800" dirty="0"/>
              </a:p>
            </p:txBody>
          </p:sp>
        </mc:Choice>
        <mc:Fallback xmlns="">
          <p:sp>
            <p:nvSpPr>
              <p:cNvPr id="97" name="TextBox 96">
                <a:extLst>
                  <a:ext uri="{FF2B5EF4-FFF2-40B4-BE49-F238E27FC236}">
                    <a16:creationId xmlns:a16="http://schemas.microsoft.com/office/drawing/2014/main" id="{3BF8C177-E281-16DA-6FF2-5680B3515EB5}"/>
                  </a:ext>
                </a:extLst>
              </p:cNvPr>
              <p:cNvSpPr txBox="1">
                <a:spLocks noRot="1" noChangeAspect="1" noMove="1" noResize="1" noEditPoints="1" noAdjustHandles="1" noChangeArrowheads="1" noChangeShapeType="1" noTextEdit="1"/>
              </p:cNvSpPr>
              <p:nvPr/>
            </p:nvSpPr>
            <p:spPr>
              <a:xfrm>
                <a:off x="5285991" y="4784549"/>
                <a:ext cx="1980022" cy="86337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EE6FA7ED-9FE5-03E0-EAF6-908D4CD0BF1F}"/>
                  </a:ext>
                </a:extLst>
              </p:cNvPr>
              <p:cNvSpPr txBox="1"/>
              <p:nvPr/>
            </p:nvSpPr>
            <p:spPr>
              <a:xfrm>
                <a:off x="515938"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99" name="TextBox 98">
                <a:extLst>
                  <a:ext uri="{FF2B5EF4-FFF2-40B4-BE49-F238E27FC236}">
                    <a16:creationId xmlns:a16="http://schemas.microsoft.com/office/drawing/2014/main" id="{EE6FA7ED-9FE5-03E0-EAF6-908D4CD0BF1F}"/>
                  </a:ext>
                </a:extLst>
              </p:cNvPr>
              <p:cNvSpPr txBox="1">
                <a:spLocks noRot="1" noChangeAspect="1" noMove="1" noResize="1" noEditPoints="1" noAdjustHandles="1" noChangeArrowheads="1" noChangeShapeType="1" noTextEdit="1"/>
              </p:cNvSpPr>
              <p:nvPr/>
            </p:nvSpPr>
            <p:spPr>
              <a:xfrm>
                <a:off x="515938" y="4779015"/>
                <a:ext cx="1170013" cy="83099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58F2440F-8D63-B4F5-AB8F-9BAE0D3CFE61}"/>
                  </a:ext>
                </a:extLst>
              </p:cNvPr>
              <p:cNvSpPr txBox="1"/>
              <p:nvPr/>
            </p:nvSpPr>
            <p:spPr>
              <a:xfrm>
                <a:off x="4025977" y="4779015"/>
                <a:ext cx="1170013" cy="830997"/>
              </a:xfrm>
              <a:prstGeom prst="rect">
                <a:avLst/>
              </a:prstGeom>
              <a:noFill/>
            </p:spPr>
            <p:txBody>
              <a:bodyPr wrap="square">
                <a:spAutoFit/>
              </a:bodyPr>
              <a:lstStyle/>
              <a:p>
                <a:pPr/>
                <a14:m>
                  <m:oMathPara xmlns:m="http://schemas.openxmlformats.org/officeDocument/2006/math">
                    <m:oMath>
                      <m:r>
                        <a:rPr lang="en-GB" sz="4800" i="1">
                          <a:solidFill>
                            <a:schemeClr val="accent6"/>
                          </a:solidFill>
                          <a:latin typeface="Cambria Math" panose="02040503050406030204" pitchFamily="18" charset="0"/>
                        </a:rPr>
                        <m:t>≥</m:t>
                      </m:r>
                    </m:oMath>
                  </m:oMathPara>
                </a14:m>
                <a:endParaRPr lang="en-GB" sz="4800" dirty="0">
                  <a:solidFill>
                    <a:schemeClr val="accent6"/>
                  </a:solidFill>
                </a:endParaRPr>
              </a:p>
            </p:txBody>
          </p:sp>
        </mc:Choice>
        <mc:Fallback xmlns="">
          <p:sp>
            <p:nvSpPr>
              <p:cNvPr id="101" name="TextBox 100">
                <a:extLst>
                  <a:ext uri="{FF2B5EF4-FFF2-40B4-BE49-F238E27FC236}">
                    <a16:creationId xmlns:a16="http://schemas.microsoft.com/office/drawing/2014/main" id="{58F2440F-8D63-B4F5-AB8F-9BAE0D3CFE61}"/>
                  </a:ext>
                </a:extLst>
              </p:cNvPr>
              <p:cNvSpPr txBox="1">
                <a:spLocks noRot="1" noChangeAspect="1" noMove="1" noResize="1" noEditPoints="1" noAdjustHandles="1" noChangeArrowheads="1" noChangeShapeType="1" noTextEdit="1"/>
              </p:cNvSpPr>
              <p:nvPr/>
            </p:nvSpPr>
            <p:spPr>
              <a:xfrm>
                <a:off x="4025977" y="4779015"/>
                <a:ext cx="1170013" cy="83099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19C1FB7-A6D9-822E-51FB-A43B5175F669}"/>
                  </a:ext>
                </a:extLst>
              </p:cNvPr>
              <p:cNvSpPr txBox="1"/>
              <p:nvPr/>
            </p:nvSpPr>
            <p:spPr>
              <a:xfrm>
                <a:off x="4835986" y="4779015"/>
                <a:ext cx="2610029" cy="830997"/>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4800" b="0" i="1" smtClean="0">
                              <a:solidFill>
                                <a:schemeClr val="accent2">
                                  <a:lumMod val="75000"/>
                                </a:schemeClr>
                              </a:solidFill>
                              <a:latin typeface="Cambria Math" panose="02040503050406030204" pitchFamily="18" charset="0"/>
                            </a:rPr>
                          </m:ctrlPr>
                        </m:accPr>
                        <m:e>
                          <m:r>
                            <a:rPr lang="en-GB" sz="4800" b="0" i="1" smtClean="0">
                              <a:solidFill>
                                <a:schemeClr val="accent2">
                                  <a:lumMod val="75000"/>
                                </a:schemeClr>
                              </a:solidFill>
                              <a:latin typeface="Cambria Math" panose="02040503050406030204" pitchFamily="18" charset="0"/>
                            </a:rPr>
                            <m:t>𝐶</m:t>
                          </m:r>
                        </m:e>
                      </m:acc>
                      <m:d>
                        <m:dPr>
                          <m:ctrlPr>
                            <a:rPr lang="en-GB" sz="4800" b="0" i="1" smtClean="0">
                              <a:solidFill>
                                <a:schemeClr val="tx1"/>
                              </a:solidFill>
                              <a:latin typeface="Cambria Math" panose="02040503050406030204" pitchFamily="18" charset="0"/>
                            </a:rPr>
                          </m:ctrlPr>
                        </m:dPr>
                        <m:e>
                          <m:r>
                            <a:rPr lang="en-GB" sz="4800" b="0" i="1" smtClean="0">
                              <a:solidFill>
                                <a:schemeClr val="tx1"/>
                              </a:solidFill>
                              <a:latin typeface="Cambria Math" panose="02040503050406030204" pitchFamily="18" charset="0"/>
                            </a:rPr>
                            <m:t>         </m:t>
                          </m:r>
                        </m:e>
                      </m:d>
                    </m:oMath>
                  </m:oMathPara>
                </a14:m>
                <a:endParaRPr lang="en-GB" sz="4800" dirty="0">
                  <a:solidFill>
                    <a:schemeClr val="tx1"/>
                  </a:solidFill>
                </a:endParaRPr>
              </a:p>
            </p:txBody>
          </p:sp>
        </mc:Choice>
        <mc:Fallback xmlns="">
          <p:sp>
            <p:nvSpPr>
              <p:cNvPr id="47" name="TextBox 46">
                <a:extLst>
                  <a:ext uri="{FF2B5EF4-FFF2-40B4-BE49-F238E27FC236}">
                    <a16:creationId xmlns:a16="http://schemas.microsoft.com/office/drawing/2014/main" id="{619C1FB7-A6D9-822E-51FB-A43B5175F669}"/>
                  </a:ext>
                </a:extLst>
              </p:cNvPr>
              <p:cNvSpPr txBox="1">
                <a:spLocks noRot="1" noChangeAspect="1" noMove="1" noResize="1" noEditPoints="1" noAdjustHandles="1" noChangeArrowheads="1" noChangeShapeType="1" noTextEdit="1"/>
              </p:cNvSpPr>
              <p:nvPr/>
            </p:nvSpPr>
            <p:spPr>
              <a:xfrm>
                <a:off x="4835986" y="4779015"/>
                <a:ext cx="2610029" cy="830997"/>
              </a:xfrm>
              <a:prstGeom prst="rect">
                <a:avLst/>
              </a:prstGeom>
              <a:blipFill>
                <a:blip r:embed="rId8"/>
                <a:stretch>
                  <a:fillRect/>
                </a:stretch>
              </a:blipFill>
            </p:spPr>
            <p:txBody>
              <a:bodyPr/>
              <a:lstStyle/>
              <a:p>
                <a:r>
                  <a:rPr lang="en-GB">
                    <a:noFill/>
                  </a:rPr>
                  <a:t> </a:t>
                </a:r>
              </a:p>
            </p:txBody>
          </p:sp>
        </mc:Fallback>
      </mc:AlternateContent>
      <p:pic>
        <p:nvPicPr>
          <p:cNvPr id="46" name="Picture 45" descr="Iceberg PNGs for Free Download">
            <a:extLst>
              <a:ext uri="{FF2B5EF4-FFF2-40B4-BE49-F238E27FC236}">
                <a16:creationId xmlns:a16="http://schemas.microsoft.com/office/drawing/2014/main" id="{79D9D5A6-926D-5776-8B26-DC43EA6B36A0}"/>
              </a:ext>
            </a:extLst>
          </p:cNvPr>
          <p:cNvPicPr>
            <a:picLocks noChangeAspect="1"/>
          </p:cNvPicPr>
          <p:nvPr/>
        </p:nvPicPr>
        <p:blipFill>
          <a:blip r:embed="rId9"/>
          <a:stretch>
            <a:fillRect/>
          </a:stretch>
        </p:blipFill>
        <p:spPr>
          <a:xfrm>
            <a:off x="7626017" y="-441043"/>
            <a:ext cx="7740086" cy="7740086"/>
          </a:xfrm>
          <a:prstGeom prst="rect">
            <a:avLst/>
          </a:prstGeom>
        </p:spPr>
      </p:pic>
      <p:sp>
        <p:nvSpPr>
          <p:cNvPr id="49" name="Rectangle 48">
            <a:extLst>
              <a:ext uri="{FF2B5EF4-FFF2-40B4-BE49-F238E27FC236}">
                <a16:creationId xmlns:a16="http://schemas.microsoft.com/office/drawing/2014/main" id="{74C2403F-06C1-6C75-5358-F70F4B8E12CC}"/>
              </a:ext>
            </a:extLst>
          </p:cNvPr>
          <p:cNvSpPr/>
          <p:nvPr/>
        </p:nvSpPr>
        <p:spPr>
          <a:xfrm>
            <a:off x="9876042" y="2168986"/>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4-tensor</a:t>
            </a:r>
          </a:p>
        </p:txBody>
      </p: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F07D1AF8-40A2-A0DA-8BE6-7A8E5DA72D34}"/>
                  </a:ext>
                </a:extLst>
              </p:cNvPr>
              <p:cNvSpPr/>
              <p:nvPr/>
            </p:nvSpPr>
            <p:spPr>
              <a:xfrm>
                <a:off x="7716018" y="2168986"/>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600" i="1">
                          <a:solidFill>
                            <a:schemeClr val="accent6"/>
                          </a:solidFill>
                          <a:latin typeface="Cambria Math" panose="02040503050406030204" pitchFamily="18" charset="0"/>
                        </a:rPr>
                        <m:t>𝜔</m:t>
                      </m:r>
                      <m:r>
                        <a:rPr lang="en-GB" sz="3600" i="1">
                          <a:solidFill>
                            <a:schemeClr val="accent6"/>
                          </a:solidFill>
                          <a:latin typeface="Cambria Math" panose="02040503050406030204" pitchFamily="18" charset="0"/>
                        </a:rPr>
                        <m:t>=2</m:t>
                      </m:r>
                    </m:oMath>
                  </m:oMathPara>
                </a14:m>
                <a:endParaRPr lang="en-GB" sz="3600" dirty="0">
                  <a:solidFill>
                    <a:schemeClr val="accent6"/>
                  </a:solidFill>
                </a:endParaRPr>
              </a:p>
            </p:txBody>
          </p:sp>
        </mc:Choice>
        <mc:Fallback xmlns="">
          <p:sp>
            <p:nvSpPr>
              <p:cNvPr id="51" name="Rectangle 50">
                <a:extLst>
                  <a:ext uri="{FF2B5EF4-FFF2-40B4-BE49-F238E27FC236}">
                    <a16:creationId xmlns:a16="http://schemas.microsoft.com/office/drawing/2014/main" id="{F07D1AF8-40A2-A0DA-8BE6-7A8E5DA72D34}"/>
                  </a:ext>
                </a:extLst>
              </p:cNvPr>
              <p:cNvSpPr>
                <a:spLocks noRot="1" noChangeAspect="1" noMove="1" noResize="1" noEditPoints="1" noAdjustHandles="1" noChangeArrowheads="1" noChangeShapeType="1" noTextEdit="1"/>
              </p:cNvSpPr>
              <p:nvPr/>
            </p:nvSpPr>
            <p:spPr>
              <a:xfrm>
                <a:off x="7716018" y="2168986"/>
                <a:ext cx="1890021" cy="540006"/>
              </a:xfrm>
              <a:prstGeom prst="rect">
                <a:avLst/>
              </a:prstGeom>
              <a:blipFill>
                <a:blip r:embed="rId10"/>
                <a:stretch>
                  <a:fillRect/>
                </a:stretch>
              </a:blipFill>
              <a:ln>
                <a:noFill/>
              </a:ln>
            </p:spPr>
            <p:txBody>
              <a:bodyPr/>
              <a:lstStyle/>
              <a:p>
                <a:r>
                  <a:rPr lang="en-GB">
                    <a:noFill/>
                  </a:rPr>
                  <a:t> </a:t>
                </a:r>
              </a:p>
            </p:txBody>
          </p:sp>
        </mc:Fallback>
      </mc:AlternateContent>
      <p:sp>
        <p:nvSpPr>
          <p:cNvPr id="55" name="Rectangle 54">
            <a:extLst>
              <a:ext uri="{FF2B5EF4-FFF2-40B4-BE49-F238E27FC236}">
                <a16:creationId xmlns:a16="http://schemas.microsoft.com/office/drawing/2014/main" id="{D2BA4F63-CF46-55EC-14A6-18F94D0896A4}"/>
              </a:ext>
            </a:extLst>
          </p:cNvPr>
          <p:cNvSpPr/>
          <p:nvPr/>
        </p:nvSpPr>
        <p:spPr>
          <a:xfrm>
            <a:off x="9876043" y="288899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8-tensor</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B5B00376-6628-80C8-E02B-0EF1FB7EEF17}"/>
                  </a:ext>
                </a:extLst>
              </p:cNvPr>
              <p:cNvSpPr/>
              <p:nvPr/>
            </p:nvSpPr>
            <p:spPr>
              <a:xfrm>
                <a:off x="7716018" y="2888994"/>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b="0" i="1" smtClean="0">
                        <a:solidFill>
                          <a:schemeClr val="accent6"/>
                        </a:solidFill>
                        <a:latin typeface="Cambria Math" panose="02040503050406030204" pitchFamily="18" charset="0"/>
                      </a:rPr>
                      <m:t>¬</m:t>
                    </m:r>
                  </m:oMath>
                </a14:m>
                <a:r>
                  <a:rPr lang="en-GB" sz="3600" dirty="0">
                    <a:solidFill>
                      <a:schemeClr val="accent6"/>
                    </a:solidFill>
                  </a:rPr>
                  <a:t>HC</a:t>
                </a:r>
              </a:p>
            </p:txBody>
          </p:sp>
        </mc:Choice>
        <mc:Fallback xmlns="">
          <p:sp>
            <p:nvSpPr>
              <p:cNvPr id="57" name="Rectangle 56">
                <a:extLst>
                  <a:ext uri="{FF2B5EF4-FFF2-40B4-BE49-F238E27FC236}">
                    <a16:creationId xmlns:a16="http://schemas.microsoft.com/office/drawing/2014/main" id="{B5B00376-6628-80C8-E02B-0EF1FB7EEF17}"/>
                  </a:ext>
                </a:extLst>
              </p:cNvPr>
              <p:cNvSpPr>
                <a:spLocks noRot="1" noChangeAspect="1" noMove="1" noResize="1" noEditPoints="1" noAdjustHandles="1" noChangeArrowheads="1" noChangeShapeType="1" noTextEdit="1"/>
              </p:cNvSpPr>
              <p:nvPr/>
            </p:nvSpPr>
            <p:spPr>
              <a:xfrm>
                <a:off x="7716018" y="2888994"/>
                <a:ext cx="1890021" cy="540006"/>
              </a:xfrm>
              <a:prstGeom prst="rect">
                <a:avLst/>
              </a:prstGeom>
              <a:blipFill>
                <a:blip r:embed="rId11"/>
                <a:stretch>
                  <a:fillRect t="-26966" b="-51685"/>
                </a:stretch>
              </a:blipFill>
              <a:ln>
                <a:noFill/>
              </a:ln>
            </p:spPr>
            <p:txBody>
              <a:bodyPr/>
              <a:lstStyle/>
              <a:p>
                <a:r>
                  <a:rPr lang="en-GB">
                    <a:noFill/>
                  </a:rPr>
                  <a:t> </a:t>
                </a:r>
              </a:p>
            </p:txBody>
          </p:sp>
        </mc:Fallback>
      </mc:AlternateContent>
      <p:sp>
        <p:nvSpPr>
          <p:cNvPr id="60" name="Rectangle 59">
            <a:extLst>
              <a:ext uri="{FF2B5EF4-FFF2-40B4-BE49-F238E27FC236}">
                <a16:creationId xmlns:a16="http://schemas.microsoft.com/office/drawing/2014/main" id="{CE6C8437-09AA-DF70-2DEC-D148E9B4DB86}"/>
              </a:ext>
            </a:extLst>
          </p:cNvPr>
          <p:cNvSpPr/>
          <p:nvPr/>
        </p:nvSpPr>
        <p:spPr>
          <a:xfrm>
            <a:off x="9876043" y="3609002"/>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accent1"/>
                </a:solidFill>
              </a:rPr>
              <a:t>25-tensor</a:t>
            </a:r>
          </a:p>
        </p:txBody>
      </p:sp>
      <p:sp>
        <p:nvSpPr>
          <p:cNvPr id="62" name="Rectangle 61">
            <a:extLst>
              <a:ext uri="{FF2B5EF4-FFF2-40B4-BE49-F238E27FC236}">
                <a16:creationId xmlns:a16="http://schemas.microsoft.com/office/drawing/2014/main" id="{590DC317-2D9E-1D44-C78D-A8E0B97CD114}"/>
              </a:ext>
            </a:extLst>
          </p:cNvPr>
          <p:cNvSpPr/>
          <p:nvPr/>
        </p:nvSpPr>
        <p:spPr>
          <a:xfrm>
            <a:off x="7716018" y="3609002"/>
            <a:ext cx="1890021"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err="1">
                <a:solidFill>
                  <a:schemeClr val="accent6"/>
                </a:solidFill>
              </a:rPr>
              <a:t>FastPerm</a:t>
            </a:r>
            <a:endParaRPr lang="en-GB" sz="3200" dirty="0">
              <a:solidFill>
                <a:schemeClr val="accent6"/>
              </a:solidFill>
            </a:endParaRP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720A13FF-1980-FADA-9768-95BA22E5E38F}"/>
                  </a:ext>
                </a:extLst>
              </p:cNvPr>
              <p:cNvSpPr/>
              <p:nvPr/>
            </p:nvSpPr>
            <p:spPr>
              <a:xfrm>
                <a:off x="9876043" y="4689014"/>
                <a:ext cx="2340026"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3600" i="1">
                        <a:solidFill>
                          <a:schemeClr val="accent1"/>
                        </a:solidFill>
                        <a:latin typeface="Cambria Math" panose="02040503050406030204" pitchFamily="18" charset="0"/>
                      </a:rPr>
                      <m:t>𝑑</m:t>
                    </m:r>
                  </m:oMath>
                </a14:m>
                <a:r>
                  <a:rPr lang="en-GB" sz="3600" dirty="0">
                    <a:solidFill>
                      <a:schemeClr val="accent1"/>
                    </a:solidFill>
                  </a:rPr>
                  <a:t>-tensor</a:t>
                </a:r>
              </a:p>
            </p:txBody>
          </p:sp>
        </mc:Choice>
        <mc:Fallback xmlns="">
          <p:sp>
            <p:nvSpPr>
              <p:cNvPr id="64" name="Rectangle 63">
                <a:extLst>
                  <a:ext uri="{FF2B5EF4-FFF2-40B4-BE49-F238E27FC236}">
                    <a16:creationId xmlns:a16="http://schemas.microsoft.com/office/drawing/2014/main" id="{720A13FF-1980-FADA-9768-95BA22E5E38F}"/>
                  </a:ext>
                </a:extLst>
              </p:cNvPr>
              <p:cNvSpPr>
                <a:spLocks noRot="1" noChangeAspect="1" noMove="1" noResize="1" noEditPoints="1" noAdjustHandles="1" noChangeArrowheads="1" noChangeShapeType="1" noTextEdit="1"/>
              </p:cNvSpPr>
              <p:nvPr/>
            </p:nvSpPr>
            <p:spPr>
              <a:xfrm>
                <a:off x="9876043" y="4689014"/>
                <a:ext cx="2340026" cy="540006"/>
              </a:xfrm>
              <a:prstGeom prst="rect">
                <a:avLst/>
              </a:prstGeom>
              <a:blipFill>
                <a:blip r:embed="rId12"/>
                <a:stretch>
                  <a:fillRect t="-26966" b="-5168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B17FEAB3-9FB5-6F16-69C1-B9EA06F19658}"/>
                  </a:ext>
                </a:extLst>
              </p:cNvPr>
              <p:cNvSpPr/>
              <p:nvPr/>
            </p:nvSpPr>
            <p:spPr>
              <a:xfrm>
                <a:off x="7536016" y="4689014"/>
                <a:ext cx="2250025" cy="540006"/>
              </a:xfrm>
              <a:prstGeom prst="rect">
                <a:avLst/>
              </a:prstGeom>
              <a:solidFill>
                <a:srgbClr val="FFFFFF">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3200" b="1">
                          <a:solidFill>
                            <a:schemeClr val="accent6"/>
                          </a:solidFill>
                          <a:latin typeface="Cambria Math" panose="02040503050406030204" pitchFamily="18" charset="0"/>
                        </a:rPr>
                        <m:t>𝐕𝐏</m:t>
                      </m:r>
                      <m:r>
                        <a:rPr lang="en-GB" sz="3200" i="1">
                          <a:solidFill>
                            <a:schemeClr val="tx1"/>
                          </a:solidFill>
                          <a:latin typeface="Cambria Math" panose="02040503050406030204" pitchFamily="18" charset="0"/>
                        </a:rPr>
                        <m:t>=</m:t>
                      </m:r>
                      <m:r>
                        <a:rPr lang="en-GB" sz="3200" b="1">
                          <a:solidFill>
                            <a:schemeClr val="accent6"/>
                          </a:solidFill>
                          <a:latin typeface="Cambria Math" panose="02040503050406030204" pitchFamily="18" charset="0"/>
                        </a:rPr>
                        <m:t>𝐕𝐍𝐏</m:t>
                      </m:r>
                    </m:oMath>
                  </m:oMathPara>
                </a14:m>
                <a:endParaRPr lang="en-GB" sz="3200" b="1" dirty="0">
                  <a:solidFill>
                    <a:schemeClr val="tx1"/>
                  </a:solidFill>
                </a:endParaRPr>
              </a:p>
            </p:txBody>
          </p:sp>
        </mc:Choice>
        <mc:Fallback xmlns="">
          <p:sp>
            <p:nvSpPr>
              <p:cNvPr id="66" name="Rectangle 65">
                <a:extLst>
                  <a:ext uri="{FF2B5EF4-FFF2-40B4-BE49-F238E27FC236}">
                    <a16:creationId xmlns:a16="http://schemas.microsoft.com/office/drawing/2014/main" id="{B17FEAB3-9FB5-6F16-69C1-B9EA06F19658}"/>
                  </a:ext>
                </a:extLst>
              </p:cNvPr>
              <p:cNvSpPr>
                <a:spLocks noRot="1" noChangeAspect="1" noMove="1" noResize="1" noEditPoints="1" noAdjustHandles="1" noChangeArrowheads="1" noChangeShapeType="1" noTextEdit="1"/>
              </p:cNvSpPr>
              <p:nvPr/>
            </p:nvSpPr>
            <p:spPr>
              <a:xfrm>
                <a:off x="7536016" y="4689014"/>
                <a:ext cx="2250025" cy="540006"/>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CB72699-320E-AE67-43C9-6C2D83F3E761}"/>
                  </a:ext>
                </a:extLst>
              </p:cNvPr>
              <p:cNvSpPr txBox="1"/>
              <p:nvPr/>
            </p:nvSpPr>
            <p:spPr>
              <a:xfrm>
                <a:off x="4745985" y="6833302"/>
                <a:ext cx="1170013" cy="830997"/>
              </a:xfrm>
              <a:prstGeom prst="rect">
                <a:avLst/>
              </a:prstGeom>
              <a:noFill/>
            </p:spPr>
            <p:txBody>
              <a:bodyPr wrap="square">
                <a:spAutoFit/>
              </a:bodyPr>
              <a:lstStyle/>
              <a:p>
                <a:pPr algn="ctr"/>
                <a:r>
                  <a:rPr lang="en-GB" sz="4800" dirty="0">
                    <a:solidFill>
                      <a:schemeClr val="accent6"/>
                    </a:solidFill>
                  </a:rPr>
                  <a:t> </a:t>
                </a:r>
                <a14:m>
                  <m:oMath xmlns:m="http://schemas.openxmlformats.org/officeDocument/2006/math">
                    <m:r>
                      <a:rPr lang="en-GB" sz="4800" i="1" smtClean="0">
                        <a:solidFill>
                          <a:schemeClr val="bg1"/>
                        </a:solidFill>
                        <a:latin typeface="Cambria Math" panose="02040503050406030204" pitchFamily="18" charset="0"/>
                      </a:rPr>
                      <m:t>≥</m:t>
                    </m:r>
                  </m:oMath>
                </a14:m>
                <a:r>
                  <a:rPr lang="en-GB" sz="4800" dirty="0">
                    <a:solidFill>
                      <a:schemeClr val="accent6"/>
                    </a:solidFill>
                  </a:rPr>
                  <a:t> </a:t>
                </a:r>
              </a:p>
            </p:txBody>
          </p:sp>
        </mc:Choice>
        <mc:Fallback xmlns="">
          <p:sp>
            <p:nvSpPr>
              <p:cNvPr id="68" name="TextBox 67">
                <a:extLst>
                  <a:ext uri="{FF2B5EF4-FFF2-40B4-BE49-F238E27FC236}">
                    <a16:creationId xmlns:a16="http://schemas.microsoft.com/office/drawing/2014/main" id="{263385A6-B661-A5BD-1E15-C6E44681B22B}"/>
                  </a:ext>
                </a:extLst>
              </p:cNvPr>
              <p:cNvSpPr txBox="1">
                <a:spLocks noRot="1" noChangeAspect="1" noMove="1" noResize="1" noEditPoints="1" noAdjustHandles="1" noChangeArrowheads="1" noChangeShapeType="1" noTextEdit="1"/>
              </p:cNvSpPr>
              <p:nvPr/>
            </p:nvSpPr>
            <p:spPr>
              <a:xfrm>
                <a:off x="4745985" y="6833302"/>
                <a:ext cx="1170013" cy="830997"/>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9F04EE9-8330-753D-990F-B3FF19F0A9AD}"/>
                  </a:ext>
                </a:extLst>
              </p:cNvPr>
              <p:cNvSpPr txBox="1"/>
              <p:nvPr/>
            </p:nvSpPr>
            <p:spPr>
              <a:xfrm>
                <a:off x="1865953"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1" name="TextBox 60">
                <a:extLst>
                  <a:ext uri="{FF2B5EF4-FFF2-40B4-BE49-F238E27FC236}">
                    <a16:creationId xmlns:a16="http://schemas.microsoft.com/office/drawing/2014/main" id="{69F04EE9-8330-753D-990F-B3FF19F0A9AD}"/>
                  </a:ext>
                </a:extLst>
              </p:cNvPr>
              <p:cNvSpPr txBox="1">
                <a:spLocks noRot="1" noChangeAspect="1" noMove="1" noResize="1" noEditPoints="1" noAdjustHandles="1" noChangeArrowheads="1" noChangeShapeType="1" noTextEdit="1"/>
              </p:cNvSpPr>
              <p:nvPr/>
            </p:nvSpPr>
            <p:spPr>
              <a:xfrm>
                <a:off x="1865953" y="4779015"/>
                <a:ext cx="1980022" cy="830997"/>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4AA5EF7-055C-C990-7CB4-D4D365AF78B6}"/>
                  </a:ext>
                </a:extLst>
              </p:cNvPr>
              <p:cNvSpPr txBox="1"/>
              <p:nvPr/>
            </p:nvSpPr>
            <p:spPr>
              <a:xfrm>
                <a:off x="1685951"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65" name="TextBox 64">
                <a:extLst>
                  <a:ext uri="{FF2B5EF4-FFF2-40B4-BE49-F238E27FC236}">
                    <a16:creationId xmlns:a16="http://schemas.microsoft.com/office/drawing/2014/main" id="{D4AA5EF7-055C-C990-7CB4-D4D365AF78B6}"/>
                  </a:ext>
                </a:extLst>
              </p:cNvPr>
              <p:cNvSpPr txBox="1">
                <a:spLocks noRot="1" noChangeAspect="1" noMove="1" noResize="1" noEditPoints="1" noAdjustHandles="1" noChangeArrowheads="1" noChangeShapeType="1" noTextEdit="1"/>
              </p:cNvSpPr>
              <p:nvPr/>
            </p:nvSpPr>
            <p:spPr>
              <a:xfrm>
                <a:off x="1685951" y="4779015"/>
                <a:ext cx="1170013" cy="830997"/>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FBD24C4-EE6E-21CF-DBA2-C74D755A927C}"/>
                  </a:ext>
                </a:extLst>
              </p:cNvPr>
              <p:cNvSpPr txBox="1"/>
              <p:nvPr/>
            </p:nvSpPr>
            <p:spPr>
              <a:xfrm>
                <a:off x="3035966" y="4779015"/>
                <a:ext cx="1980022"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𝑛</m:t>
                      </m:r>
                    </m:oMath>
                  </m:oMathPara>
                </a14:m>
                <a:endParaRPr lang="en-GB" sz="4800" dirty="0"/>
              </a:p>
            </p:txBody>
          </p:sp>
        </mc:Choice>
        <mc:Fallback xmlns="">
          <p:sp>
            <p:nvSpPr>
              <p:cNvPr id="69" name="TextBox 68">
                <a:extLst>
                  <a:ext uri="{FF2B5EF4-FFF2-40B4-BE49-F238E27FC236}">
                    <a16:creationId xmlns:a16="http://schemas.microsoft.com/office/drawing/2014/main" id="{4FBD24C4-EE6E-21CF-DBA2-C74D755A927C}"/>
                  </a:ext>
                </a:extLst>
              </p:cNvPr>
              <p:cNvSpPr txBox="1">
                <a:spLocks noRot="1" noChangeAspect="1" noMove="1" noResize="1" noEditPoints="1" noAdjustHandles="1" noChangeArrowheads="1" noChangeShapeType="1" noTextEdit="1"/>
              </p:cNvSpPr>
              <p:nvPr/>
            </p:nvSpPr>
            <p:spPr>
              <a:xfrm>
                <a:off x="3035966" y="4779015"/>
                <a:ext cx="1980022" cy="830997"/>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E657B52-A5C3-F04D-D423-DDAB8A3EAB07}"/>
                  </a:ext>
                </a:extLst>
              </p:cNvPr>
              <p:cNvSpPr txBox="1"/>
              <p:nvPr/>
            </p:nvSpPr>
            <p:spPr>
              <a:xfrm>
                <a:off x="2855964" y="4779015"/>
                <a:ext cx="1170013" cy="830997"/>
              </a:xfrm>
              <a:prstGeom prst="rect">
                <a:avLst/>
              </a:prstGeom>
              <a:noFill/>
            </p:spPr>
            <p:txBody>
              <a:bodyPr wrap="square">
                <a:spAutoFit/>
              </a:bodyPr>
              <a:lstStyle/>
              <a:p>
                <a:pPr/>
                <a14:m>
                  <m:oMathPara xmlns:m="http://schemas.openxmlformats.org/officeDocument/2006/math">
                    <m:oMath>
                      <m:r>
                        <a:rPr lang="en-GB" sz="4800" b="0" i="1" smtClean="0">
                          <a:latin typeface="Cambria Math" panose="02040503050406030204" pitchFamily="18" charset="0"/>
                        </a:rPr>
                        <m:t>×</m:t>
                      </m:r>
                    </m:oMath>
                  </m:oMathPara>
                </a14:m>
                <a:endParaRPr lang="en-GB" sz="4800" dirty="0"/>
              </a:p>
            </p:txBody>
          </p:sp>
        </mc:Choice>
        <mc:Fallback xmlns="">
          <p:sp>
            <p:nvSpPr>
              <p:cNvPr id="71" name="TextBox 70">
                <a:extLst>
                  <a:ext uri="{FF2B5EF4-FFF2-40B4-BE49-F238E27FC236}">
                    <a16:creationId xmlns:a16="http://schemas.microsoft.com/office/drawing/2014/main" id="{FE657B52-A5C3-F04D-D423-DDAB8A3EAB07}"/>
                  </a:ext>
                </a:extLst>
              </p:cNvPr>
              <p:cNvSpPr txBox="1">
                <a:spLocks noRot="1" noChangeAspect="1" noMove="1" noResize="1" noEditPoints="1" noAdjustHandles="1" noChangeArrowheads="1" noChangeShapeType="1" noTextEdit="1"/>
              </p:cNvSpPr>
              <p:nvPr/>
            </p:nvSpPr>
            <p:spPr>
              <a:xfrm>
                <a:off x="2855964" y="4779015"/>
                <a:ext cx="1170013" cy="830997"/>
              </a:xfrm>
              <a:prstGeom prst="rect">
                <a:avLst/>
              </a:prstGeom>
              <a:blipFill>
                <a:blip r:embed="rId25"/>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9BFB5770-3C53-649E-FBB2-6A381FCB4DF6}"/>
              </a:ext>
            </a:extLst>
          </p:cNvPr>
          <p:cNvGrpSpPr>
            <a:grpSpLocks noChangeAspect="1"/>
          </p:cNvGrpSpPr>
          <p:nvPr/>
        </p:nvGrpSpPr>
        <p:grpSpPr>
          <a:xfrm>
            <a:off x="1145945" y="2978995"/>
            <a:ext cx="1260000" cy="1647693"/>
            <a:chOff x="8616028" y="1448978"/>
            <a:chExt cx="2340026" cy="3060034"/>
          </a:xfrm>
        </p:grpSpPr>
        <p:grpSp>
          <p:nvGrpSpPr>
            <p:cNvPr id="158" name="Group 157">
              <a:extLst>
                <a:ext uri="{FF2B5EF4-FFF2-40B4-BE49-F238E27FC236}">
                  <a16:creationId xmlns:a16="http://schemas.microsoft.com/office/drawing/2014/main" id="{F5CD0402-5902-D12E-FEB4-D0BB040E6202}"/>
                </a:ext>
              </a:extLst>
            </p:cNvPr>
            <p:cNvGrpSpPr/>
            <p:nvPr/>
          </p:nvGrpSpPr>
          <p:grpSpPr>
            <a:xfrm>
              <a:off x="8706029" y="1718981"/>
              <a:ext cx="1620018" cy="2700030"/>
              <a:chOff x="8706029" y="1718981"/>
              <a:chExt cx="1620018" cy="2700030"/>
            </a:xfrm>
          </p:grpSpPr>
          <p:cxnSp>
            <p:nvCxnSpPr>
              <p:cNvPr id="159" name="Straight Connector 158">
                <a:extLst>
                  <a:ext uri="{FF2B5EF4-FFF2-40B4-BE49-F238E27FC236}">
                    <a16:creationId xmlns:a16="http://schemas.microsoft.com/office/drawing/2014/main" id="{BB8642D0-596F-D535-685A-27DC14CECEB5}"/>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CF42E6C9-D512-F5E9-189C-56DD68B90AF0}"/>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04F87727-52B1-E54E-473D-E0BA819E85BB}"/>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CA288008-2D6C-B9AA-5C64-2EA3F2F3C2A7}"/>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F8E678A7-C7DD-AD0D-F5E8-289B9E13362C}"/>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A3D62ADF-9039-DAE9-1D10-64F8A5800B62}"/>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6F7D5C84-CE47-5BE5-7937-0129BBE53138}"/>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6B57F42A-1BE1-2486-5E13-F2399F813436}"/>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AF6618BB-B759-C5AB-9F2F-C2FE5C51041B}"/>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980812B1-D7F3-A857-C5DA-14B3BF60BE93}"/>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252" name="Group 251">
              <a:extLst>
                <a:ext uri="{FF2B5EF4-FFF2-40B4-BE49-F238E27FC236}">
                  <a16:creationId xmlns:a16="http://schemas.microsoft.com/office/drawing/2014/main" id="{4DC1586E-7DD1-6675-5C9F-8447B0531EE4}"/>
                </a:ext>
              </a:extLst>
            </p:cNvPr>
            <p:cNvGrpSpPr/>
            <p:nvPr/>
          </p:nvGrpSpPr>
          <p:grpSpPr>
            <a:xfrm>
              <a:off x="8616028" y="1448978"/>
              <a:ext cx="2340026" cy="3060034"/>
              <a:chOff x="8616028" y="1448978"/>
              <a:chExt cx="2340026" cy="3060034"/>
            </a:xfrm>
          </p:grpSpPr>
          <p:sp>
            <p:nvSpPr>
              <p:cNvPr id="253" name="Oval 252">
                <a:extLst>
                  <a:ext uri="{FF2B5EF4-FFF2-40B4-BE49-F238E27FC236}">
                    <a16:creationId xmlns:a16="http://schemas.microsoft.com/office/drawing/2014/main" id="{7C5ABB86-6664-0192-702A-BAD65612E91B}"/>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a:extLst>
                  <a:ext uri="{FF2B5EF4-FFF2-40B4-BE49-F238E27FC236}">
                    <a16:creationId xmlns:a16="http://schemas.microsoft.com/office/drawing/2014/main" id="{DF18392D-7A43-253F-6DE4-C962CB6E60F8}"/>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Oval 254">
                <a:extLst>
                  <a:ext uri="{FF2B5EF4-FFF2-40B4-BE49-F238E27FC236}">
                    <a16:creationId xmlns:a16="http://schemas.microsoft.com/office/drawing/2014/main" id="{DF73DB5F-467C-1D11-BEF3-25B3295ED54E}"/>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a:extLst>
                  <a:ext uri="{FF2B5EF4-FFF2-40B4-BE49-F238E27FC236}">
                    <a16:creationId xmlns:a16="http://schemas.microsoft.com/office/drawing/2014/main" id="{0835F6BF-9598-906C-59FE-0CBCD6BE891A}"/>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Oval 256">
                <a:extLst>
                  <a:ext uri="{FF2B5EF4-FFF2-40B4-BE49-F238E27FC236}">
                    <a16:creationId xmlns:a16="http://schemas.microsoft.com/office/drawing/2014/main" id="{46A3A4C7-8C97-C481-E671-3C2EA8255D0A}"/>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a:extLst>
                  <a:ext uri="{FF2B5EF4-FFF2-40B4-BE49-F238E27FC236}">
                    <a16:creationId xmlns:a16="http://schemas.microsoft.com/office/drawing/2014/main" id="{93EFD043-5C1C-8C56-05F1-01902CDC1D35}"/>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Oval 258">
                <a:extLst>
                  <a:ext uri="{FF2B5EF4-FFF2-40B4-BE49-F238E27FC236}">
                    <a16:creationId xmlns:a16="http://schemas.microsoft.com/office/drawing/2014/main" id="{47F56F4B-08DC-7763-8491-E01B1C611382}"/>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Oval 259">
                <a:extLst>
                  <a:ext uri="{FF2B5EF4-FFF2-40B4-BE49-F238E27FC236}">
                    <a16:creationId xmlns:a16="http://schemas.microsoft.com/office/drawing/2014/main" id="{409ED7EC-8EBB-FBB7-47E2-846A74520FD8}"/>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Oval 260">
                <a:extLst>
                  <a:ext uri="{FF2B5EF4-FFF2-40B4-BE49-F238E27FC236}">
                    <a16:creationId xmlns:a16="http://schemas.microsoft.com/office/drawing/2014/main" id="{BBAA5082-7488-0E90-A63B-8D81F8CD92CD}"/>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Oval 261">
                <a:extLst>
                  <a:ext uri="{FF2B5EF4-FFF2-40B4-BE49-F238E27FC236}">
                    <a16:creationId xmlns:a16="http://schemas.microsoft.com/office/drawing/2014/main" id="{8834932A-8635-7693-B0B8-E78A4FB987C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Oval 262">
                <a:extLst>
                  <a:ext uri="{FF2B5EF4-FFF2-40B4-BE49-F238E27FC236}">
                    <a16:creationId xmlns:a16="http://schemas.microsoft.com/office/drawing/2014/main" id="{6E5F08D1-ABDD-E025-8FD0-28ADB48C54C0}"/>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Oval 263">
                <a:extLst>
                  <a:ext uri="{FF2B5EF4-FFF2-40B4-BE49-F238E27FC236}">
                    <a16:creationId xmlns:a16="http://schemas.microsoft.com/office/drawing/2014/main" id="{EE39E729-9B23-DDFF-4FE0-2091BAE10DAB}"/>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Oval 264">
                <a:extLst>
                  <a:ext uri="{FF2B5EF4-FFF2-40B4-BE49-F238E27FC236}">
                    <a16:creationId xmlns:a16="http://schemas.microsoft.com/office/drawing/2014/main" id="{3B32131B-38E4-ECFB-8953-C989C4AAFFF8}"/>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Oval 265">
                <a:extLst>
                  <a:ext uri="{FF2B5EF4-FFF2-40B4-BE49-F238E27FC236}">
                    <a16:creationId xmlns:a16="http://schemas.microsoft.com/office/drawing/2014/main" id="{4C32DA75-7A5A-1C58-D643-E0E1F774E005}"/>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Oval 266">
                <a:extLst>
                  <a:ext uri="{FF2B5EF4-FFF2-40B4-BE49-F238E27FC236}">
                    <a16:creationId xmlns:a16="http://schemas.microsoft.com/office/drawing/2014/main" id="{9F44D739-7BFC-ACDF-798F-2921751742D7}"/>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a:extLst>
                  <a:ext uri="{FF2B5EF4-FFF2-40B4-BE49-F238E27FC236}">
                    <a16:creationId xmlns:a16="http://schemas.microsoft.com/office/drawing/2014/main" id="{6A91B680-912D-4DD4-1134-A6389E8CD942}"/>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Oval 268">
                <a:extLst>
                  <a:ext uri="{FF2B5EF4-FFF2-40B4-BE49-F238E27FC236}">
                    <a16:creationId xmlns:a16="http://schemas.microsoft.com/office/drawing/2014/main" id="{08DCA196-6BAA-582E-31EA-368A8FAAAAAE}"/>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a:extLst>
                  <a:ext uri="{FF2B5EF4-FFF2-40B4-BE49-F238E27FC236}">
                    <a16:creationId xmlns:a16="http://schemas.microsoft.com/office/drawing/2014/main" id="{BC4E5556-123A-3E10-0E1C-E78EEC7B2486}"/>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1" name="Oval 270">
                <a:extLst>
                  <a:ext uri="{FF2B5EF4-FFF2-40B4-BE49-F238E27FC236}">
                    <a16:creationId xmlns:a16="http://schemas.microsoft.com/office/drawing/2014/main" id="{C538F252-9104-F9AD-DA38-EF416347782B}"/>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a:extLst>
                  <a:ext uri="{FF2B5EF4-FFF2-40B4-BE49-F238E27FC236}">
                    <a16:creationId xmlns:a16="http://schemas.microsoft.com/office/drawing/2014/main" id="{BC1A83D3-0947-87AF-159F-A28B51177F63}"/>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Oval 272">
                <a:extLst>
                  <a:ext uri="{FF2B5EF4-FFF2-40B4-BE49-F238E27FC236}">
                    <a16:creationId xmlns:a16="http://schemas.microsoft.com/office/drawing/2014/main" id="{8EED8CC5-DF7A-0E0C-C947-6049FA2806E8}"/>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a:extLst>
                  <a:ext uri="{FF2B5EF4-FFF2-40B4-BE49-F238E27FC236}">
                    <a16:creationId xmlns:a16="http://schemas.microsoft.com/office/drawing/2014/main" id="{7D4E225E-42F5-DB2F-43B9-A5E5BB0F1DA4}"/>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Oval 274">
                <a:extLst>
                  <a:ext uri="{FF2B5EF4-FFF2-40B4-BE49-F238E27FC236}">
                    <a16:creationId xmlns:a16="http://schemas.microsoft.com/office/drawing/2014/main" id="{DABDD5AB-0551-02BB-1EA9-B2A7AFFBAA53}"/>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a:extLst>
                  <a:ext uri="{FF2B5EF4-FFF2-40B4-BE49-F238E27FC236}">
                    <a16:creationId xmlns:a16="http://schemas.microsoft.com/office/drawing/2014/main" id="{49BC3FC0-15B0-A8AB-E045-042D267B0D45}"/>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Oval 276">
                <a:extLst>
                  <a:ext uri="{FF2B5EF4-FFF2-40B4-BE49-F238E27FC236}">
                    <a16:creationId xmlns:a16="http://schemas.microsoft.com/office/drawing/2014/main" id="{4D5B84FF-A677-68A5-C40D-D4A0FC786F18}"/>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 name="Group 2">
            <a:extLst>
              <a:ext uri="{FF2B5EF4-FFF2-40B4-BE49-F238E27FC236}">
                <a16:creationId xmlns:a16="http://schemas.microsoft.com/office/drawing/2014/main" id="{48996A6F-5091-9FA8-CC01-2E6F798157F7}"/>
              </a:ext>
            </a:extLst>
          </p:cNvPr>
          <p:cNvGrpSpPr>
            <a:grpSpLocks noChangeAspect="1"/>
          </p:cNvGrpSpPr>
          <p:nvPr/>
        </p:nvGrpSpPr>
        <p:grpSpPr>
          <a:xfrm>
            <a:off x="3215968" y="3158997"/>
            <a:ext cx="1260000" cy="1647693"/>
            <a:chOff x="8616028" y="1448978"/>
            <a:chExt cx="2340026" cy="3060034"/>
          </a:xfrm>
        </p:grpSpPr>
        <p:grpSp>
          <p:nvGrpSpPr>
            <p:cNvPr id="169" name="Group 168">
              <a:extLst>
                <a:ext uri="{FF2B5EF4-FFF2-40B4-BE49-F238E27FC236}">
                  <a16:creationId xmlns:a16="http://schemas.microsoft.com/office/drawing/2014/main" id="{4E5FF77D-DAEA-54ED-FE97-5E071390C832}"/>
                </a:ext>
              </a:extLst>
            </p:cNvPr>
            <p:cNvGrpSpPr/>
            <p:nvPr/>
          </p:nvGrpSpPr>
          <p:grpSpPr>
            <a:xfrm>
              <a:off x="9246035" y="1538979"/>
              <a:ext cx="1620018" cy="2700030"/>
              <a:chOff x="9246035" y="1538979"/>
              <a:chExt cx="1620018" cy="2700030"/>
            </a:xfrm>
          </p:grpSpPr>
          <p:cxnSp>
            <p:nvCxnSpPr>
              <p:cNvPr id="170" name="Straight Connector 169">
                <a:extLst>
                  <a:ext uri="{FF2B5EF4-FFF2-40B4-BE49-F238E27FC236}">
                    <a16:creationId xmlns:a16="http://schemas.microsoft.com/office/drawing/2014/main" id="{41573138-21F5-7A3C-0E53-520A62C105CD}"/>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6771EA28-1EFC-F826-813F-AEE1060DBA91}"/>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7B04EB64-3444-69D3-D2A2-F1A1E98FF305}"/>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3" name="Straight Connector 172">
                <a:extLst>
                  <a:ext uri="{FF2B5EF4-FFF2-40B4-BE49-F238E27FC236}">
                    <a16:creationId xmlns:a16="http://schemas.microsoft.com/office/drawing/2014/main" id="{E256E61D-45EE-C0F4-3772-FE78A8682D42}"/>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E66BD47E-5114-516D-8E00-C70652463378}"/>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6F959FE7-C5B6-DCDB-0673-6078370AC8C7}"/>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580952E7-925A-B5C3-1449-0C66AC40D2CA}"/>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7" name="Straight Connector 176">
                <a:extLst>
                  <a:ext uri="{FF2B5EF4-FFF2-40B4-BE49-F238E27FC236}">
                    <a16:creationId xmlns:a16="http://schemas.microsoft.com/office/drawing/2014/main" id="{71C0CB2F-8936-39AA-01C0-023B2546055A}"/>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E134D575-BC0B-1EB4-BB43-E0A6586BB446}"/>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635D0AC3-DE89-DFA6-8B96-BAA18F5E6DF3}"/>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278" name="Group 277">
              <a:extLst>
                <a:ext uri="{FF2B5EF4-FFF2-40B4-BE49-F238E27FC236}">
                  <a16:creationId xmlns:a16="http://schemas.microsoft.com/office/drawing/2014/main" id="{C11E91B0-3A7F-AC9E-7E72-1C95DE7419BB}"/>
                </a:ext>
              </a:extLst>
            </p:cNvPr>
            <p:cNvGrpSpPr/>
            <p:nvPr/>
          </p:nvGrpSpPr>
          <p:grpSpPr>
            <a:xfrm>
              <a:off x="8616028" y="1448978"/>
              <a:ext cx="2340026" cy="3060034"/>
              <a:chOff x="8616028" y="1448978"/>
              <a:chExt cx="2340026" cy="3060034"/>
            </a:xfrm>
          </p:grpSpPr>
          <p:sp>
            <p:nvSpPr>
              <p:cNvPr id="279" name="Oval 278">
                <a:extLst>
                  <a:ext uri="{FF2B5EF4-FFF2-40B4-BE49-F238E27FC236}">
                    <a16:creationId xmlns:a16="http://schemas.microsoft.com/office/drawing/2014/main" id="{25AA95BA-3940-8E18-A6ED-D1C293E4C660}"/>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a:extLst>
                  <a:ext uri="{FF2B5EF4-FFF2-40B4-BE49-F238E27FC236}">
                    <a16:creationId xmlns:a16="http://schemas.microsoft.com/office/drawing/2014/main" id="{DDD7011B-26DA-92D2-8B81-CBAC8BACB402}"/>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Oval 280">
                <a:extLst>
                  <a:ext uri="{FF2B5EF4-FFF2-40B4-BE49-F238E27FC236}">
                    <a16:creationId xmlns:a16="http://schemas.microsoft.com/office/drawing/2014/main" id="{19BF96CC-40E2-B99A-A6D6-BBD17745E131}"/>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Oval 281">
                <a:extLst>
                  <a:ext uri="{FF2B5EF4-FFF2-40B4-BE49-F238E27FC236}">
                    <a16:creationId xmlns:a16="http://schemas.microsoft.com/office/drawing/2014/main" id="{2A955DCB-F6C3-D453-1052-7DE4ACB40FD4}"/>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Oval 282">
                <a:extLst>
                  <a:ext uri="{FF2B5EF4-FFF2-40B4-BE49-F238E27FC236}">
                    <a16:creationId xmlns:a16="http://schemas.microsoft.com/office/drawing/2014/main" id="{C0B35864-696A-0B7D-5FDC-BA830BEB1C08}"/>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Oval 283">
                <a:extLst>
                  <a:ext uri="{FF2B5EF4-FFF2-40B4-BE49-F238E27FC236}">
                    <a16:creationId xmlns:a16="http://schemas.microsoft.com/office/drawing/2014/main" id="{B741C35B-81F8-93F0-AF34-8D08A3D9259C}"/>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Oval 284">
                <a:extLst>
                  <a:ext uri="{FF2B5EF4-FFF2-40B4-BE49-F238E27FC236}">
                    <a16:creationId xmlns:a16="http://schemas.microsoft.com/office/drawing/2014/main" id="{3726D20F-615C-00A8-5D57-B34EF0C3DBC3}"/>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6" name="Oval 285">
                <a:extLst>
                  <a:ext uri="{FF2B5EF4-FFF2-40B4-BE49-F238E27FC236}">
                    <a16:creationId xmlns:a16="http://schemas.microsoft.com/office/drawing/2014/main" id="{BE8DF4E0-18E5-EFB2-05A2-A6A8439EB873}"/>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7" name="Oval 286">
                <a:extLst>
                  <a:ext uri="{FF2B5EF4-FFF2-40B4-BE49-F238E27FC236}">
                    <a16:creationId xmlns:a16="http://schemas.microsoft.com/office/drawing/2014/main" id="{58D510D8-687B-8767-090A-1AC3E82B3F06}"/>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8" name="Oval 287">
                <a:extLst>
                  <a:ext uri="{FF2B5EF4-FFF2-40B4-BE49-F238E27FC236}">
                    <a16:creationId xmlns:a16="http://schemas.microsoft.com/office/drawing/2014/main" id="{A7F1DC2B-824F-8129-3F80-6A9712F4F966}"/>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9" name="Oval 288">
                <a:extLst>
                  <a:ext uri="{FF2B5EF4-FFF2-40B4-BE49-F238E27FC236}">
                    <a16:creationId xmlns:a16="http://schemas.microsoft.com/office/drawing/2014/main" id="{5D9BD226-9D25-6D25-9591-8D4B6F51310B}"/>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a:extLst>
                  <a:ext uri="{FF2B5EF4-FFF2-40B4-BE49-F238E27FC236}">
                    <a16:creationId xmlns:a16="http://schemas.microsoft.com/office/drawing/2014/main" id="{19E31634-A2A7-08F0-169A-E3CF6570C467}"/>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Oval 290">
                <a:extLst>
                  <a:ext uri="{FF2B5EF4-FFF2-40B4-BE49-F238E27FC236}">
                    <a16:creationId xmlns:a16="http://schemas.microsoft.com/office/drawing/2014/main" id="{11375982-EB57-6E85-4A21-8E526CEB28FB}"/>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a:extLst>
                  <a:ext uri="{FF2B5EF4-FFF2-40B4-BE49-F238E27FC236}">
                    <a16:creationId xmlns:a16="http://schemas.microsoft.com/office/drawing/2014/main" id="{881A14FB-2BF4-838A-23A6-EBB52B658C11}"/>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3" name="Oval 292">
                <a:extLst>
                  <a:ext uri="{FF2B5EF4-FFF2-40B4-BE49-F238E27FC236}">
                    <a16:creationId xmlns:a16="http://schemas.microsoft.com/office/drawing/2014/main" id="{108B76F2-0465-C5D9-2670-5F430364F0A9}"/>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a:extLst>
                  <a:ext uri="{FF2B5EF4-FFF2-40B4-BE49-F238E27FC236}">
                    <a16:creationId xmlns:a16="http://schemas.microsoft.com/office/drawing/2014/main" id="{10F77CEF-3722-0235-31BF-A58F53B882C6}"/>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5" name="Oval 294">
                <a:extLst>
                  <a:ext uri="{FF2B5EF4-FFF2-40B4-BE49-F238E27FC236}">
                    <a16:creationId xmlns:a16="http://schemas.microsoft.com/office/drawing/2014/main" id="{868FF8C7-B3C6-3F0E-E85A-3B11085D1747}"/>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a:extLst>
                  <a:ext uri="{FF2B5EF4-FFF2-40B4-BE49-F238E27FC236}">
                    <a16:creationId xmlns:a16="http://schemas.microsoft.com/office/drawing/2014/main" id="{09AF747F-112E-2843-0322-BEC121114E28}"/>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Oval 296">
                <a:extLst>
                  <a:ext uri="{FF2B5EF4-FFF2-40B4-BE49-F238E27FC236}">
                    <a16:creationId xmlns:a16="http://schemas.microsoft.com/office/drawing/2014/main" id="{40595E13-A0F9-B63B-2B9F-70688119B7C8}"/>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a:extLst>
                  <a:ext uri="{FF2B5EF4-FFF2-40B4-BE49-F238E27FC236}">
                    <a16:creationId xmlns:a16="http://schemas.microsoft.com/office/drawing/2014/main" id="{ECD67CC2-6992-2493-385B-031B1CF3D8FF}"/>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9" name="Oval 298">
                <a:extLst>
                  <a:ext uri="{FF2B5EF4-FFF2-40B4-BE49-F238E27FC236}">
                    <a16:creationId xmlns:a16="http://schemas.microsoft.com/office/drawing/2014/main" id="{56422CA6-55CD-0D20-CBF2-1E86CE73F4AD}"/>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a:extLst>
                  <a:ext uri="{FF2B5EF4-FFF2-40B4-BE49-F238E27FC236}">
                    <a16:creationId xmlns:a16="http://schemas.microsoft.com/office/drawing/2014/main" id="{AA354D42-298A-D1A9-0596-62AEFAFA2198}"/>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 name="Oval 300">
                <a:extLst>
                  <a:ext uri="{FF2B5EF4-FFF2-40B4-BE49-F238E27FC236}">
                    <a16:creationId xmlns:a16="http://schemas.microsoft.com/office/drawing/2014/main" id="{8D3579C5-ACE5-93B8-B2FE-F5A4E5A329AD}"/>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a:extLst>
                  <a:ext uri="{FF2B5EF4-FFF2-40B4-BE49-F238E27FC236}">
                    <a16:creationId xmlns:a16="http://schemas.microsoft.com/office/drawing/2014/main" id="{64BA0A49-A730-E22F-A47B-FCBB34B3760A}"/>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 name="Oval 302">
                <a:extLst>
                  <a:ext uri="{FF2B5EF4-FFF2-40B4-BE49-F238E27FC236}">
                    <a16:creationId xmlns:a16="http://schemas.microsoft.com/office/drawing/2014/main" id="{AFF4CD51-697C-88AB-82A2-AB72B0174E33}"/>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 name="Group 3">
            <a:extLst>
              <a:ext uri="{FF2B5EF4-FFF2-40B4-BE49-F238E27FC236}">
                <a16:creationId xmlns:a16="http://schemas.microsoft.com/office/drawing/2014/main" id="{0A57C470-3625-3FB8-2426-3A6EF136F973}"/>
              </a:ext>
            </a:extLst>
          </p:cNvPr>
          <p:cNvGrpSpPr>
            <a:grpSpLocks noChangeAspect="1"/>
          </p:cNvGrpSpPr>
          <p:nvPr/>
        </p:nvGrpSpPr>
        <p:grpSpPr>
          <a:xfrm>
            <a:off x="785941" y="998973"/>
            <a:ext cx="1260000" cy="1647693"/>
            <a:chOff x="8616028" y="1448978"/>
            <a:chExt cx="2340026" cy="3060034"/>
          </a:xfrm>
        </p:grpSpPr>
        <p:grpSp>
          <p:nvGrpSpPr>
            <p:cNvPr id="180" name="Group 179">
              <a:extLst>
                <a:ext uri="{FF2B5EF4-FFF2-40B4-BE49-F238E27FC236}">
                  <a16:creationId xmlns:a16="http://schemas.microsoft.com/office/drawing/2014/main" id="{1E64B08E-426A-7E1B-E833-B228DEE3C922}"/>
                </a:ext>
              </a:extLst>
            </p:cNvPr>
            <p:cNvGrpSpPr/>
            <p:nvPr/>
          </p:nvGrpSpPr>
          <p:grpSpPr>
            <a:xfrm>
              <a:off x="8706029" y="1538979"/>
              <a:ext cx="2160024" cy="2340026"/>
              <a:chOff x="8706029" y="1538979"/>
              <a:chExt cx="2160024" cy="2340026"/>
            </a:xfrm>
          </p:grpSpPr>
          <p:cxnSp>
            <p:nvCxnSpPr>
              <p:cNvPr id="181" name="Straight Connector 180">
                <a:extLst>
                  <a:ext uri="{FF2B5EF4-FFF2-40B4-BE49-F238E27FC236}">
                    <a16:creationId xmlns:a16="http://schemas.microsoft.com/office/drawing/2014/main" id="{D74995CA-CC8F-B6C6-1AC2-B02F0980072D}"/>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A2C3FC55-4D1C-565E-2FDB-AD7C8040F452}"/>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DA6B5A2C-4A0A-AF1F-8E5A-88CA48782E29}"/>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BF7BB3AB-254E-1115-D241-F10F436F6ECF}"/>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67D79084-B892-6A4A-D800-CE42CB3C5262}"/>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3EAFB1A4-FCAB-D39D-33D5-51595C244424}"/>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F8A81863-268D-EE88-F44A-69035B8787CF}"/>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BD166EE6-8317-DC82-BE1F-207CC0B3343B}"/>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FDBF836C-356B-A1F2-2A84-E6C7FEBA7DF8}"/>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90" name="Straight Connector 189">
                <a:extLst>
                  <a:ext uri="{FF2B5EF4-FFF2-40B4-BE49-F238E27FC236}">
                    <a16:creationId xmlns:a16="http://schemas.microsoft.com/office/drawing/2014/main" id="{0C0764C0-7834-438B-E68B-A27A32392D4E}"/>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04" name="Group 303">
              <a:extLst>
                <a:ext uri="{FF2B5EF4-FFF2-40B4-BE49-F238E27FC236}">
                  <a16:creationId xmlns:a16="http://schemas.microsoft.com/office/drawing/2014/main" id="{51851121-010E-955E-9FF2-B74ABA7D082B}"/>
                </a:ext>
              </a:extLst>
            </p:cNvPr>
            <p:cNvGrpSpPr/>
            <p:nvPr/>
          </p:nvGrpSpPr>
          <p:grpSpPr>
            <a:xfrm>
              <a:off x="8616028" y="1448978"/>
              <a:ext cx="2340026" cy="3060034"/>
              <a:chOff x="8616028" y="1448978"/>
              <a:chExt cx="2340026" cy="3060034"/>
            </a:xfrm>
          </p:grpSpPr>
          <p:sp>
            <p:nvSpPr>
              <p:cNvPr id="305" name="Oval 304">
                <a:extLst>
                  <a:ext uri="{FF2B5EF4-FFF2-40B4-BE49-F238E27FC236}">
                    <a16:creationId xmlns:a16="http://schemas.microsoft.com/office/drawing/2014/main" id="{534622C3-ED48-5CD2-700E-0EE2AC7619E1}"/>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6" name="Oval 305">
                <a:extLst>
                  <a:ext uri="{FF2B5EF4-FFF2-40B4-BE49-F238E27FC236}">
                    <a16:creationId xmlns:a16="http://schemas.microsoft.com/office/drawing/2014/main" id="{B425FF23-0FCD-8C30-4D62-0F81155CACCC}"/>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Oval 306">
                <a:extLst>
                  <a:ext uri="{FF2B5EF4-FFF2-40B4-BE49-F238E27FC236}">
                    <a16:creationId xmlns:a16="http://schemas.microsoft.com/office/drawing/2014/main" id="{C4CF6CBA-1046-4247-A759-0759F3BB12F9}"/>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 name="Oval 307">
                <a:extLst>
                  <a:ext uri="{FF2B5EF4-FFF2-40B4-BE49-F238E27FC236}">
                    <a16:creationId xmlns:a16="http://schemas.microsoft.com/office/drawing/2014/main" id="{29FFADFD-C807-8D82-A59F-BA9AB32CDB88}"/>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 name="Oval 308">
                <a:extLst>
                  <a:ext uri="{FF2B5EF4-FFF2-40B4-BE49-F238E27FC236}">
                    <a16:creationId xmlns:a16="http://schemas.microsoft.com/office/drawing/2014/main" id="{09AB4799-A0E5-E0F4-67F0-F56F4028A124}"/>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 name="Oval 309">
                <a:extLst>
                  <a:ext uri="{FF2B5EF4-FFF2-40B4-BE49-F238E27FC236}">
                    <a16:creationId xmlns:a16="http://schemas.microsoft.com/office/drawing/2014/main" id="{6A63D89D-0F55-5EF4-DCC3-F56D230B5995}"/>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 name="Oval 310">
                <a:extLst>
                  <a:ext uri="{FF2B5EF4-FFF2-40B4-BE49-F238E27FC236}">
                    <a16:creationId xmlns:a16="http://schemas.microsoft.com/office/drawing/2014/main" id="{A1AA1574-BD23-AE7D-A106-B099FA7ACBEB}"/>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a:extLst>
                  <a:ext uri="{FF2B5EF4-FFF2-40B4-BE49-F238E27FC236}">
                    <a16:creationId xmlns:a16="http://schemas.microsoft.com/office/drawing/2014/main" id="{DCF8BA12-5606-4321-16E7-91F2118FD5BA}"/>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Oval 312">
                <a:extLst>
                  <a:ext uri="{FF2B5EF4-FFF2-40B4-BE49-F238E27FC236}">
                    <a16:creationId xmlns:a16="http://schemas.microsoft.com/office/drawing/2014/main" id="{4789BEA6-34EB-C120-846F-F1D2B8B54D3C}"/>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a:extLst>
                  <a:ext uri="{FF2B5EF4-FFF2-40B4-BE49-F238E27FC236}">
                    <a16:creationId xmlns:a16="http://schemas.microsoft.com/office/drawing/2014/main" id="{57041A48-05D8-7AC3-7213-A771D204685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5" name="Oval 314">
                <a:extLst>
                  <a:ext uri="{FF2B5EF4-FFF2-40B4-BE49-F238E27FC236}">
                    <a16:creationId xmlns:a16="http://schemas.microsoft.com/office/drawing/2014/main" id="{2022BB30-8018-97F7-2C51-3E3450ABA45C}"/>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a:extLst>
                  <a:ext uri="{FF2B5EF4-FFF2-40B4-BE49-F238E27FC236}">
                    <a16:creationId xmlns:a16="http://schemas.microsoft.com/office/drawing/2014/main" id="{E8C90056-A817-4CA1-CE90-0A2F2685C632}"/>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Oval 316">
                <a:extLst>
                  <a:ext uri="{FF2B5EF4-FFF2-40B4-BE49-F238E27FC236}">
                    <a16:creationId xmlns:a16="http://schemas.microsoft.com/office/drawing/2014/main" id="{75FD9399-892B-79C5-B6C9-E50F1158AF4D}"/>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a:extLst>
                  <a:ext uri="{FF2B5EF4-FFF2-40B4-BE49-F238E27FC236}">
                    <a16:creationId xmlns:a16="http://schemas.microsoft.com/office/drawing/2014/main" id="{36201898-8FA9-3739-89AA-72191B5AE6A4}"/>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9" name="Oval 318">
                <a:extLst>
                  <a:ext uri="{FF2B5EF4-FFF2-40B4-BE49-F238E27FC236}">
                    <a16:creationId xmlns:a16="http://schemas.microsoft.com/office/drawing/2014/main" id="{9518221E-3C6B-969D-A290-04C441606855}"/>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a:extLst>
                  <a:ext uri="{FF2B5EF4-FFF2-40B4-BE49-F238E27FC236}">
                    <a16:creationId xmlns:a16="http://schemas.microsoft.com/office/drawing/2014/main" id="{3D22FB2F-49F7-47B8-B77A-240588D26146}"/>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1" name="Oval 320">
                <a:extLst>
                  <a:ext uri="{FF2B5EF4-FFF2-40B4-BE49-F238E27FC236}">
                    <a16:creationId xmlns:a16="http://schemas.microsoft.com/office/drawing/2014/main" id="{27E770B5-6774-7ABE-EFE8-105C50FFC1DD}"/>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a:extLst>
                  <a:ext uri="{FF2B5EF4-FFF2-40B4-BE49-F238E27FC236}">
                    <a16:creationId xmlns:a16="http://schemas.microsoft.com/office/drawing/2014/main" id="{6E076F42-B914-6915-7D61-AF20EF53FA50}"/>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3" name="Oval 322">
                <a:extLst>
                  <a:ext uri="{FF2B5EF4-FFF2-40B4-BE49-F238E27FC236}">
                    <a16:creationId xmlns:a16="http://schemas.microsoft.com/office/drawing/2014/main" id="{5FCCD74C-58AB-BB21-3111-C8AF107022F3}"/>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a:extLst>
                  <a:ext uri="{FF2B5EF4-FFF2-40B4-BE49-F238E27FC236}">
                    <a16:creationId xmlns:a16="http://schemas.microsoft.com/office/drawing/2014/main" id="{C02A87A9-AED1-E600-69BD-7363F15A0017}"/>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5" name="Oval 324">
                <a:extLst>
                  <a:ext uri="{FF2B5EF4-FFF2-40B4-BE49-F238E27FC236}">
                    <a16:creationId xmlns:a16="http://schemas.microsoft.com/office/drawing/2014/main" id="{B604A5AD-D7AE-C544-91FB-0F85F99C6F13}"/>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6" name="Oval 325">
                <a:extLst>
                  <a:ext uri="{FF2B5EF4-FFF2-40B4-BE49-F238E27FC236}">
                    <a16:creationId xmlns:a16="http://schemas.microsoft.com/office/drawing/2014/main" id="{B1050745-1606-2253-E796-1209E21CF2AE}"/>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7" name="Oval 326">
                <a:extLst>
                  <a:ext uri="{FF2B5EF4-FFF2-40B4-BE49-F238E27FC236}">
                    <a16:creationId xmlns:a16="http://schemas.microsoft.com/office/drawing/2014/main" id="{C37A4FEA-A259-58DD-4F70-FE47AD26B114}"/>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8" name="Oval 327">
                <a:extLst>
                  <a:ext uri="{FF2B5EF4-FFF2-40B4-BE49-F238E27FC236}">
                    <a16:creationId xmlns:a16="http://schemas.microsoft.com/office/drawing/2014/main" id="{CCE1FC78-FFF8-1D1B-AFA7-88933F1B34C2}"/>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9" name="Oval 328">
                <a:extLst>
                  <a:ext uri="{FF2B5EF4-FFF2-40B4-BE49-F238E27FC236}">
                    <a16:creationId xmlns:a16="http://schemas.microsoft.com/office/drawing/2014/main" id="{C0AF4E58-F21B-D4F9-A2F0-F5CA6F9BDDC9}"/>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 name="Group 4">
            <a:extLst>
              <a:ext uri="{FF2B5EF4-FFF2-40B4-BE49-F238E27FC236}">
                <a16:creationId xmlns:a16="http://schemas.microsoft.com/office/drawing/2014/main" id="{BC4CFFCA-59D0-76DD-22C1-453D03BDF1E8}"/>
              </a:ext>
            </a:extLst>
          </p:cNvPr>
          <p:cNvGrpSpPr>
            <a:grpSpLocks noChangeAspect="1"/>
          </p:cNvGrpSpPr>
          <p:nvPr/>
        </p:nvGrpSpPr>
        <p:grpSpPr>
          <a:xfrm>
            <a:off x="2855964" y="1088974"/>
            <a:ext cx="1260000" cy="1647693"/>
            <a:chOff x="8616028" y="1448978"/>
            <a:chExt cx="2340026" cy="3060034"/>
          </a:xfrm>
        </p:grpSpPr>
        <p:grpSp>
          <p:nvGrpSpPr>
            <p:cNvPr id="191" name="Group 190">
              <a:extLst>
                <a:ext uri="{FF2B5EF4-FFF2-40B4-BE49-F238E27FC236}">
                  <a16:creationId xmlns:a16="http://schemas.microsoft.com/office/drawing/2014/main" id="{F225C718-BB2D-D155-F82D-86B5BCC92037}"/>
                </a:ext>
              </a:extLst>
            </p:cNvPr>
            <p:cNvGrpSpPr/>
            <p:nvPr/>
          </p:nvGrpSpPr>
          <p:grpSpPr>
            <a:xfrm>
              <a:off x="8706029" y="2078985"/>
              <a:ext cx="2160024" cy="2340026"/>
              <a:chOff x="8706029" y="2078985"/>
              <a:chExt cx="2160024" cy="2340026"/>
            </a:xfrm>
          </p:grpSpPr>
          <p:cxnSp>
            <p:nvCxnSpPr>
              <p:cNvPr id="192" name="Straight Connector 191">
                <a:extLst>
                  <a:ext uri="{FF2B5EF4-FFF2-40B4-BE49-F238E27FC236}">
                    <a16:creationId xmlns:a16="http://schemas.microsoft.com/office/drawing/2014/main" id="{9905C31D-3B32-A3FF-4C2A-EC1B1EF5F93D}"/>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3E621AFC-B500-0100-9A3A-D90795BA742F}"/>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B28663F5-9034-8EB2-6C3D-89FC47135FBE}"/>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4774F1D3-E4C7-9A75-906A-C308F1BE2222}"/>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F70106BC-E9DE-6D95-A64E-303354322F8B}"/>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8716D6A0-C2E2-9F3A-4BE6-A5D069D8B5A1}"/>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0E1E3A3D-BE91-23C6-4CDB-970EB35C0509}"/>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5224BD41-65A8-0C0B-828F-8DCCFA838B52}"/>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A820159A-202F-3672-F5AC-FBFC1FCE310A}"/>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AAE42DF0-F74D-20B4-92A8-933593C90B0B}"/>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330" name="Group 329">
              <a:extLst>
                <a:ext uri="{FF2B5EF4-FFF2-40B4-BE49-F238E27FC236}">
                  <a16:creationId xmlns:a16="http://schemas.microsoft.com/office/drawing/2014/main" id="{89C27D9C-C31E-5437-A5F5-CBE3935341AF}"/>
                </a:ext>
              </a:extLst>
            </p:cNvPr>
            <p:cNvGrpSpPr/>
            <p:nvPr/>
          </p:nvGrpSpPr>
          <p:grpSpPr>
            <a:xfrm>
              <a:off x="8616028" y="1448978"/>
              <a:ext cx="2340026" cy="3060034"/>
              <a:chOff x="8616028" y="1448978"/>
              <a:chExt cx="2340026" cy="3060034"/>
            </a:xfrm>
          </p:grpSpPr>
          <p:sp>
            <p:nvSpPr>
              <p:cNvPr id="331" name="Oval 330">
                <a:extLst>
                  <a:ext uri="{FF2B5EF4-FFF2-40B4-BE49-F238E27FC236}">
                    <a16:creationId xmlns:a16="http://schemas.microsoft.com/office/drawing/2014/main" id="{E3A8C0A4-9D41-87D5-35ED-0535C43B42B8}"/>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2" name="Oval 331">
                <a:extLst>
                  <a:ext uri="{FF2B5EF4-FFF2-40B4-BE49-F238E27FC236}">
                    <a16:creationId xmlns:a16="http://schemas.microsoft.com/office/drawing/2014/main" id="{D0F6FD2D-239B-8E9B-4F11-CE5F368BC14F}"/>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3" name="Oval 332">
                <a:extLst>
                  <a:ext uri="{FF2B5EF4-FFF2-40B4-BE49-F238E27FC236}">
                    <a16:creationId xmlns:a16="http://schemas.microsoft.com/office/drawing/2014/main" id="{293BECB1-10C3-E5BD-99CD-BEA97A92BF7C}"/>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a:extLst>
                  <a:ext uri="{FF2B5EF4-FFF2-40B4-BE49-F238E27FC236}">
                    <a16:creationId xmlns:a16="http://schemas.microsoft.com/office/drawing/2014/main" id="{28AA9657-2035-832D-72B1-FA0D7B5D6F36}"/>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5" name="Oval 334">
                <a:extLst>
                  <a:ext uri="{FF2B5EF4-FFF2-40B4-BE49-F238E27FC236}">
                    <a16:creationId xmlns:a16="http://schemas.microsoft.com/office/drawing/2014/main" id="{F8E1B15E-E8C0-A5EE-BC77-97B8F18ADFAE}"/>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a:extLst>
                  <a:ext uri="{FF2B5EF4-FFF2-40B4-BE49-F238E27FC236}">
                    <a16:creationId xmlns:a16="http://schemas.microsoft.com/office/drawing/2014/main" id="{9A340F97-2091-1C58-CAC8-8CD5D129F595}"/>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7" name="Oval 336">
                <a:extLst>
                  <a:ext uri="{FF2B5EF4-FFF2-40B4-BE49-F238E27FC236}">
                    <a16:creationId xmlns:a16="http://schemas.microsoft.com/office/drawing/2014/main" id="{8AE4B22A-CFA2-7F70-CC35-591C62CB6C75}"/>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a:extLst>
                  <a:ext uri="{FF2B5EF4-FFF2-40B4-BE49-F238E27FC236}">
                    <a16:creationId xmlns:a16="http://schemas.microsoft.com/office/drawing/2014/main" id="{3E6C2EE3-D98E-056D-4A58-792F670C146F}"/>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9" name="Oval 338">
                <a:extLst>
                  <a:ext uri="{FF2B5EF4-FFF2-40B4-BE49-F238E27FC236}">
                    <a16:creationId xmlns:a16="http://schemas.microsoft.com/office/drawing/2014/main" id="{34A843AF-34BC-0CA1-2302-73F0F4894BD5}"/>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a:extLst>
                  <a:ext uri="{FF2B5EF4-FFF2-40B4-BE49-F238E27FC236}">
                    <a16:creationId xmlns:a16="http://schemas.microsoft.com/office/drawing/2014/main" id="{C370ADE4-0CE6-2906-8A9E-631DBB7ACED3}"/>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1" name="Oval 340">
                <a:extLst>
                  <a:ext uri="{FF2B5EF4-FFF2-40B4-BE49-F238E27FC236}">
                    <a16:creationId xmlns:a16="http://schemas.microsoft.com/office/drawing/2014/main" id="{003E74D3-4C9E-3FA5-AAFA-69B329671A3E}"/>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a:extLst>
                  <a:ext uri="{FF2B5EF4-FFF2-40B4-BE49-F238E27FC236}">
                    <a16:creationId xmlns:a16="http://schemas.microsoft.com/office/drawing/2014/main" id="{F00C950E-9148-2259-A353-93446310828C}"/>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Oval 342">
                <a:extLst>
                  <a:ext uri="{FF2B5EF4-FFF2-40B4-BE49-F238E27FC236}">
                    <a16:creationId xmlns:a16="http://schemas.microsoft.com/office/drawing/2014/main" id="{DA09C568-FF69-730F-4479-C764D38EB2BB}"/>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a:extLst>
                  <a:ext uri="{FF2B5EF4-FFF2-40B4-BE49-F238E27FC236}">
                    <a16:creationId xmlns:a16="http://schemas.microsoft.com/office/drawing/2014/main" id="{99BBEF2A-A4DB-43B6-3E9C-B5A77A3B2C96}"/>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5" name="Oval 344">
                <a:extLst>
                  <a:ext uri="{FF2B5EF4-FFF2-40B4-BE49-F238E27FC236}">
                    <a16:creationId xmlns:a16="http://schemas.microsoft.com/office/drawing/2014/main" id="{E890D28F-33D1-5C04-1637-555C9858B76B}"/>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a:extLst>
                  <a:ext uri="{FF2B5EF4-FFF2-40B4-BE49-F238E27FC236}">
                    <a16:creationId xmlns:a16="http://schemas.microsoft.com/office/drawing/2014/main" id="{4D4FF151-5574-D972-6191-6A82F1041D6A}"/>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Oval 346">
                <a:extLst>
                  <a:ext uri="{FF2B5EF4-FFF2-40B4-BE49-F238E27FC236}">
                    <a16:creationId xmlns:a16="http://schemas.microsoft.com/office/drawing/2014/main" id="{37035F84-4259-F233-9CC4-FC4342C1395B}"/>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Oval 347">
                <a:extLst>
                  <a:ext uri="{FF2B5EF4-FFF2-40B4-BE49-F238E27FC236}">
                    <a16:creationId xmlns:a16="http://schemas.microsoft.com/office/drawing/2014/main" id="{58D05733-5D1E-9206-14F1-586782B8A580}"/>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Oval 348">
                <a:extLst>
                  <a:ext uri="{FF2B5EF4-FFF2-40B4-BE49-F238E27FC236}">
                    <a16:creationId xmlns:a16="http://schemas.microsoft.com/office/drawing/2014/main" id="{B30266FC-0DD7-4FCC-BDD8-B7E2DF211BBC}"/>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Oval 349">
                <a:extLst>
                  <a:ext uri="{FF2B5EF4-FFF2-40B4-BE49-F238E27FC236}">
                    <a16:creationId xmlns:a16="http://schemas.microsoft.com/office/drawing/2014/main" id="{6B8849F6-54D9-4CC9-7376-50C8DC025B7B}"/>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a:extLst>
                  <a:ext uri="{FF2B5EF4-FFF2-40B4-BE49-F238E27FC236}">
                    <a16:creationId xmlns:a16="http://schemas.microsoft.com/office/drawing/2014/main" id="{2F240FDA-F33F-CA78-7B8A-FF61C1A44271}"/>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2" name="Oval 351">
                <a:extLst>
                  <a:ext uri="{FF2B5EF4-FFF2-40B4-BE49-F238E27FC236}">
                    <a16:creationId xmlns:a16="http://schemas.microsoft.com/office/drawing/2014/main" id="{4EB8B517-9079-FC99-8E68-D7954E30ADD5}"/>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Oval 352">
                <a:extLst>
                  <a:ext uri="{FF2B5EF4-FFF2-40B4-BE49-F238E27FC236}">
                    <a16:creationId xmlns:a16="http://schemas.microsoft.com/office/drawing/2014/main" id="{473948C7-AA1B-2908-DC6D-F0CE09013F80}"/>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Oval 353">
                <a:extLst>
                  <a:ext uri="{FF2B5EF4-FFF2-40B4-BE49-F238E27FC236}">
                    <a16:creationId xmlns:a16="http://schemas.microsoft.com/office/drawing/2014/main" id="{71F7B511-444D-207C-8ED2-E8CB94838681}"/>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5" name="Oval 354">
                <a:extLst>
                  <a:ext uri="{FF2B5EF4-FFF2-40B4-BE49-F238E27FC236}">
                    <a16:creationId xmlns:a16="http://schemas.microsoft.com/office/drawing/2014/main" id="{9E405BB0-280B-F611-0962-BBF9078EFE05}"/>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 name="Group 5">
            <a:extLst>
              <a:ext uri="{FF2B5EF4-FFF2-40B4-BE49-F238E27FC236}">
                <a16:creationId xmlns:a16="http://schemas.microsoft.com/office/drawing/2014/main" id="{B5066CD3-0702-7EF2-8F19-B95891B8730B}"/>
              </a:ext>
            </a:extLst>
          </p:cNvPr>
          <p:cNvGrpSpPr/>
          <p:nvPr/>
        </p:nvGrpSpPr>
        <p:grpSpPr>
          <a:xfrm>
            <a:off x="5015988" y="1088974"/>
            <a:ext cx="2340026" cy="3060034"/>
            <a:chOff x="8616028" y="1448978"/>
            <a:chExt cx="2340026" cy="3060034"/>
          </a:xfrm>
        </p:grpSpPr>
        <p:grpSp>
          <p:nvGrpSpPr>
            <p:cNvPr id="156" name="Group 155">
              <a:extLst>
                <a:ext uri="{FF2B5EF4-FFF2-40B4-BE49-F238E27FC236}">
                  <a16:creationId xmlns:a16="http://schemas.microsoft.com/office/drawing/2014/main" id="{466F8C2C-0314-A3A3-DDAD-3308962A9192}"/>
                </a:ext>
              </a:extLst>
            </p:cNvPr>
            <p:cNvGrpSpPr/>
            <p:nvPr/>
          </p:nvGrpSpPr>
          <p:grpSpPr>
            <a:xfrm>
              <a:off x="8706029" y="1718981"/>
              <a:ext cx="1620018" cy="2700030"/>
              <a:chOff x="8706029" y="1718981"/>
              <a:chExt cx="1620018" cy="2700030"/>
            </a:xfrm>
          </p:grpSpPr>
          <p:cxnSp>
            <p:nvCxnSpPr>
              <p:cNvPr id="73" name="Straight Connector 72">
                <a:extLst>
                  <a:ext uri="{FF2B5EF4-FFF2-40B4-BE49-F238E27FC236}">
                    <a16:creationId xmlns:a16="http://schemas.microsoft.com/office/drawing/2014/main" id="{6DDB447E-0AB8-451C-70E4-74A056713E1D}"/>
                  </a:ext>
                </a:extLst>
              </p:cNvPr>
              <p:cNvCxnSpPr>
                <a:cxnSpLocks/>
              </p:cNvCxnSpPr>
              <p:nvPr/>
            </p:nvCxnSpPr>
            <p:spPr>
              <a:xfrm flipV="1">
                <a:off x="8706029" y="207898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29C21CBB-7659-A7F1-59EF-8AFB50E75D55}"/>
                  </a:ext>
                </a:extLst>
              </p:cNvPr>
              <p:cNvCxnSpPr>
                <a:cxnSpLocks/>
              </p:cNvCxnSpPr>
              <p:nvPr/>
            </p:nvCxnSpPr>
            <p:spPr>
              <a:xfrm flipV="1">
                <a:off x="9786041" y="171898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9BD12F74-DA86-C111-BE41-0987CDDB0359}"/>
                  </a:ext>
                </a:extLst>
              </p:cNvPr>
              <p:cNvCxnSpPr>
                <a:cxnSpLocks/>
              </p:cNvCxnSpPr>
              <p:nvPr/>
            </p:nvCxnSpPr>
            <p:spPr>
              <a:xfrm flipV="1">
                <a:off x="8706029" y="2618991"/>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975D109D-A3B1-1146-C9BF-8689953BC6B8}"/>
                  </a:ext>
                </a:extLst>
              </p:cNvPr>
              <p:cNvCxnSpPr>
                <a:cxnSpLocks/>
              </p:cNvCxnSpPr>
              <p:nvPr/>
            </p:nvCxnSpPr>
            <p:spPr>
              <a:xfrm flipV="1">
                <a:off x="9786041" y="225898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7E0138F5-6943-A439-290E-3CB9C865758C}"/>
                  </a:ext>
                </a:extLst>
              </p:cNvPr>
              <p:cNvCxnSpPr>
                <a:cxnSpLocks/>
              </p:cNvCxnSpPr>
              <p:nvPr/>
            </p:nvCxnSpPr>
            <p:spPr>
              <a:xfrm flipV="1">
                <a:off x="8706029" y="3158997"/>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0BD79A4F-4980-A6AB-D463-F2505AD4EB9F}"/>
                  </a:ext>
                </a:extLst>
              </p:cNvPr>
              <p:cNvCxnSpPr>
                <a:cxnSpLocks/>
              </p:cNvCxnSpPr>
              <p:nvPr/>
            </p:nvCxnSpPr>
            <p:spPr>
              <a:xfrm flipV="1">
                <a:off x="9786041" y="279899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7EC9B4F0-A570-569B-1EE8-F595EF75DA50}"/>
                  </a:ext>
                </a:extLst>
              </p:cNvPr>
              <p:cNvCxnSpPr>
                <a:cxnSpLocks/>
              </p:cNvCxnSpPr>
              <p:nvPr/>
            </p:nvCxnSpPr>
            <p:spPr>
              <a:xfrm flipV="1">
                <a:off x="8706029" y="3699003"/>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B869DBF6-1FFB-EF7D-783D-0F3F410CCC5E}"/>
                  </a:ext>
                </a:extLst>
              </p:cNvPr>
              <p:cNvCxnSpPr>
                <a:cxnSpLocks/>
              </p:cNvCxnSpPr>
              <p:nvPr/>
            </p:nvCxnSpPr>
            <p:spPr>
              <a:xfrm flipV="1">
                <a:off x="9786041" y="333899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2321423F-1185-D33D-D724-F5A2029D35D9}"/>
                  </a:ext>
                </a:extLst>
              </p:cNvPr>
              <p:cNvCxnSpPr>
                <a:cxnSpLocks/>
              </p:cNvCxnSpPr>
              <p:nvPr/>
            </p:nvCxnSpPr>
            <p:spPr>
              <a:xfrm flipV="1">
                <a:off x="8706029" y="4239009"/>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9B0C8D80-F8B1-2851-B1C5-7E6BA5B19D82}"/>
                  </a:ext>
                </a:extLst>
              </p:cNvPr>
              <p:cNvCxnSpPr>
                <a:cxnSpLocks/>
              </p:cNvCxnSpPr>
              <p:nvPr/>
            </p:nvCxnSpPr>
            <p:spPr>
              <a:xfrm flipV="1">
                <a:off x="9786041" y="3879005"/>
                <a:ext cx="540006" cy="180002"/>
              </a:xfrm>
              <a:prstGeom prst="line">
                <a:avLst/>
              </a:prstGeom>
              <a:ln w="38100"/>
            </p:spPr>
            <p:style>
              <a:lnRef idx="2">
                <a:schemeClr val="accent1"/>
              </a:lnRef>
              <a:fillRef idx="0">
                <a:schemeClr val="accent1"/>
              </a:fillRef>
              <a:effectRef idx="1">
                <a:schemeClr val="accent1"/>
              </a:effectRef>
              <a:fontRef idx="minor">
                <a:schemeClr val="tx1"/>
              </a:fontRef>
            </p:style>
          </p:cxnSp>
        </p:grpSp>
        <p:grpSp>
          <p:nvGrpSpPr>
            <p:cNvPr id="157" name="Group 156">
              <a:extLst>
                <a:ext uri="{FF2B5EF4-FFF2-40B4-BE49-F238E27FC236}">
                  <a16:creationId xmlns:a16="http://schemas.microsoft.com/office/drawing/2014/main" id="{9EA79E14-55F2-79A7-9AF8-88E1933BC304}"/>
                </a:ext>
              </a:extLst>
            </p:cNvPr>
            <p:cNvGrpSpPr/>
            <p:nvPr/>
          </p:nvGrpSpPr>
          <p:grpSpPr>
            <a:xfrm>
              <a:off x="9246035" y="1538979"/>
              <a:ext cx="1620018" cy="2700030"/>
              <a:chOff x="9246035" y="1538979"/>
              <a:chExt cx="1620018" cy="2700030"/>
            </a:xfrm>
          </p:grpSpPr>
          <p:cxnSp>
            <p:nvCxnSpPr>
              <p:cNvPr id="91" name="Straight Connector 90">
                <a:extLst>
                  <a:ext uri="{FF2B5EF4-FFF2-40B4-BE49-F238E27FC236}">
                    <a16:creationId xmlns:a16="http://schemas.microsoft.com/office/drawing/2014/main" id="{AEABF4FD-7980-81FB-FEC2-889503E24FBD}"/>
                  </a:ext>
                </a:extLst>
              </p:cNvPr>
              <p:cNvCxnSpPr>
                <a:cxnSpLocks/>
              </p:cNvCxnSpPr>
              <p:nvPr/>
            </p:nvCxnSpPr>
            <p:spPr>
              <a:xfrm flipV="1">
                <a:off x="9246035" y="189898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E149DAAF-9D81-2245-D3BE-903FF36482A3}"/>
                  </a:ext>
                </a:extLst>
              </p:cNvPr>
              <p:cNvCxnSpPr>
                <a:cxnSpLocks/>
              </p:cNvCxnSpPr>
              <p:nvPr/>
            </p:nvCxnSpPr>
            <p:spPr>
              <a:xfrm flipV="1">
                <a:off x="10326047" y="153897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26B383B-8DD8-84B5-0A01-AB5E7ACE7A49}"/>
                  </a:ext>
                </a:extLst>
              </p:cNvPr>
              <p:cNvCxnSpPr>
                <a:cxnSpLocks/>
              </p:cNvCxnSpPr>
              <p:nvPr/>
            </p:nvCxnSpPr>
            <p:spPr>
              <a:xfrm flipV="1">
                <a:off x="9246035" y="2438989"/>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2A8D7EE3-0B6B-1541-C28D-14726BB54278}"/>
                  </a:ext>
                </a:extLst>
              </p:cNvPr>
              <p:cNvCxnSpPr>
                <a:cxnSpLocks/>
              </p:cNvCxnSpPr>
              <p:nvPr/>
            </p:nvCxnSpPr>
            <p:spPr>
              <a:xfrm flipV="1">
                <a:off x="10326047" y="207898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90D66F94-BB65-3644-DF3E-5CFA01778166}"/>
                  </a:ext>
                </a:extLst>
              </p:cNvPr>
              <p:cNvCxnSpPr>
                <a:cxnSpLocks/>
              </p:cNvCxnSpPr>
              <p:nvPr/>
            </p:nvCxnSpPr>
            <p:spPr>
              <a:xfrm flipV="1">
                <a:off x="9246035" y="2978995"/>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0BB52259-4F03-E156-C38B-774E8B5870ED}"/>
                  </a:ext>
                </a:extLst>
              </p:cNvPr>
              <p:cNvCxnSpPr>
                <a:cxnSpLocks/>
              </p:cNvCxnSpPr>
              <p:nvPr/>
            </p:nvCxnSpPr>
            <p:spPr>
              <a:xfrm flipV="1">
                <a:off x="10326047" y="261899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340D4F98-35F1-C79E-CC17-5005A3982B2F}"/>
                  </a:ext>
                </a:extLst>
              </p:cNvPr>
              <p:cNvCxnSpPr>
                <a:cxnSpLocks/>
              </p:cNvCxnSpPr>
              <p:nvPr/>
            </p:nvCxnSpPr>
            <p:spPr>
              <a:xfrm flipV="1">
                <a:off x="9246035" y="3519001"/>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5EB21021-8E48-8D1A-AAD6-99AB58F3E7D8}"/>
                  </a:ext>
                </a:extLst>
              </p:cNvPr>
              <p:cNvCxnSpPr>
                <a:cxnSpLocks/>
              </p:cNvCxnSpPr>
              <p:nvPr/>
            </p:nvCxnSpPr>
            <p:spPr>
              <a:xfrm flipV="1">
                <a:off x="10326047" y="315899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FDBFEEE9-F0DE-CD5D-31B0-EA5B1ED009DA}"/>
                  </a:ext>
                </a:extLst>
              </p:cNvPr>
              <p:cNvCxnSpPr>
                <a:cxnSpLocks/>
              </p:cNvCxnSpPr>
              <p:nvPr/>
            </p:nvCxnSpPr>
            <p:spPr>
              <a:xfrm flipV="1">
                <a:off x="9246035" y="4059007"/>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109E288B-760E-E8E4-63C1-FA9CEF9E5A4A}"/>
                  </a:ext>
                </a:extLst>
              </p:cNvPr>
              <p:cNvCxnSpPr>
                <a:cxnSpLocks/>
              </p:cNvCxnSpPr>
              <p:nvPr/>
            </p:nvCxnSpPr>
            <p:spPr>
              <a:xfrm flipV="1">
                <a:off x="10326047" y="3699003"/>
                <a:ext cx="540006" cy="180002"/>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154" name="Group 153">
              <a:extLst>
                <a:ext uri="{FF2B5EF4-FFF2-40B4-BE49-F238E27FC236}">
                  <a16:creationId xmlns:a16="http://schemas.microsoft.com/office/drawing/2014/main" id="{B4A613EA-A5EA-9AEF-3066-D612CE711F2B}"/>
                </a:ext>
              </a:extLst>
            </p:cNvPr>
            <p:cNvGrpSpPr/>
            <p:nvPr/>
          </p:nvGrpSpPr>
          <p:grpSpPr>
            <a:xfrm>
              <a:off x="8706029" y="1538979"/>
              <a:ext cx="2160024" cy="2340026"/>
              <a:chOff x="8706029" y="1538979"/>
              <a:chExt cx="2160024" cy="2340026"/>
            </a:xfrm>
          </p:grpSpPr>
          <p:cxnSp>
            <p:nvCxnSpPr>
              <p:cNvPr id="96" name="Straight Connector 95">
                <a:extLst>
                  <a:ext uri="{FF2B5EF4-FFF2-40B4-BE49-F238E27FC236}">
                    <a16:creationId xmlns:a16="http://schemas.microsoft.com/office/drawing/2014/main" id="{1F98D82A-3AEE-3F1E-1F7D-37B744D36F06}"/>
                  </a:ext>
                </a:extLst>
              </p:cNvPr>
              <p:cNvCxnSpPr>
                <a:cxnSpLocks/>
              </p:cNvCxnSpPr>
              <p:nvPr/>
            </p:nvCxnSpPr>
            <p:spPr>
              <a:xfrm>
                <a:off x="8706029" y="225898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7D5261C1-54B8-4E09-F02B-3AA84ABE1AAF}"/>
                  </a:ext>
                </a:extLst>
              </p:cNvPr>
              <p:cNvCxnSpPr>
                <a:cxnSpLocks/>
              </p:cNvCxnSpPr>
              <p:nvPr/>
            </p:nvCxnSpPr>
            <p:spPr>
              <a:xfrm>
                <a:off x="8706029" y="333899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B7C237AA-7557-D14B-56C2-4A1403372CF7}"/>
                  </a:ext>
                </a:extLst>
              </p:cNvPr>
              <p:cNvCxnSpPr>
                <a:cxnSpLocks/>
              </p:cNvCxnSpPr>
              <p:nvPr/>
            </p:nvCxnSpPr>
            <p:spPr>
              <a:xfrm>
                <a:off x="9246035" y="207898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596616DA-19C3-8AEC-F1E4-C14216D3BBB1}"/>
                  </a:ext>
                </a:extLst>
              </p:cNvPr>
              <p:cNvCxnSpPr>
                <a:cxnSpLocks/>
              </p:cNvCxnSpPr>
              <p:nvPr/>
            </p:nvCxnSpPr>
            <p:spPr>
              <a:xfrm>
                <a:off x="9246035" y="3158997"/>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91A94F6B-C8E2-A821-15BE-2D2FA76F5A90}"/>
                  </a:ext>
                </a:extLst>
              </p:cNvPr>
              <p:cNvCxnSpPr>
                <a:cxnSpLocks/>
              </p:cNvCxnSpPr>
              <p:nvPr/>
            </p:nvCxnSpPr>
            <p:spPr>
              <a:xfrm>
                <a:off x="9786041" y="189898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7BA8FDDD-4C35-B9ED-130C-8AA214007742}"/>
                  </a:ext>
                </a:extLst>
              </p:cNvPr>
              <p:cNvCxnSpPr>
                <a:cxnSpLocks/>
              </p:cNvCxnSpPr>
              <p:nvPr/>
            </p:nvCxnSpPr>
            <p:spPr>
              <a:xfrm>
                <a:off x="9786041" y="2978995"/>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4AA8C304-D38E-8635-355B-8223578A8AE5}"/>
                  </a:ext>
                </a:extLst>
              </p:cNvPr>
              <p:cNvCxnSpPr>
                <a:cxnSpLocks/>
              </p:cNvCxnSpPr>
              <p:nvPr/>
            </p:nvCxnSpPr>
            <p:spPr>
              <a:xfrm>
                <a:off x="10326047" y="171898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EAD1CF39-00ED-6FBC-3534-954B2A9C5588}"/>
                  </a:ext>
                </a:extLst>
              </p:cNvPr>
              <p:cNvCxnSpPr>
                <a:cxnSpLocks/>
              </p:cNvCxnSpPr>
              <p:nvPr/>
            </p:nvCxnSpPr>
            <p:spPr>
              <a:xfrm>
                <a:off x="10326047" y="2798993"/>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997A108F-831F-CBF8-E61A-F0F9AD4877BE}"/>
                  </a:ext>
                </a:extLst>
              </p:cNvPr>
              <p:cNvCxnSpPr>
                <a:cxnSpLocks/>
              </p:cNvCxnSpPr>
              <p:nvPr/>
            </p:nvCxnSpPr>
            <p:spPr>
              <a:xfrm>
                <a:off x="10866053" y="1538979"/>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D15907B3-561A-05C1-7B62-A5CA6E4FF9DD}"/>
                  </a:ext>
                </a:extLst>
              </p:cNvPr>
              <p:cNvCxnSpPr>
                <a:cxnSpLocks/>
              </p:cNvCxnSpPr>
              <p:nvPr/>
            </p:nvCxnSpPr>
            <p:spPr>
              <a:xfrm>
                <a:off x="10866053" y="2618991"/>
                <a:ext cx="0" cy="54000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155" name="Group 154">
              <a:extLst>
                <a:ext uri="{FF2B5EF4-FFF2-40B4-BE49-F238E27FC236}">
                  <a16:creationId xmlns:a16="http://schemas.microsoft.com/office/drawing/2014/main" id="{37FD189A-CE3D-18FD-53E7-2A25424609BE}"/>
                </a:ext>
              </a:extLst>
            </p:cNvPr>
            <p:cNvGrpSpPr/>
            <p:nvPr/>
          </p:nvGrpSpPr>
          <p:grpSpPr>
            <a:xfrm>
              <a:off x="8706029" y="2078985"/>
              <a:ext cx="2160024" cy="2340026"/>
              <a:chOff x="8706029" y="2078985"/>
              <a:chExt cx="2160024" cy="2340026"/>
            </a:xfrm>
          </p:grpSpPr>
          <p:cxnSp>
            <p:nvCxnSpPr>
              <p:cNvPr id="115" name="Straight Connector 114">
                <a:extLst>
                  <a:ext uri="{FF2B5EF4-FFF2-40B4-BE49-F238E27FC236}">
                    <a16:creationId xmlns:a16="http://schemas.microsoft.com/office/drawing/2014/main" id="{CC5E1AC4-9E49-569A-E5F2-4050B4EAFDF2}"/>
                  </a:ext>
                </a:extLst>
              </p:cNvPr>
              <p:cNvCxnSpPr>
                <a:cxnSpLocks/>
              </p:cNvCxnSpPr>
              <p:nvPr/>
            </p:nvCxnSpPr>
            <p:spPr>
              <a:xfrm>
                <a:off x="8706029" y="279899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289C7B40-2B5D-5A7B-FC02-2589DF1A96AA}"/>
                  </a:ext>
                </a:extLst>
              </p:cNvPr>
              <p:cNvCxnSpPr>
                <a:cxnSpLocks/>
              </p:cNvCxnSpPr>
              <p:nvPr/>
            </p:nvCxnSpPr>
            <p:spPr>
              <a:xfrm>
                <a:off x="8706029" y="387900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03A95579-5EBA-A06A-D4B2-8F88DB983C2E}"/>
                  </a:ext>
                </a:extLst>
              </p:cNvPr>
              <p:cNvCxnSpPr>
                <a:cxnSpLocks/>
              </p:cNvCxnSpPr>
              <p:nvPr/>
            </p:nvCxnSpPr>
            <p:spPr>
              <a:xfrm>
                <a:off x="9246035" y="261899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8ECF4E2D-5034-FAB3-4587-FA797462582E}"/>
                  </a:ext>
                </a:extLst>
              </p:cNvPr>
              <p:cNvCxnSpPr>
                <a:cxnSpLocks/>
              </p:cNvCxnSpPr>
              <p:nvPr/>
            </p:nvCxnSpPr>
            <p:spPr>
              <a:xfrm>
                <a:off x="9246035" y="3699003"/>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3" name="Straight Connector 142">
                <a:extLst>
                  <a:ext uri="{FF2B5EF4-FFF2-40B4-BE49-F238E27FC236}">
                    <a16:creationId xmlns:a16="http://schemas.microsoft.com/office/drawing/2014/main" id="{F3712F0B-72AD-3E21-EE59-562958EFE8CC}"/>
                  </a:ext>
                </a:extLst>
              </p:cNvPr>
              <p:cNvCxnSpPr>
                <a:cxnSpLocks/>
              </p:cNvCxnSpPr>
              <p:nvPr/>
            </p:nvCxnSpPr>
            <p:spPr>
              <a:xfrm>
                <a:off x="9786041" y="243898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0D04B6CD-76E7-A09A-8EB2-4B4B73634F39}"/>
                  </a:ext>
                </a:extLst>
              </p:cNvPr>
              <p:cNvCxnSpPr>
                <a:cxnSpLocks/>
              </p:cNvCxnSpPr>
              <p:nvPr/>
            </p:nvCxnSpPr>
            <p:spPr>
              <a:xfrm>
                <a:off x="9786041" y="3519001"/>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430E910D-03D8-018B-3C0D-18F74E73D30C}"/>
                  </a:ext>
                </a:extLst>
              </p:cNvPr>
              <p:cNvCxnSpPr>
                <a:cxnSpLocks/>
              </p:cNvCxnSpPr>
              <p:nvPr/>
            </p:nvCxnSpPr>
            <p:spPr>
              <a:xfrm>
                <a:off x="10326047" y="225898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2BD08E72-F962-501E-C205-9F665AAE300D}"/>
                  </a:ext>
                </a:extLst>
              </p:cNvPr>
              <p:cNvCxnSpPr>
                <a:cxnSpLocks/>
              </p:cNvCxnSpPr>
              <p:nvPr/>
            </p:nvCxnSpPr>
            <p:spPr>
              <a:xfrm>
                <a:off x="10326047" y="3338999"/>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77FC2685-FF2F-46FC-3ACC-D1CDF6A2F970}"/>
                  </a:ext>
                </a:extLst>
              </p:cNvPr>
              <p:cNvCxnSpPr>
                <a:cxnSpLocks/>
              </p:cNvCxnSpPr>
              <p:nvPr/>
            </p:nvCxnSpPr>
            <p:spPr>
              <a:xfrm>
                <a:off x="10866053" y="2078985"/>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38DA82D8-D5CD-D9F4-690F-7D6C5862C988}"/>
                  </a:ext>
                </a:extLst>
              </p:cNvPr>
              <p:cNvCxnSpPr>
                <a:cxnSpLocks/>
              </p:cNvCxnSpPr>
              <p:nvPr/>
            </p:nvCxnSpPr>
            <p:spPr>
              <a:xfrm>
                <a:off x="10866053" y="3158997"/>
                <a:ext cx="0" cy="540006"/>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grpSp>
        <p:grpSp>
          <p:nvGrpSpPr>
            <p:cNvPr id="251" name="Group 250">
              <a:extLst>
                <a:ext uri="{FF2B5EF4-FFF2-40B4-BE49-F238E27FC236}">
                  <a16:creationId xmlns:a16="http://schemas.microsoft.com/office/drawing/2014/main" id="{FDE7588E-5CF5-86CF-972A-C18693B474C2}"/>
                </a:ext>
              </a:extLst>
            </p:cNvPr>
            <p:cNvGrpSpPr/>
            <p:nvPr/>
          </p:nvGrpSpPr>
          <p:grpSpPr>
            <a:xfrm>
              <a:off x="8616028" y="1448978"/>
              <a:ext cx="2340026" cy="3060034"/>
              <a:chOff x="8616028" y="1448978"/>
              <a:chExt cx="2340026" cy="3060034"/>
            </a:xfrm>
          </p:grpSpPr>
          <p:sp>
            <p:nvSpPr>
              <p:cNvPr id="202" name="Oval 201">
                <a:extLst>
                  <a:ext uri="{FF2B5EF4-FFF2-40B4-BE49-F238E27FC236}">
                    <a16:creationId xmlns:a16="http://schemas.microsoft.com/office/drawing/2014/main" id="{0CEB87B7-BC23-A14B-0F21-D3EBA043DC05}"/>
                  </a:ext>
                </a:extLst>
              </p:cNvPr>
              <p:cNvSpPr/>
              <p:nvPr/>
            </p:nvSpPr>
            <p:spPr>
              <a:xfrm>
                <a:off x="8616029" y="216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a:extLst>
                  <a:ext uri="{FF2B5EF4-FFF2-40B4-BE49-F238E27FC236}">
                    <a16:creationId xmlns:a16="http://schemas.microsoft.com/office/drawing/2014/main" id="{8FF3C096-2546-F28A-E48E-F7C32C1AB635}"/>
                  </a:ext>
                </a:extLst>
              </p:cNvPr>
              <p:cNvSpPr/>
              <p:nvPr/>
            </p:nvSpPr>
            <p:spPr>
              <a:xfrm>
                <a:off x="9156034" y="198898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a:extLst>
                  <a:ext uri="{FF2B5EF4-FFF2-40B4-BE49-F238E27FC236}">
                    <a16:creationId xmlns:a16="http://schemas.microsoft.com/office/drawing/2014/main" id="{F9469755-6C86-A156-EF76-BE7005448D1B}"/>
                  </a:ext>
                </a:extLst>
              </p:cNvPr>
              <p:cNvSpPr/>
              <p:nvPr/>
            </p:nvSpPr>
            <p:spPr>
              <a:xfrm>
                <a:off x="9696040" y="180898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a:extLst>
                  <a:ext uri="{FF2B5EF4-FFF2-40B4-BE49-F238E27FC236}">
                    <a16:creationId xmlns:a16="http://schemas.microsoft.com/office/drawing/2014/main" id="{B5E2C729-FB33-E0E7-90FD-CB389414D1C4}"/>
                  </a:ext>
                </a:extLst>
              </p:cNvPr>
              <p:cNvSpPr/>
              <p:nvPr/>
            </p:nvSpPr>
            <p:spPr>
              <a:xfrm>
                <a:off x="10236046" y="162898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a:extLst>
                  <a:ext uri="{FF2B5EF4-FFF2-40B4-BE49-F238E27FC236}">
                    <a16:creationId xmlns:a16="http://schemas.microsoft.com/office/drawing/2014/main" id="{EE9F4E39-2E87-6A44-E53F-D822FB03F632}"/>
                  </a:ext>
                </a:extLst>
              </p:cNvPr>
              <p:cNvSpPr/>
              <p:nvPr/>
            </p:nvSpPr>
            <p:spPr>
              <a:xfrm>
                <a:off x="10776052" y="1448978"/>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a:extLst>
                  <a:ext uri="{FF2B5EF4-FFF2-40B4-BE49-F238E27FC236}">
                    <a16:creationId xmlns:a16="http://schemas.microsoft.com/office/drawing/2014/main" id="{7AEBB860-AF27-26CF-8A3A-E118FD458A2A}"/>
                  </a:ext>
                </a:extLst>
              </p:cNvPr>
              <p:cNvSpPr/>
              <p:nvPr/>
            </p:nvSpPr>
            <p:spPr>
              <a:xfrm>
                <a:off x="8616028" y="2708992"/>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a:extLst>
                  <a:ext uri="{FF2B5EF4-FFF2-40B4-BE49-F238E27FC236}">
                    <a16:creationId xmlns:a16="http://schemas.microsoft.com/office/drawing/2014/main" id="{94641A08-E80F-B6E0-245B-63592F0424D3}"/>
                  </a:ext>
                </a:extLst>
              </p:cNvPr>
              <p:cNvSpPr/>
              <p:nvPr/>
            </p:nvSpPr>
            <p:spPr>
              <a:xfrm>
                <a:off x="9156033" y="252898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Oval 215">
                <a:extLst>
                  <a:ext uri="{FF2B5EF4-FFF2-40B4-BE49-F238E27FC236}">
                    <a16:creationId xmlns:a16="http://schemas.microsoft.com/office/drawing/2014/main" id="{7CE048FE-AE23-2236-A5D8-39A491048E9D}"/>
                  </a:ext>
                </a:extLst>
              </p:cNvPr>
              <p:cNvSpPr/>
              <p:nvPr/>
            </p:nvSpPr>
            <p:spPr>
              <a:xfrm>
                <a:off x="9696039" y="234898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Oval 217">
                <a:extLst>
                  <a:ext uri="{FF2B5EF4-FFF2-40B4-BE49-F238E27FC236}">
                    <a16:creationId xmlns:a16="http://schemas.microsoft.com/office/drawing/2014/main" id="{E007017C-C32E-EED7-9BA5-BEC6E78ED93B}"/>
                  </a:ext>
                </a:extLst>
              </p:cNvPr>
              <p:cNvSpPr/>
              <p:nvPr/>
            </p:nvSpPr>
            <p:spPr>
              <a:xfrm>
                <a:off x="10236045" y="216898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Oval 219">
                <a:extLst>
                  <a:ext uri="{FF2B5EF4-FFF2-40B4-BE49-F238E27FC236}">
                    <a16:creationId xmlns:a16="http://schemas.microsoft.com/office/drawing/2014/main" id="{4311DC4F-4FEA-E993-B363-4F812FF50B1D}"/>
                  </a:ext>
                </a:extLst>
              </p:cNvPr>
              <p:cNvSpPr/>
              <p:nvPr/>
            </p:nvSpPr>
            <p:spPr>
              <a:xfrm>
                <a:off x="10776051" y="198898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Oval 221">
                <a:extLst>
                  <a:ext uri="{FF2B5EF4-FFF2-40B4-BE49-F238E27FC236}">
                    <a16:creationId xmlns:a16="http://schemas.microsoft.com/office/drawing/2014/main" id="{A3B941D1-D626-BBFF-68B3-711711A3ACF7}"/>
                  </a:ext>
                </a:extLst>
              </p:cNvPr>
              <p:cNvSpPr/>
              <p:nvPr/>
            </p:nvSpPr>
            <p:spPr>
              <a:xfrm>
                <a:off x="8616028" y="323422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a:extLst>
                  <a:ext uri="{FF2B5EF4-FFF2-40B4-BE49-F238E27FC236}">
                    <a16:creationId xmlns:a16="http://schemas.microsoft.com/office/drawing/2014/main" id="{159665B9-EFA8-6331-D073-FBE8C28E6C05}"/>
                  </a:ext>
                </a:extLst>
              </p:cNvPr>
              <p:cNvSpPr/>
              <p:nvPr/>
            </p:nvSpPr>
            <p:spPr>
              <a:xfrm>
                <a:off x="9156033" y="305422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a:extLst>
                  <a:ext uri="{FF2B5EF4-FFF2-40B4-BE49-F238E27FC236}">
                    <a16:creationId xmlns:a16="http://schemas.microsoft.com/office/drawing/2014/main" id="{8EA60D1D-3C1C-5190-B0C0-D4C443BDF4DB}"/>
                  </a:ext>
                </a:extLst>
              </p:cNvPr>
              <p:cNvSpPr/>
              <p:nvPr/>
            </p:nvSpPr>
            <p:spPr>
              <a:xfrm>
                <a:off x="9696039" y="287421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a:extLst>
                  <a:ext uri="{FF2B5EF4-FFF2-40B4-BE49-F238E27FC236}">
                    <a16:creationId xmlns:a16="http://schemas.microsoft.com/office/drawing/2014/main" id="{CFF57D48-E379-084E-4F5F-062CEB6F8339}"/>
                  </a:ext>
                </a:extLst>
              </p:cNvPr>
              <p:cNvSpPr/>
              <p:nvPr/>
            </p:nvSpPr>
            <p:spPr>
              <a:xfrm>
                <a:off x="10236045" y="269421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a:extLst>
                  <a:ext uri="{FF2B5EF4-FFF2-40B4-BE49-F238E27FC236}">
                    <a16:creationId xmlns:a16="http://schemas.microsoft.com/office/drawing/2014/main" id="{997B6E00-B1C5-4F3B-5C21-840D04B43BA6}"/>
                  </a:ext>
                </a:extLst>
              </p:cNvPr>
              <p:cNvSpPr/>
              <p:nvPr/>
            </p:nvSpPr>
            <p:spPr>
              <a:xfrm>
                <a:off x="10776051" y="251421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a:extLst>
                  <a:ext uri="{FF2B5EF4-FFF2-40B4-BE49-F238E27FC236}">
                    <a16:creationId xmlns:a16="http://schemas.microsoft.com/office/drawing/2014/main" id="{C60180D6-F6B5-72B4-E9C6-09B40989497B}"/>
                  </a:ext>
                </a:extLst>
              </p:cNvPr>
              <p:cNvSpPr/>
              <p:nvPr/>
            </p:nvSpPr>
            <p:spPr>
              <a:xfrm>
                <a:off x="8616028" y="3789004"/>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a:extLst>
                  <a:ext uri="{FF2B5EF4-FFF2-40B4-BE49-F238E27FC236}">
                    <a16:creationId xmlns:a16="http://schemas.microsoft.com/office/drawing/2014/main" id="{79BE0305-D653-4D19-1C19-D4C1D55CC46B}"/>
                  </a:ext>
                </a:extLst>
              </p:cNvPr>
              <p:cNvSpPr/>
              <p:nvPr/>
            </p:nvSpPr>
            <p:spPr>
              <a:xfrm>
                <a:off x="9156033"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a:extLst>
                  <a:ext uri="{FF2B5EF4-FFF2-40B4-BE49-F238E27FC236}">
                    <a16:creationId xmlns:a16="http://schemas.microsoft.com/office/drawing/2014/main" id="{9474829C-0101-694F-3B64-DC7DED7B05D4}"/>
                  </a:ext>
                </a:extLst>
              </p:cNvPr>
              <p:cNvSpPr/>
              <p:nvPr/>
            </p:nvSpPr>
            <p:spPr>
              <a:xfrm>
                <a:off x="9696039" y="3428999"/>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Oval 237">
                <a:extLst>
                  <a:ext uri="{FF2B5EF4-FFF2-40B4-BE49-F238E27FC236}">
                    <a16:creationId xmlns:a16="http://schemas.microsoft.com/office/drawing/2014/main" id="{6170EC7D-F2DB-D27E-EC91-A65C8A612F48}"/>
                  </a:ext>
                </a:extLst>
              </p:cNvPr>
              <p:cNvSpPr/>
              <p:nvPr/>
            </p:nvSpPr>
            <p:spPr>
              <a:xfrm>
                <a:off x="10236045" y="324899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Oval 239">
                <a:extLst>
                  <a:ext uri="{FF2B5EF4-FFF2-40B4-BE49-F238E27FC236}">
                    <a16:creationId xmlns:a16="http://schemas.microsoft.com/office/drawing/2014/main" id="{396A63D7-44EE-4E78-C843-06F1DCE75AD5}"/>
                  </a:ext>
                </a:extLst>
              </p:cNvPr>
              <p:cNvSpPr/>
              <p:nvPr/>
            </p:nvSpPr>
            <p:spPr>
              <a:xfrm>
                <a:off x="10776051" y="306899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Oval 241">
                <a:extLst>
                  <a:ext uri="{FF2B5EF4-FFF2-40B4-BE49-F238E27FC236}">
                    <a16:creationId xmlns:a16="http://schemas.microsoft.com/office/drawing/2014/main" id="{C11E271F-FF28-6DC0-BE78-D8856E7DBBE7}"/>
                  </a:ext>
                </a:extLst>
              </p:cNvPr>
              <p:cNvSpPr/>
              <p:nvPr/>
            </p:nvSpPr>
            <p:spPr>
              <a:xfrm>
                <a:off x="8616028" y="4329010"/>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Oval 243">
                <a:extLst>
                  <a:ext uri="{FF2B5EF4-FFF2-40B4-BE49-F238E27FC236}">
                    <a16:creationId xmlns:a16="http://schemas.microsoft.com/office/drawing/2014/main" id="{EF6CEB32-56DE-E82A-EF6B-788442383FEC}"/>
                  </a:ext>
                </a:extLst>
              </p:cNvPr>
              <p:cNvSpPr/>
              <p:nvPr/>
            </p:nvSpPr>
            <p:spPr>
              <a:xfrm>
                <a:off x="9156033" y="4149007"/>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a:extLst>
                  <a:ext uri="{FF2B5EF4-FFF2-40B4-BE49-F238E27FC236}">
                    <a16:creationId xmlns:a16="http://schemas.microsoft.com/office/drawing/2014/main" id="{871BA0E5-A2FA-1E0D-7480-6CAB22BD4689}"/>
                  </a:ext>
                </a:extLst>
              </p:cNvPr>
              <p:cNvSpPr/>
              <p:nvPr/>
            </p:nvSpPr>
            <p:spPr>
              <a:xfrm>
                <a:off x="9696039" y="3969005"/>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a:extLst>
                  <a:ext uri="{FF2B5EF4-FFF2-40B4-BE49-F238E27FC236}">
                    <a16:creationId xmlns:a16="http://schemas.microsoft.com/office/drawing/2014/main" id="{C6A5B223-AA6B-417D-2679-60F72BB57C20}"/>
                  </a:ext>
                </a:extLst>
              </p:cNvPr>
              <p:cNvSpPr/>
              <p:nvPr/>
            </p:nvSpPr>
            <p:spPr>
              <a:xfrm>
                <a:off x="10236045" y="3789003"/>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a:extLst>
                  <a:ext uri="{FF2B5EF4-FFF2-40B4-BE49-F238E27FC236}">
                    <a16:creationId xmlns:a16="http://schemas.microsoft.com/office/drawing/2014/main" id="{8180325D-F6D7-44E6-CDDC-5AE0395B94AE}"/>
                  </a:ext>
                </a:extLst>
              </p:cNvPr>
              <p:cNvSpPr/>
              <p:nvPr/>
            </p:nvSpPr>
            <p:spPr>
              <a:xfrm>
                <a:off x="10776051" y="3609001"/>
                <a:ext cx="180002" cy="18000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1467155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Group 83">
            <a:extLst>
              <a:ext uri="{FF2B5EF4-FFF2-40B4-BE49-F238E27FC236}">
                <a16:creationId xmlns:a16="http://schemas.microsoft.com/office/drawing/2014/main" id="{7587320E-7EE3-7CCF-6478-54EE862D36C3}"/>
              </a:ext>
            </a:extLst>
          </p:cNvPr>
          <p:cNvGrpSpPr/>
          <p:nvPr/>
        </p:nvGrpSpPr>
        <p:grpSpPr>
          <a:xfrm>
            <a:off x="6366000" y="549000"/>
            <a:ext cx="4950057" cy="1440016"/>
            <a:chOff x="785940" y="549000"/>
            <a:chExt cx="4950057" cy="1440016"/>
          </a:xfrm>
        </p:grpSpPr>
        <p:sp>
          <p:nvSpPr>
            <p:cNvPr id="29" name="Rectangle 28">
              <a:extLst>
                <a:ext uri="{FF2B5EF4-FFF2-40B4-BE49-F238E27FC236}">
                  <a16:creationId xmlns:a16="http://schemas.microsoft.com/office/drawing/2014/main" id="{6BF62744-B3BA-20B0-9A3A-EBD544729617}"/>
                </a:ext>
              </a:extLst>
            </p:cNvPr>
            <p:cNvSpPr/>
            <p:nvPr/>
          </p:nvSpPr>
          <p:spPr>
            <a:xfrm>
              <a:off x="785941" y="549000"/>
              <a:ext cx="4950056" cy="14400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3D1F0EA-5B3F-5E8C-A46E-8DDA1BBDC999}"/>
                    </a:ext>
                  </a:extLst>
                </p:cNvPr>
                <p:cNvSpPr txBox="1"/>
                <p:nvPr/>
              </p:nvSpPr>
              <p:spPr>
                <a:xfrm>
                  <a:off x="785941" y="1269008"/>
                  <a:ext cx="4950055" cy="646331"/>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3600" b="0" i="1" smtClean="0">
                                <a:solidFill>
                                  <a:schemeClr val="accent2">
                                    <a:lumMod val="75000"/>
                                  </a:schemeClr>
                                </a:solidFill>
                                <a:latin typeface="Cambria Math" panose="02040503050406030204" pitchFamily="18" charset="0"/>
                              </a:rPr>
                            </m:ctrlPr>
                          </m:accPr>
                          <m:e>
                            <m:r>
                              <a:rPr lang="en-GB" sz="3600" b="0" i="1" smtClean="0">
                                <a:solidFill>
                                  <a:schemeClr val="accent2">
                                    <a:lumMod val="75000"/>
                                  </a:schemeClr>
                                </a:solidFill>
                                <a:latin typeface="Cambria Math" panose="02040503050406030204" pitchFamily="18" charset="0"/>
                              </a:rPr>
                              <m:t>𝐶</m:t>
                            </m:r>
                          </m:e>
                        </m:acc>
                        <m:d>
                          <m:dPr>
                            <m:ctrlPr>
                              <a:rPr lang="en-GB" sz="3600" i="1">
                                <a:solidFill>
                                  <a:schemeClr val="accent6"/>
                                </a:solidFill>
                                <a:latin typeface="Cambria Math" panose="02040503050406030204" pitchFamily="18" charset="0"/>
                              </a:rPr>
                            </m:ctrlPr>
                          </m:dPr>
                          <m:e>
                            <m:r>
                              <a:rPr lang="en-GB" sz="3600" i="1">
                                <a:solidFill>
                                  <a:schemeClr val="accent6"/>
                                </a:solidFill>
                                <a:latin typeface="Cambria Math" panose="02040503050406030204" pitchFamily="18" charset="0"/>
                              </a:rPr>
                              <m:t>𝑈</m:t>
                            </m:r>
                            <m:r>
                              <a:rPr lang="en-GB" sz="3600" i="1">
                                <a:latin typeface="Cambria Math" panose="02040503050406030204" pitchFamily="18" charset="0"/>
                              </a:rPr>
                              <m:t>⊗</m:t>
                            </m:r>
                            <m:r>
                              <a:rPr lang="en-GB" sz="3600" i="1">
                                <a:solidFill>
                                  <a:schemeClr val="accent1"/>
                                </a:solidFill>
                                <a:latin typeface="Cambria Math" panose="02040503050406030204" pitchFamily="18" charset="0"/>
                              </a:rPr>
                              <m:t>𝑉</m:t>
                            </m:r>
                          </m:e>
                        </m:d>
                        <m:r>
                          <a:rPr lang="en-GB" sz="3600" b="0" i="0" smtClean="0">
                            <a:latin typeface="Cambria Math" panose="02040503050406030204" pitchFamily="18" charset="0"/>
                          </a:rPr>
                          <m:t>≤</m:t>
                        </m:r>
                        <m:acc>
                          <m:accPr>
                            <m:chr m:val="̰"/>
                            <m:ctrlPr>
                              <a:rPr lang="en-GB" sz="3600" i="1">
                                <a:solidFill>
                                  <a:schemeClr val="accent3">
                                    <a:lumMod val="75000"/>
                                  </a:schemeClr>
                                </a:solidFill>
                                <a:latin typeface="Cambria Math" panose="02040503050406030204" pitchFamily="18" charset="0"/>
                              </a:rPr>
                            </m:ctrlPr>
                          </m:accPr>
                          <m:e>
                            <m:r>
                              <a:rPr lang="en-GB" sz="3600" i="1">
                                <a:solidFill>
                                  <a:schemeClr val="accent3">
                                    <a:lumMod val="75000"/>
                                  </a:schemeClr>
                                </a:solidFill>
                                <a:latin typeface="Cambria Math" panose="02040503050406030204" pitchFamily="18" charset="0"/>
                              </a:rPr>
                              <m:t>𝑅</m:t>
                            </m:r>
                          </m:e>
                        </m:acc>
                        <m:d>
                          <m:dPr>
                            <m:ctrlPr>
                              <a:rPr lang="en-GB" sz="3600" i="1">
                                <a:solidFill>
                                  <a:schemeClr val="accent6"/>
                                </a:solidFill>
                                <a:latin typeface="Cambria Math" panose="02040503050406030204" pitchFamily="18" charset="0"/>
                              </a:rPr>
                            </m:ctrlPr>
                          </m:dPr>
                          <m:e>
                            <m:r>
                              <a:rPr lang="en-GB" sz="3600" i="1">
                                <a:solidFill>
                                  <a:schemeClr val="accent6"/>
                                </a:solidFill>
                                <a:latin typeface="Cambria Math" panose="02040503050406030204" pitchFamily="18" charset="0"/>
                              </a:rPr>
                              <m:t>𝑈</m:t>
                            </m:r>
                          </m:e>
                        </m:d>
                        <m:acc>
                          <m:accPr>
                            <m:chr m:val="̰"/>
                            <m:ctrlPr>
                              <a:rPr lang="en-GB" sz="3600" i="1">
                                <a:solidFill>
                                  <a:schemeClr val="accent2">
                                    <a:lumMod val="75000"/>
                                  </a:schemeClr>
                                </a:solidFill>
                                <a:latin typeface="Cambria Math" panose="02040503050406030204" pitchFamily="18" charset="0"/>
                              </a:rPr>
                            </m:ctrlPr>
                          </m:accPr>
                          <m:e>
                            <m:r>
                              <a:rPr lang="en-GB" sz="3600" i="1">
                                <a:solidFill>
                                  <a:schemeClr val="accent2">
                                    <a:lumMod val="75000"/>
                                  </a:schemeClr>
                                </a:solidFill>
                                <a:latin typeface="Cambria Math" panose="02040503050406030204" pitchFamily="18" charset="0"/>
                              </a:rPr>
                              <m:t>𝐶</m:t>
                            </m:r>
                          </m:e>
                        </m:acc>
                        <m:d>
                          <m:dPr>
                            <m:ctrlPr>
                              <a:rPr lang="en-GB" sz="3600" b="0" i="1" smtClean="0">
                                <a:solidFill>
                                  <a:schemeClr val="accent1"/>
                                </a:solidFill>
                                <a:latin typeface="Cambria Math" panose="02040503050406030204" pitchFamily="18" charset="0"/>
                              </a:rPr>
                            </m:ctrlPr>
                          </m:dPr>
                          <m:e>
                            <m:r>
                              <a:rPr lang="en-GB" sz="3600" b="0" i="1" smtClean="0">
                                <a:solidFill>
                                  <a:schemeClr val="accent1"/>
                                </a:solidFill>
                                <a:latin typeface="Cambria Math" panose="02040503050406030204" pitchFamily="18" charset="0"/>
                              </a:rPr>
                              <m:t>𝑉</m:t>
                            </m:r>
                          </m:e>
                        </m:d>
                      </m:oMath>
                    </m:oMathPara>
                  </a14:m>
                  <a:endParaRPr lang="en-GB" sz="3600" dirty="0"/>
                </a:p>
              </p:txBody>
            </p:sp>
          </mc:Choice>
          <mc:Fallback xmlns="">
            <p:sp>
              <p:nvSpPr>
                <p:cNvPr id="14" name="TextBox 13">
                  <a:extLst>
                    <a:ext uri="{FF2B5EF4-FFF2-40B4-BE49-F238E27FC236}">
                      <a16:creationId xmlns:a16="http://schemas.microsoft.com/office/drawing/2014/main" id="{83D1F0EA-5B3F-5E8C-A46E-8DDA1BBDC999}"/>
                    </a:ext>
                  </a:extLst>
                </p:cNvPr>
                <p:cNvSpPr txBox="1">
                  <a:spLocks noRot="1" noChangeAspect="1" noMove="1" noResize="1" noEditPoints="1" noAdjustHandles="1" noChangeArrowheads="1" noChangeShapeType="1" noTextEdit="1"/>
                </p:cNvSpPr>
                <p:nvPr/>
              </p:nvSpPr>
              <p:spPr>
                <a:xfrm>
                  <a:off x="785941" y="1269008"/>
                  <a:ext cx="4950055" cy="646331"/>
                </a:xfrm>
                <a:prstGeom prst="rect">
                  <a:avLst/>
                </a:prstGeom>
                <a:blipFill>
                  <a:blip r:embed="rId3"/>
                  <a:stretch>
                    <a:fillRect/>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EB3E7733-F5AA-9D1B-34FB-C1B678BDEB22}"/>
                </a:ext>
              </a:extLst>
            </p:cNvPr>
            <p:cNvSpPr txBox="1"/>
            <p:nvPr/>
          </p:nvSpPr>
          <p:spPr>
            <a:xfrm>
              <a:off x="785940" y="549000"/>
              <a:ext cx="4950055" cy="646331"/>
            </a:xfrm>
            <a:prstGeom prst="rect">
              <a:avLst/>
            </a:prstGeom>
            <a:noFill/>
          </p:spPr>
          <p:txBody>
            <a:bodyPr wrap="square">
              <a:spAutoFit/>
            </a:bodyPr>
            <a:lstStyle/>
            <a:p>
              <a:pPr algn="ctr"/>
              <a:r>
                <a:rPr lang="en-GB" sz="3600" dirty="0"/>
                <a:t>“mixed” </a:t>
              </a:r>
              <a:r>
                <a:rPr lang="en-GB" sz="3600" dirty="0" err="1"/>
                <a:t>submult</a:t>
              </a:r>
              <a:r>
                <a:rPr lang="en-GB" sz="3600" dirty="0"/>
                <a:t>.</a:t>
              </a:r>
            </a:p>
          </p:txBody>
        </p:sp>
      </p:grpSp>
      <p:grpSp>
        <p:nvGrpSpPr>
          <p:cNvPr id="85" name="Group 84">
            <a:extLst>
              <a:ext uri="{FF2B5EF4-FFF2-40B4-BE49-F238E27FC236}">
                <a16:creationId xmlns:a16="http://schemas.microsoft.com/office/drawing/2014/main" id="{EB2F63A1-246E-0299-1B0A-96D680825AA2}"/>
              </a:ext>
            </a:extLst>
          </p:cNvPr>
          <p:cNvGrpSpPr/>
          <p:nvPr/>
        </p:nvGrpSpPr>
        <p:grpSpPr>
          <a:xfrm>
            <a:off x="875944" y="549000"/>
            <a:ext cx="4950056" cy="1555669"/>
            <a:chOff x="6456004" y="549000"/>
            <a:chExt cx="4950056" cy="1555669"/>
          </a:xfrm>
        </p:grpSpPr>
        <p:sp>
          <p:nvSpPr>
            <p:cNvPr id="31" name="Rectangle 30">
              <a:extLst>
                <a:ext uri="{FF2B5EF4-FFF2-40B4-BE49-F238E27FC236}">
                  <a16:creationId xmlns:a16="http://schemas.microsoft.com/office/drawing/2014/main" id="{19C5CB1F-204E-6087-CB6B-AEC283D0C899}"/>
                </a:ext>
              </a:extLst>
            </p:cNvPr>
            <p:cNvSpPr/>
            <p:nvPr/>
          </p:nvSpPr>
          <p:spPr>
            <a:xfrm>
              <a:off x="6456004" y="549000"/>
              <a:ext cx="4950055" cy="14400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4A6625F-50D6-F921-9205-B49C382F18C6}"/>
                    </a:ext>
                  </a:extLst>
                </p:cNvPr>
                <p:cNvSpPr txBox="1"/>
                <p:nvPr/>
              </p:nvSpPr>
              <p:spPr>
                <a:xfrm>
                  <a:off x="6456004" y="1264556"/>
                  <a:ext cx="4950056" cy="646331"/>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3600" b="0" i="1" smtClean="0">
                                <a:solidFill>
                                  <a:schemeClr val="accent2">
                                    <a:lumMod val="75000"/>
                                  </a:schemeClr>
                                </a:solidFill>
                                <a:latin typeface="Cambria Math" panose="02040503050406030204" pitchFamily="18" charset="0"/>
                              </a:rPr>
                            </m:ctrlPr>
                          </m:accPr>
                          <m:e>
                            <m:r>
                              <a:rPr lang="en-GB" sz="3600" b="0" i="1" smtClean="0">
                                <a:solidFill>
                                  <a:schemeClr val="accent2">
                                    <a:lumMod val="75000"/>
                                  </a:schemeClr>
                                </a:solidFill>
                                <a:latin typeface="Cambria Math" panose="02040503050406030204" pitchFamily="18" charset="0"/>
                              </a:rPr>
                              <m:t>𝐶</m:t>
                            </m:r>
                          </m:e>
                        </m:acc>
                        <m:d>
                          <m:dPr>
                            <m:ctrlPr>
                              <a:rPr lang="en-GB" sz="3600" i="1">
                                <a:solidFill>
                                  <a:schemeClr val="accent6"/>
                                </a:solidFill>
                                <a:latin typeface="Cambria Math" panose="02040503050406030204" pitchFamily="18" charset="0"/>
                              </a:rPr>
                            </m:ctrlPr>
                          </m:dPr>
                          <m:e>
                            <m:r>
                              <a:rPr lang="en-GB" sz="3600" i="1">
                                <a:solidFill>
                                  <a:schemeClr val="accent6"/>
                                </a:solidFill>
                                <a:latin typeface="Cambria Math" panose="02040503050406030204" pitchFamily="18" charset="0"/>
                              </a:rPr>
                              <m:t>𝑈</m:t>
                            </m:r>
                            <m:r>
                              <a:rPr lang="en-GB" sz="3600" i="1">
                                <a:latin typeface="Cambria Math" panose="02040503050406030204" pitchFamily="18" charset="0"/>
                              </a:rPr>
                              <m:t>⊗</m:t>
                            </m:r>
                            <m:r>
                              <a:rPr lang="en-GB" sz="3600" i="1">
                                <a:solidFill>
                                  <a:schemeClr val="accent1"/>
                                </a:solidFill>
                                <a:latin typeface="Cambria Math" panose="02040503050406030204" pitchFamily="18" charset="0"/>
                              </a:rPr>
                              <m:t>𝑉</m:t>
                            </m:r>
                          </m:e>
                        </m:d>
                        <m:r>
                          <a:rPr lang="en-GB" sz="3600" b="0" i="0" smtClean="0">
                            <a:latin typeface="Cambria Math" panose="02040503050406030204" pitchFamily="18" charset="0"/>
                          </a:rPr>
                          <m:t>≤</m:t>
                        </m:r>
                        <m:acc>
                          <m:accPr>
                            <m:chr m:val="̰"/>
                            <m:ctrlPr>
                              <a:rPr lang="en-GB" sz="3600" i="1">
                                <a:solidFill>
                                  <a:schemeClr val="accent2">
                                    <a:lumMod val="75000"/>
                                  </a:schemeClr>
                                </a:solidFill>
                                <a:latin typeface="Cambria Math" panose="02040503050406030204" pitchFamily="18" charset="0"/>
                              </a:rPr>
                            </m:ctrlPr>
                          </m:accPr>
                          <m:e>
                            <m:r>
                              <a:rPr lang="en-GB" sz="3600" i="1">
                                <a:solidFill>
                                  <a:schemeClr val="accent2">
                                    <a:lumMod val="75000"/>
                                  </a:schemeClr>
                                </a:solidFill>
                                <a:latin typeface="Cambria Math" panose="02040503050406030204" pitchFamily="18" charset="0"/>
                              </a:rPr>
                              <m:t>𝐶</m:t>
                            </m:r>
                          </m:e>
                        </m:acc>
                        <m:d>
                          <m:dPr>
                            <m:ctrlPr>
                              <a:rPr lang="en-GB" sz="3600" i="1">
                                <a:solidFill>
                                  <a:schemeClr val="accent6"/>
                                </a:solidFill>
                                <a:latin typeface="Cambria Math" panose="02040503050406030204" pitchFamily="18" charset="0"/>
                              </a:rPr>
                            </m:ctrlPr>
                          </m:dPr>
                          <m:e>
                            <m:r>
                              <a:rPr lang="en-GB" sz="3600" i="1">
                                <a:solidFill>
                                  <a:schemeClr val="accent6"/>
                                </a:solidFill>
                                <a:latin typeface="Cambria Math" panose="02040503050406030204" pitchFamily="18" charset="0"/>
                              </a:rPr>
                              <m:t>𝑈</m:t>
                            </m:r>
                          </m:e>
                        </m:d>
                        <m:acc>
                          <m:accPr>
                            <m:chr m:val="̰"/>
                            <m:ctrlPr>
                              <a:rPr lang="en-GB" sz="3600" i="1">
                                <a:solidFill>
                                  <a:schemeClr val="accent2">
                                    <a:lumMod val="75000"/>
                                  </a:schemeClr>
                                </a:solidFill>
                                <a:latin typeface="Cambria Math" panose="02040503050406030204" pitchFamily="18" charset="0"/>
                              </a:rPr>
                            </m:ctrlPr>
                          </m:accPr>
                          <m:e>
                            <m:r>
                              <a:rPr lang="en-GB" sz="3600" i="1">
                                <a:solidFill>
                                  <a:schemeClr val="accent2">
                                    <a:lumMod val="75000"/>
                                  </a:schemeClr>
                                </a:solidFill>
                                <a:latin typeface="Cambria Math" panose="02040503050406030204" pitchFamily="18" charset="0"/>
                              </a:rPr>
                              <m:t>𝐶</m:t>
                            </m:r>
                          </m:e>
                        </m:acc>
                        <m:d>
                          <m:dPr>
                            <m:ctrlPr>
                              <a:rPr lang="en-GB" sz="3600" b="0" i="1" smtClean="0">
                                <a:solidFill>
                                  <a:schemeClr val="accent1"/>
                                </a:solidFill>
                                <a:latin typeface="Cambria Math" panose="02040503050406030204" pitchFamily="18" charset="0"/>
                              </a:rPr>
                            </m:ctrlPr>
                          </m:dPr>
                          <m:e>
                            <m:r>
                              <a:rPr lang="en-GB" sz="3600" b="0" i="1" smtClean="0">
                                <a:solidFill>
                                  <a:schemeClr val="accent1"/>
                                </a:solidFill>
                                <a:latin typeface="Cambria Math" panose="02040503050406030204" pitchFamily="18" charset="0"/>
                              </a:rPr>
                              <m:t>𝑉</m:t>
                            </m:r>
                          </m:e>
                        </m:d>
                      </m:oMath>
                    </m:oMathPara>
                  </a14:m>
                  <a:endParaRPr lang="en-GB" sz="3600" dirty="0"/>
                </a:p>
              </p:txBody>
            </p:sp>
          </mc:Choice>
          <mc:Fallback xmlns="">
            <p:sp>
              <p:nvSpPr>
                <p:cNvPr id="20" name="TextBox 19">
                  <a:extLst>
                    <a:ext uri="{FF2B5EF4-FFF2-40B4-BE49-F238E27FC236}">
                      <a16:creationId xmlns:a16="http://schemas.microsoft.com/office/drawing/2014/main" id="{34A6625F-50D6-F921-9205-B49C382F18C6}"/>
                    </a:ext>
                  </a:extLst>
                </p:cNvPr>
                <p:cNvSpPr txBox="1">
                  <a:spLocks noRot="1" noChangeAspect="1" noMove="1" noResize="1" noEditPoints="1" noAdjustHandles="1" noChangeArrowheads="1" noChangeShapeType="1" noTextEdit="1"/>
                </p:cNvSpPr>
                <p:nvPr/>
              </p:nvSpPr>
              <p:spPr>
                <a:xfrm>
                  <a:off x="6456004" y="1264556"/>
                  <a:ext cx="4950056" cy="646331"/>
                </a:xfrm>
                <a:prstGeom prst="rect">
                  <a:avLst/>
                </a:prstGeom>
                <a:blipFill>
                  <a:blip r:embed="rId4"/>
                  <a:stretch>
                    <a:fillRect/>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8C936D13-CF44-D45F-08A5-B02AADA1F7A0}"/>
                </a:ext>
              </a:extLst>
            </p:cNvPr>
            <p:cNvSpPr txBox="1"/>
            <p:nvPr/>
          </p:nvSpPr>
          <p:spPr>
            <a:xfrm>
              <a:off x="6456004" y="549000"/>
              <a:ext cx="4950055" cy="646331"/>
            </a:xfrm>
            <a:prstGeom prst="rect">
              <a:avLst/>
            </a:prstGeom>
            <a:noFill/>
          </p:spPr>
          <p:txBody>
            <a:bodyPr wrap="square">
              <a:spAutoFit/>
            </a:bodyPr>
            <a:lstStyle/>
            <a:p>
              <a:pPr algn="ctr"/>
              <a:r>
                <a:rPr lang="en-GB" sz="3600" dirty="0"/>
                <a:t>circuit </a:t>
              </a:r>
              <a:r>
                <a:rPr lang="en-GB" sz="3600" dirty="0" err="1"/>
                <a:t>submult</a:t>
              </a:r>
              <a:r>
                <a:rPr lang="en-GB" sz="3600" dirty="0"/>
                <a:t>.??</a:t>
              </a:r>
            </a:p>
          </p:txBody>
        </p:sp>
        <p:sp>
          <p:nvSpPr>
            <p:cNvPr id="24" name="TextBox 23">
              <a:extLst>
                <a:ext uri="{FF2B5EF4-FFF2-40B4-BE49-F238E27FC236}">
                  <a16:creationId xmlns:a16="http://schemas.microsoft.com/office/drawing/2014/main" id="{56B6D7E2-57E4-E6A6-3368-9A1A92A11058}"/>
                </a:ext>
              </a:extLst>
            </p:cNvPr>
            <p:cNvSpPr txBox="1"/>
            <p:nvPr/>
          </p:nvSpPr>
          <p:spPr>
            <a:xfrm>
              <a:off x="8616028" y="1089006"/>
              <a:ext cx="630007" cy="1015663"/>
            </a:xfrm>
            <a:prstGeom prst="rect">
              <a:avLst/>
            </a:prstGeom>
            <a:noFill/>
          </p:spPr>
          <p:txBody>
            <a:bodyPr wrap="square" rtlCol="0">
              <a:spAutoFit/>
            </a:bodyPr>
            <a:lstStyle/>
            <a:p>
              <a:pPr algn="ctr"/>
              <a:r>
                <a:rPr lang="en-GB" sz="6000" b="1" dirty="0">
                  <a:solidFill>
                    <a:schemeClr val="accent6"/>
                  </a:solidFill>
                </a:rPr>
                <a:t>?</a:t>
              </a:r>
            </a:p>
          </p:txBody>
        </p:sp>
      </p:grpSp>
      <p:grpSp>
        <p:nvGrpSpPr>
          <p:cNvPr id="86" name="Group 85">
            <a:extLst>
              <a:ext uri="{FF2B5EF4-FFF2-40B4-BE49-F238E27FC236}">
                <a16:creationId xmlns:a16="http://schemas.microsoft.com/office/drawing/2014/main" id="{2EC71276-8609-2A9F-514B-B9E79FC6B18A}"/>
              </a:ext>
            </a:extLst>
          </p:cNvPr>
          <p:cNvGrpSpPr/>
          <p:nvPr/>
        </p:nvGrpSpPr>
        <p:grpSpPr>
          <a:xfrm>
            <a:off x="875941" y="2348971"/>
            <a:ext cx="4950056" cy="1080000"/>
            <a:chOff x="785941" y="2348971"/>
            <a:chExt cx="4950056" cy="1080000"/>
          </a:xfrm>
        </p:grpSpPr>
        <p:sp>
          <p:nvSpPr>
            <p:cNvPr id="37" name="Rectangle 36">
              <a:extLst>
                <a:ext uri="{FF2B5EF4-FFF2-40B4-BE49-F238E27FC236}">
                  <a16:creationId xmlns:a16="http://schemas.microsoft.com/office/drawing/2014/main" id="{7BFE1701-7FC2-99A9-A5D9-D832D7880141}"/>
                </a:ext>
              </a:extLst>
            </p:cNvPr>
            <p:cNvSpPr/>
            <p:nvPr/>
          </p:nvSpPr>
          <p:spPr>
            <a:xfrm>
              <a:off x="785941" y="2348971"/>
              <a:ext cx="4950056" cy="1080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93A842C-65C3-1D11-B007-0AFBAE5BEFC7}"/>
                    </a:ext>
                  </a:extLst>
                </p:cNvPr>
                <p:cNvSpPr txBox="1"/>
                <p:nvPr/>
              </p:nvSpPr>
              <p:spPr>
                <a:xfrm>
                  <a:off x="785941" y="2528971"/>
                  <a:ext cx="4950055" cy="683905"/>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3600" i="1">
                                <a:solidFill>
                                  <a:schemeClr val="accent3">
                                    <a:lumMod val="75000"/>
                                  </a:schemeClr>
                                </a:solidFill>
                                <a:latin typeface="Cambria Math" panose="02040503050406030204" pitchFamily="18" charset="0"/>
                              </a:rPr>
                            </m:ctrlPr>
                          </m:accPr>
                          <m:e>
                            <m:r>
                              <a:rPr lang="en-GB" sz="3600" i="1">
                                <a:solidFill>
                                  <a:schemeClr val="accent3">
                                    <a:lumMod val="75000"/>
                                  </a:schemeClr>
                                </a:solidFill>
                                <a:latin typeface="Cambria Math" panose="02040503050406030204" pitchFamily="18" charset="0"/>
                              </a:rPr>
                              <m:t>𝑅</m:t>
                            </m:r>
                          </m:e>
                        </m:acc>
                        <m:d>
                          <m:dPr>
                            <m:ctrlPr>
                              <a:rPr lang="en-GB" sz="3600" b="0" i="1" smtClean="0">
                                <a:solidFill>
                                  <a:schemeClr val="tx1"/>
                                </a:solidFill>
                                <a:latin typeface="Cambria Math" panose="02040503050406030204" pitchFamily="18" charset="0"/>
                              </a:rPr>
                            </m:ctrlPr>
                          </m:dPr>
                          <m:e>
                            <m:r>
                              <a:rPr lang="en-GB" sz="3600" b="0" i="1" smtClean="0">
                                <a:solidFill>
                                  <a:schemeClr val="tx1"/>
                                </a:solidFill>
                                <a:latin typeface="Cambria Math" panose="02040503050406030204" pitchFamily="18" charset="0"/>
                              </a:rPr>
                              <m:t>𝑇</m:t>
                            </m:r>
                          </m:e>
                        </m:d>
                        <m:r>
                          <a:rPr lang="en-GB" sz="3600" b="0" i="1" smtClean="0">
                            <a:solidFill>
                              <a:schemeClr val="tx1"/>
                            </a:solidFill>
                            <a:latin typeface="Cambria Math" panose="02040503050406030204" pitchFamily="18" charset="0"/>
                          </a:rPr>
                          <m:t>≤</m:t>
                        </m:r>
                        <m:sSup>
                          <m:sSupPr>
                            <m:ctrlPr>
                              <a:rPr lang="en-GB" sz="3600" b="0" i="1" smtClean="0">
                                <a:solidFill>
                                  <a:schemeClr val="tx1"/>
                                </a:solidFill>
                                <a:latin typeface="Cambria Math" panose="02040503050406030204" pitchFamily="18" charset="0"/>
                              </a:rPr>
                            </m:ctrlPr>
                          </m:sSupPr>
                          <m:e>
                            <m:r>
                              <a:rPr lang="en-GB" sz="3600" b="0" i="1" smtClean="0">
                                <a:solidFill>
                                  <a:schemeClr val="tx1"/>
                                </a:solidFill>
                                <a:latin typeface="Cambria Math" panose="02040503050406030204" pitchFamily="18" charset="0"/>
                              </a:rPr>
                              <m:t>𝑛</m:t>
                            </m:r>
                          </m:e>
                          <m:sup>
                            <m:r>
                              <a:rPr lang="en-GB" sz="3600" b="0" i="1" smtClean="0">
                                <a:solidFill>
                                  <a:schemeClr val="tx1"/>
                                </a:solidFill>
                                <a:latin typeface="Cambria Math" panose="02040503050406030204" pitchFamily="18" charset="0"/>
                              </a:rPr>
                              <m:t>0.7724</m:t>
                            </m:r>
                            <m:d>
                              <m:dPr>
                                <m:ctrlPr>
                                  <a:rPr lang="en-GB" sz="3600" b="0" i="1" smtClean="0">
                                    <a:solidFill>
                                      <a:schemeClr val="tx1"/>
                                    </a:solidFill>
                                    <a:latin typeface="Cambria Math" panose="02040503050406030204" pitchFamily="18" charset="0"/>
                                  </a:rPr>
                                </m:ctrlPr>
                              </m:dPr>
                              <m:e>
                                <m:r>
                                  <a:rPr lang="en-GB" sz="3600" b="0" i="1" smtClean="0">
                                    <a:solidFill>
                                      <a:schemeClr val="tx1"/>
                                    </a:solidFill>
                                    <a:latin typeface="Cambria Math" panose="02040503050406030204" pitchFamily="18" charset="0"/>
                                  </a:rPr>
                                  <m:t>𝑑</m:t>
                                </m:r>
                                <m:r>
                                  <a:rPr lang="en-GB" sz="3600" b="0" i="1" smtClean="0">
                                    <a:solidFill>
                                      <a:schemeClr val="tx1"/>
                                    </a:solidFill>
                                    <a:latin typeface="Cambria Math" panose="02040503050406030204" pitchFamily="18" charset="0"/>
                                  </a:rPr>
                                  <m:t>−1</m:t>
                                </m:r>
                              </m:e>
                            </m:d>
                          </m:sup>
                        </m:sSup>
                      </m:oMath>
                    </m:oMathPara>
                  </a14:m>
                  <a:endParaRPr lang="en-GB" sz="3600" dirty="0"/>
                </a:p>
              </p:txBody>
            </p:sp>
          </mc:Choice>
          <mc:Fallback xmlns="">
            <p:sp>
              <p:nvSpPr>
                <p:cNvPr id="26" name="TextBox 25">
                  <a:extLst>
                    <a:ext uri="{FF2B5EF4-FFF2-40B4-BE49-F238E27FC236}">
                      <a16:creationId xmlns:a16="http://schemas.microsoft.com/office/drawing/2014/main" id="{B93A842C-65C3-1D11-B007-0AFBAE5BEFC7}"/>
                    </a:ext>
                  </a:extLst>
                </p:cNvPr>
                <p:cNvSpPr txBox="1">
                  <a:spLocks noRot="1" noChangeAspect="1" noMove="1" noResize="1" noEditPoints="1" noAdjustHandles="1" noChangeArrowheads="1" noChangeShapeType="1" noTextEdit="1"/>
                </p:cNvSpPr>
                <p:nvPr/>
              </p:nvSpPr>
              <p:spPr>
                <a:xfrm>
                  <a:off x="785941" y="2528971"/>
                  <a:ext cx="4950055" cy="683905"/>
                </a:xfrm>
                <a:prstGeom prst="rect">
                  <a:avLst/>
                </a:prstGeom>
                <a:blipFill>
                  <a:blip r:embed="rId5"/>
                  <a:stretch>
                    <a:fillRect/>
                  </a:stretch>
                </a:blipFill>
              </p:spPr>
              <p:txBody>
                <a:bodyPr/>
                <a:lstStyle/>
                <a:p>
                  <a:r>
                    <a:rPr lang="en-GB">
                      <a:noFill/>
                    </a:rPr>
                    <a:t> </a:t>
                  </a:r>
                </a:p>
              </p:txBody>
            </p:sp>
          </mc:Fallback>
        </mc:AlternateContent>
      </p:grpSp>
      <p:grpSp>
        <p:nvGrpSpPr>
          <p:cNvPr id="87" name="Group 86">
            <a:extLst>
              <a:ext uri="{FF2B5EF4-FFF2-40B4-BE49-F238E27FC236}">
                <a16:creationId xmlns:a16="http://schemas.microsoft.com/office/drawing/2014/main" id="{3832D16E-7A2F-081C-8415-7E118A692536}"/>
              </a:ext>
            </a:extLst>
          </p:cNvPr>
          <p:cNvGrpSpPr/>
          <p:nvPr/>
        </p:nvGrpSpPr>
        <p:grpSpPr>
          <a:xfrm>
            <a:off x="6366000" y="2348971"/>
            <a:ext cx="4950056" cy="1080029"/>
            <a:chOff x="6456003" y="2348971"/>
            <a:chExt cx="4950056" cy="1080029"/>
          </a:xfrm>
        </p:grpSpPr>
        <p:sp>
          <p:nvSpPr>
            <p:cNvPr id="39" name="Rectangle 38">
              <a:extLst>
                <a:ext uri="{FF2B5EF4-FFF2-40B4-BE49-F238E27FC236}">
                  <a16:creationId xmlns:a16="http://schemas.microsoft.com/office/drawing/2014/main" id="{4B57BD49-09D0-0F04-D4C0-A42DAB191FD2}"/>
                </a:ext>
              </a:extLst>
            </p:cNvPr>
            <p:cNvSpPr/>
            <p:nvPr/>
          </p:nvSpPr>
          <p:spPr>
            <a:xfrm>
              <a:off x="6456003" y="2348971"/>
              <a:ext cx="4950056" cy="108002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C116FC0-AC2D-604F-53CB-26FFFF02786B}"/>
                    </a:ext>
                  </a:extLst>
                </p:cNvPr>
                <p:cNvSpPr txBox="1"/>
                <p:nvPr/>
              </p:nvSpPr>
              <p:spPr>
                <a:xfrm>
                  <a:off x="6456004" y="2534586"/>
                  <a:ext cx="4950055" cy="669414"/>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3600" i="1">
                                <a:solidFill>
                                  <a:schemeClr val="accent2">
                                    <a:lumMod val="75000"/>
                                  </a:schemeClr>
                                </a:solidFill>
                                <a:latin typeface="Cambria Math" panose="02040503050406030204" pitchFamily="18" charset="0"/>
                              </a:rPr>
                            </m:ctrlPr>
                          </m:accPr>
                          <m:e>
                            <m:r>
                              <a:rPr lang="en-GB" sz="3600" i="1">
                                <a:solidFill>
                                  <a:schemeClr val="accent2">
                                    <a:lumMod val="75000"/>
                                  </a:schemeClr>
                                </a:solidFill>
                                <a:latin typeface="Cambria Math" panose="02040503050406030204" pitchFamily="18" charset="0"/>
                              </a:rPr>
                              <m:t>𝐶</m:t>
                            </m:r>
                          </m:e>
                        </m:acc>
                        <m:d>
                          <m:dPr>
                            <m:ctrlPr>
                              <a:rPr lang="en-GB" sz="3600" b="0" i="1" smtClean="0">
                                <a:solidFill>
                                  <a:schemeClr val="tx1"/>
                                </a:solidFill>
                                <a:latin typeface="Cambria Math" panose="02040503050406030204" pitchFamily="18" charset="0"/>
                              </a:rPr>
                            </m:ctrlPr>
                          </m:dPr>
                          <m:e>
                            <m:r>
                              <a:rPr lang="en-GB" sz="3600" b="0" i="1" smtClean="0">
                                <a:solidFill>
                                  <a:schemeClr val="tx1"/>
                                </a:solidFill>
                                <a:latin typeface="Cambria Math" panose="02040503050406030204" pitchFamily="18" charset="0"/>
                              </a:rPr>
                              <m:t>𝑇</m:t>
                            </m:r>
                          </m:e>
                        </m:d>
                        <m:r>
                          <a:rPr lang="en-GB" sz="3600" b="0" i="1" smtClean="0">
                            <a:solidFill>
                              <a:schemeClr val="tx1"/>
                            </a:solidFill>
                            <a:latin typeface="Cambria Math" panose="02040503050406030204" pitchFamily="18" charset="0"/>
                          </a:rPr>
                          <m:t>≤</m:t>
                        </m:r>
                        <m:sSup>
                          <m:sSupPr>
                            <m:ctrlPr>
                              <a:rPr lang="en-GB" sz="3600" b="0" i="1" smtClean="0">
                                <a:solidFill>
                                  <a:schemeClr val="tx1"/>
                                </a:solidFill>
                                <a:latin typeface="Cambria Math" panose="02040503050406030204" pitchFamily="18" charset="0"/>
                              </a:rPr>
                            </m:ctrlPr>
                          </m:sSupPr>
                          <m:e>
                            <m:r>
                              <a:rPr lang="en-GB" sz="3600" b="0" i="1" smtClean="0">
                                <a:solidFill>
                                  <a:schemeClr val="tx1"/>
                                </a:solidFill>
                                <a:latin typeface="Cambria Math" panose="02040503050406030204" pitchFamily="18" charset="0"/>
                              </a:rPr>
                              <m:t>𝑛</m:t>
                            </m:r>
                          </m:e>
                          <m:sup>
                            <m:r>
                              <a:rPr lang="en-GB" sz="3600" b="0" i="1" smtClean="0">
                                <a:solidFill>
                                  <a:schemeClr val="tx1"/>
                                </a:solidFill>
                                <a:latin typeface="Cambria Math" panose="02040503050406030204" pitchFamily="18" charset="0"/>
                              </a:rPr>
                              <m:t>0.5(</m:t>
                            </m:r>
                            <m:r>
                              <a:rPr lang="en-GB" sz="3600" b="0" i="1" smtClean="0">
                                <a:solidFill>
                                  <a:schemeClr val="tx1"/>
                                </a:solidFill>
                                <a:latin typeface="Cambria Math" panose="02040503050406030204" pitchFamily="18" charset="0"/>
                              </a:rPr>
                              <m:t>𝑑</m:t>
                            </m:r>
                            <m:r>
                              <a:rPr lang="en-GB" sz="3600" b="0" i="1" smtClean="0">
                                <a:solidFill>
                                  <a:schemeClr val="tx1"/>
                                </a:solidFill>
                                <a:latin typeface="Cambria Math" panose="02040503050406030204" pitchFamily="18" charset="0"/>
                              </a:rPr>
                              <m:t>+2−3/</m:t>
                            </m:r>
                            <m:r>
                              <a:rPr lang="en-GB" sz="3600" b="0" i="1" smtClean="0">
                                <a:solidFill>
                                  <a:schemeClr val="tx1"/>
                                </a:solidFill>
                                <a:latin typeface="Cambria Math" panose="02040503050406030204" pitchFamily="18" charset="0"/>
                              </a:rPr>
                              <m:t>𝑑</m:t>
                            </m:r>
                            <m:r>
                              <a:rPr lang="en-GB" sz="3600" b="0" i="1" smtClean="0">
                                <a:solidFill>
                                  <a:schemeClr val="tx1"/>
                                </a:solidFill>
                                <a:latin typeface="Cambria Math" panose="02040503050406030204" pitchFamily="18" charset="0"/>
                              </a:rPr>
                              <m:t>)</m:t>
                            </m:r>
                          </m:sup>
                        </m:sSup>
                      </m:oMath>
                    </m:oMathPara>
                  </a14:m>
                  <a:endParaRPr lang="en-GB" sz="3600" dirty="0"/>
                </a:p>
              </p:txBody>
            </p:sp>
          </mc:Choice>
          <mc:Fallback xmlns="">
            <p:sp>
              <p:nvSpPr>
                <p:cNvPr id="41" name="TextBox 40">
                  <a:extLst>
                    <a:ext uri="{FF2B5EF4-FFF2-40B4-BE49-F238E27FC236}">
                      <a16:creationId xmlns:a16="http://schemas.microsoft.com/office/drawing/2014/main" id="{8C116FC0-AC2D-604F-53CB-26FFFF02786B}"/>
                    </a:ext>
                  </a:extLst>
                </p:cNvPr>
                <p:cNvSpPr txBox="1">
                  <a:spLocks noRot="1" noChangeAspect="1" noMove="1" noResize="1" noEditPoints="1" noAdjustHandles="1" noChangeArrowheads="1" noChangeShapeType="1" noTextEdit="1"/>
                </p:cNvSpPr>
                <p:nvPr/>
              </p:nvSpPr>
              <p:spPr>
                <a:xfrm>
                  <a:off x="6456004" y="2534586"/>
                  <a:ext cx="4950055" cy="669414"/>
                </a:xfrm>
                <a:prstGeom prst="rect">
                  <a:avLst/>
                </a:prstGeom>
                <a:blipFill>
                  <a:blip r:embed="rId6"/>
                  <a:stretch>
                    <a:fillRect/>
                  </a:stretch>
                </a:blipFill>
              </p:spPr>
              <p:txBody>
                <a:bodyPr/>
                <a:lstStyle/>
                <a:p>
                  <a:r>
                    <a:rPr lang="en-GB">
                      <a:noFill/>
                    </a:rPr>
                    <a:t> </a:t>
                  </a:r>
                </a:p>
              </p:txBody>
            </p:sp>
          </mc:Fallback>
        </mc:AlternateContent>
      </p:grpSp>
      <p:grpSp>
        <p:nvGrpSpPr>
          <p:cNvPr id="83" name="Group 82">
            <a:extLst>
              <a:ext uri="{FF2B5EF4-FFF2-40B4-BE49-F238E27FC236}">
                <a16:creationId xmlns:a16="http://schemas.microsoft.com/office/drawing/2014/main" id="{A36E2BD0-4C3E-29AD-79C6-620AF4151AB3}"/>
              </a:ext>
            </a:extLst>
          </p:cNvPr>
          <p:cNvGrpSpPr/>
          <p:nvPr/>
        </p:nvGrpSpPr>
        <p:grpSpPr>
          <a:xfrm>
            <a:off x="2347563" y="3654000"/>
            <a:ext cx="7496873" cy="2700346"/>
            <a:chOff x="2347563" y="3834000"/>
            <a:chExt cx="7496873" cy="2700346"/>
          </a:xfrm>
        </p:grpSpPr>
        <p:grpSp>
          <p:nvGrpSpPr>
            <p:cNvPr id="2" name="Group 1">
              <a:extLst>
                <a:ext uri="{FF2B5EF4-FFF2-40B4-BE49-F238E27FC236}">
                  <a16:creationId xmlns:a16="http://schemas.microsoft.com/office/drawing/2014/main" id="{33E6397A-54D1-1240-B6E4-73AB01556C4D}"/>
                </a:ext>
              </a:extLst>
            </p:cNvPr>
            <p:cNvGrpSpPr/>
            <p:nvPr/>
          </p:nvGrpSpPr>
          <p:grpSpPr>
            <a:xfrm>
              <a:off x="2347563" y="3834000"/>
              <a:ext cx="1730048" cy="1867514"/>
              <a:chOff x="1415948" y="2258987"/>
              <a:chExt cx="2160024" cy="2331655"/>
            </a:xfrm>
          </p:grpSpPr>
          <p:cxnSp>
            <p:nvCxnSpPr>
              <p:cNvPr id="3" name="Straight Connector 2">
                <a:extLst>
                  <a:ext uri="{FF2B5EF4-FFF2-40B4-BE49-F238E27FC236}">
                    <a16:creationId xmlns:a16="http://schemas.microsoft.com/office/drawing/2014/main" id="{B2BD6032-5563-D70A-E014-3E841C58ED95}"/>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447C1234-BD85-B899-72E8-8ACFA8757399}"/>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D400239A-54B5-C744-C101-6DBD26216018}"/>
                  </a:ext>
                </a:extLst>
              </p:cNvPr>
              <p:cNvGrpSpPr/>
              <p:nvPr/>
            </p:nvGrpSpPr>
            <p:grpSpPr>
              <a:xfrm>
                <a:off x="1415948" y="2618991"/>
                <a:ext cx="720008" cy="576404"/>
                <a:chOff x="3125967" y="2528990"/>
                <a:chExt cx="720008" cy="576404"/>
              </a:xfrm>
            </p:grpSpPr>
            <p:sp>
              <p:nvSpPr>
                <p:cNvPr id="17" name="Oval 16">
                  <a:extLst>
                    <a:ext uri="{FF2B5EF4-FFF2-40B4-BE49-F238E27FC236}">
                      <a16:creationId xmlns:a16="http://schemas.microsoft.com/office/drawing/2014/main" id="{118570B2-41F7-B742-DBAB-0D705762313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3042788-F3A7-CEBE-3EFB-D9E3B3D21E81}"/>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19" name="TextBox 18">
                      <a:extLst>
                        <a:ext uri="{FF2B5EF4-FFF2-40B4-BE49-F238E27FC236}">
                          <a16:creationId xmlns:a16="http://schemas.microsoft.com/office/drawing/2014/main" id="{C3042788-F3A7-CEBE-3EFB-D9E3B3D21E8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5EC5533B-2A64-4263-266C-BB49A7B23E83}"/>
                  </a:ext>
                </a:extLst>
              </p:cNvPr>
              <p:cNvGrpSpPr/>
              <p:nvPr/>
            </p:nvGrpSpPr>
            <p:grpSpPr>
              <a:xfrm>
                <a:off x="1415948" y="4014238"/>
                <a:ext cx="720008" cy="576404"/>
                <a:chOff x="3125967" y="2528990"/>
                <a:chExt cx="720008" cy="576404"/>
              </a:xfrm>
            </p:grpSpPr>
            <p:sp>
              <p:nvSpPr>
                <p:cNvPr id="15" name="Oval 14">
                  <a:extLst>
                    <a:ext uri="{FF2B5EF4-FFF2-40B4-BE49-F238E27FC236}">
                      <a16:creationId xmlns:a16="http://schemas.microsoft.com/office/drawing/2014/main" id="{C07A605D-67EB-1300-1212-F5BBC7101A4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9A3EE10-9CEA-3834-F73B-5A9F62508EE7}"/>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16" name="TextBox 15">
                      <a:extLst>
                        <a:ext uri="{FF2B5EF4-FFF2-40B4-BE49-F238E27FC236}">
                          <a16:creationId xmlns:a16="http://schemas.microsoft.com/office/drawing/2014/main" id="{B9A3EE10-9CEA-3834-F73B-5A9F62508EE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8" name="Group 7">
                <a:extLst>
                  <a:ext uri="{FF2B5EF4-FFF2-40B4-BE49-F238E27FC236}">
                    <a16:creationId xmlns:a16="http://schemas.microsoft.com/office/drawing/2014/main" id="{9DC04413-F5F9-7071-946D-8F6FBE1798F4}"/>
                  </a:ext>
                </a:extLst>
              </p:cNvPr>
              <p:cNvGrpSpPr/>
              <p:nvPr/>
            </p:nvGrpSpPr>
            <p:grpSpPr>
              <a:xfrm>
                <a:off x="2855964" y="2258987"/>
                <a:ext cx="720008" cy="576404"/>
                <a:chOff x="3125967" y="2528990"/>
                <a:chExt cx="720008" cy="576404"/>
              </a:xfrm>
            </p:grpSpPr>
            <p:sp>
              <p:nvSpPr>
                <p:cNvPr id="12" name="Oval 11">
                  <a:extLst>
                    <a:ext uri="{FF2B5EF4-FFF2-40B4-BE49-F238E27FC236}">
                      <a16:creationId xmlns:a16="http://schemas.microsoft.com/office/drawing/2014/main" id="{0B609FC4-BEAE-E87D-AEDA-ED6522C5EEE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801B8EA-1620-DA57-AE86-F65C42A92BC9}"/>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13" name="TextBox 12">
                      <a:extLst>
                        <a:ext uri="{FF2B5EF4-FFF2-40B4-BE49-F238E27FC236}">
                          <a16:creationId xmlns:a16="http://schemas.microsoft.com/office/drawing/2014/main" id="{F801B8EA-1620-DA57-AE86-F65C42A92BC9}"/>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nvGrpSpPr>
              <p:cNvPr id="9" name="Group 8">
                <a:extLst>
                  <a:ext uri="{FF2B5EF4-FFF2-40B4-BE49-F238E27FC236}">
                    <a16:creationId xmlns:a16="http://schemas.microsoft.com/office/drawing/2014/main" id="{ED30A34D-2B9E-20F4-869D-41C5E7E276E8}"/>
                  </a:ext>
                </a:extLst>
              </p:cNvPr>
              <p:cNvGrpSpPr/>
              <p:nvPr/>
            </p:nvGrpSpPr>
            <p:grpSpPr>
              <a:xfrm>
                <a:off x="2855964" y="3609002"/>
                <a:ext cx="720008" cy="576404"/>
                <a:chOff x="3125967" y="2528990"/>
                <a:chExt cx="720008" cy="576404"/>
              </a:xfrm>
            </p:grpSpPr>
            <p:sp>
              <p:nvSpPr>
                <p:cNvPr id="10" name="Oval 9">
                  <a:extLst>
                    <a:ext uri="{FF2B5EF4-FFF2-40B4-BE49-F238E27FC236}">
                      <a16:creationId xmlns:a16="http://schemas.microsoft.com/office/drawing/2014/main" id="{F0BEE31E-F374-9829-03EA-9886ECA953F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DDFC95C-7C79-B6BF-AC87-5A08F85229EB}"/>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11" name="TextBox 10">
                      <a:extLst>
                        <a:ext uri="{FF2B5EF4-FFF2-40B4-BE49-F238E27FC236}">
                          <a16:creationId xmlns:a16="http://schemas.microsoft.com/office/drawing/2014/main" id="{5DDFC95C-7C79-B6BF-AC87-5A08F85229EB}"/>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grpSp>
        <p:grpSp>
          <p:nvGrpSpPr>
            <p:cNvPr id="21" name="Group 20">
              <a:extLst>
                <a:ext uri="{FF2B5EF4-FFF2-40B4-BE49-F238E27FC236}">
                  <a16:creationId xmlns:a16="http://schemas.microsoft.com/office/drawing/2014/main" id="{0E0B9A64-695D-D28F-5838-D555DA8437BE}"/>
                </a:ext>
              </a:extLst>
            </p:cNvPr>
            <p:cNvGrpSpPr/>
            <p:nvPr/>
          </p:nvGrpSpPr>
          <p:grpSpPr>
            <a:xfrm>
              <a:off x="5230976" y="3834000"/>
              <a:ext cx="1730048" cy="1867514"/>
              <a:chOff x="5015988" y="2258987"/>
              <a:chExt cx="2160024" cy="2331655"/>
            </a:xfrm>
          </p:grpSpPr>
          <p:cxnSp>
            <p:nvCxnSpPr>
              <p:cNvPr id="23" name="Straight Connector 22">
                <a:extLst>
                  <a:ext uri="{FF2B5EF4-FFF2-40B4-BE49-F238E27FC236}">
                    <a16:creationId xmlns:a16="http://schemas.microsoft.com/office/drawing/2014/main" id="{0D4F7D1E-B6E3-DF10-29F5-E03662EC3636}"/>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CB83C43-B322-4372-0C3D-F3B2A0D763A6}"/>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7" name="Group 26">
                <a:extLst>
                  <a:ext uri="{FF2B5EF4-FFF2-40B4-BE49-F238E27FC236}">
                    <a16:creationId xmlns:a16="http://schemas.microsoft.com/office/drawing/2014/main" id="{7407023E-8019-E20E-2738-5B79B4A2B05E}"/>
                  </a:ext>
                </a:extLst>
              </p:cNvPr>
              <p:cNvGrpSpPr/>
              <p:nvPr/>
            </p:nvGrpSpPr>
            <p:grpSpPr>
              <a:xfrm>
                <a:off x="5015988" y="2618991"/>
                <a:ext cx="720008" cy="576404"/>
                <a:chOff x="3125967" y="2528990"/>
                <a:chExt cx="720008" cy="576404"/>
              </a:xfrm>
            </p:grpSpPr>
            <p:sp>
              <p:nvSpPr>
                <p:cNvPr id="43" name="Oval 42">
                  <a:extLst>
                    <a:ext uri="{FF2B5EF4-FFF2-40B4-BE49-F238E27FC236}">
                      <a16:creationId xmlns:a16="http://schemas.microsoft.com/office/drawing/2014/main" id="{C3CC11C2-D386-74E9-0B28-15E74A24DEC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0E4209B-932A-496C-2B77-2C7AE4E96626}"/>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44" name="TextBox 43">
                      <a:extLst>
                        <a:ext uri="{FF2B5EF4-FFF2-40B4-BE49-F238E27FC236}">
                          <a16:creationId xmlns:a16="http://schemas.microsoft.com/office/drawing/2014/main" id="{60E4209B-932A-496C-2B77-2C7AE4E96626}"/>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30" name="Group 29">
                <a:extLst>
                  <a:ext uri="{FF2B5EF4-FFF2-40B4-BE49-F238E27FC236}">
                    <a16:creationId xmlns:a16="http://schemas.microsoft.com/office/drawing/2014/main" id="{6CFB230C-5682-64D0-3CA2-5C53263AB819}"/>
                  </a:ext>
                </a:extLst>
              </p:cNvPr>
              <p:cNvGrpSpPr/>
              <p:nvPr/>
            </p:nvGrpSpPr>
            <p:grpSpPr>
              <a:xfrm>
                <a:off x="5015988" y="4014238"/>
                <a:ext cx="720008" cy="576404"/>
                <a:chOff x="3125967" y="2528990"/>
                <a:chExt cx="720008" cy="576404"/>
              </a:xfrm>
            </p:grpSpPr>
            <p:sp>
              <p:nvSpPr>
                <p:cNvPr id="40" name="Oval 39">
                  <a:extLst>
                    <a:ext uri="{FF2B5EF4-FFF2-40B4-BE49-F238E27FC236}">
                      <a16:creationId xmlns:a16="http://schemas.microsoft.com/office/drawing/2014/main" id="{FA359F23-52BF-3D53-FB7F-AF9BA3FB989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B5E7A3F-57DE-C23B-3E72-FF7A019D0EB7}"/>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42" name="TextBox 41">
                      <a:extLst>
                        <a:ext uri="{FF2B5EF4-FFF2-40B4-BE49-F238E27FC236}">
                          <a16:creationId xmlns:a16="http://schemas.microsoft.com/office/drawing/2014/main" id="{CB5E7A3F-57DE-C23B-3E72-FF7A019D0EB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32" name="Group 31">
                <a:extLst>
                  <a:ext uri="{FF2B5EF4-FFF2-40B4-BE49-F238E27FC236}">
                    <a16:creationId xmlns:a16="http://schemas.microsoft.com/office/drawing/2014/main" id="{1353B277-1CD4-ABD3-25A6-E004F5E5B509}"/>
                  </a:ext>
                </a:extLst>
              </p:cNvPr>
              <p:cNvGrpSpPr/>
              <p:nvPr/>
            </p:nvGrpSpPr>
            <p:grpSpPr>
              <a:xfrm>
                <a:off x="6456004" y="2258987"/>
                <a:ext cx="720008" cy="576404"/>
                <a:chOff x="3125967" y="2528990"/>
                <a:chExt cx="720008" cy="576404"/>
              </a:xfrm>
            </p:grpSpPr>
            <p:sp>
              <p:nvSpPr>
                <p:cNvPr id="36" name="Oval 35">
                  <a:extLst>
                    <a:ext uri="{FF2B5EF4-FFF2-40B4-BE49-F238E27FC236}">
                      <a16:creationId xmlns:a16="http://schemas.microsoft.com/office/drawing/2014/main" id="{344D5D34-40B3-B0BC-A303-0F9C9B45152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338DD7C-4D64-D644-9C61-57F9779744EC}"/>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38" name="TextBox 37">
                      <a:extLst>
                        <a:ext uri="{FF2B5EF4-FFF2-40B4-BE49-F238E27FC236}">
                          <a16:creationId xmlns:a16="http://schemas.microsoft.com/office/drawing/2014/main" id="{3338DD7C-4D64-D644-9C61-57F9779744E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nvGrpSpPr>
              <p:cNvPr id="33" name="Group 32">
                <a:extLst>
                  <a:ext uri="{FF2B5EF4-FFF2-40B4-BE49-F238E27FC236}">
                    <a16:creationId xmlns:a16="http://schemas.microsoft.com/office/drawing/2014/main" id="{0DF44CEF-E57A-CA3B-3A48-37556260A4A2}"/>
                  </a:ext>
                </a:extLst>
              </p:cNvPr>
              <p:cNvGrpSpPr/>
              <p:nvPr/>
            </p:nvGrpSpPr>
            <p:grpSpPr>
              <a:xfrm>
                <a:off x="6456004" y="3609002"/>
                <a:ext cx="720008" cy="576404"/>
                <a:chOff x="3125967" y="2528990"/>
                <a:chExt cx="720008" cy="576404"/>
              </a:xfrm>
            </p:grpSpPr>
            <p:sp>
              <p:nvSpPr>
                <p:cNvPr id="34" name="Oval 33">
                  <a:extLst>
                    <a:ext uri="{FF2B5EF4-FFF2-40B4-BE49-F238E27FC236}">
                      <a16:creationId xmlns:a16="http://schemas.microsoft.com/office/drawing/2014/main" id="{1EFDB323-A76F-2398-903D-D3C9DE02553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9D5ECB4-3801-6CEB-2F55-EEE3E0E8913F}"/>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35" name="TextBox 34">
                      <a:extLst>
                        <a:ext uri="{FF2B5EF4-FFF2-40B4-BE49-F238E27FC236}">
                          <a16:creationId xmlns:a16="http://schemas.microsoft.com/office/drawing/2014/main" id="{49D5ECB4-3801-6CEB-2F55-EEE3E0E8913F}"/>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1"/>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70FEB00-4648-B1F8-0DCF-877CE577C70F}"/>
                    </a:ext>
                  </a:extLst>
                </p:cNvPr>
                <p:cNvSpPr txBox="1"/>
                <p:nvPr/>
              </p:nvSpPr>
              <p:spPr>
                <a:xfrm>
                  <a:off x="4221781" y="4257173"/>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6" name="TextBox 45">
                  <a:extLst>
                    <a:ext uri="{FF2B5EF4-FFF2-40B4-BE49-F238E27FC236}">
                      <a16:creationId xmlns:a16="http://schemas.microsoft.com/office/drawing/2014/main" id="{170FEB00-4648-B1F8-0DCF-877CE577C70F}"/>
                    </a:ext>
                  </a:extLst>
                </p:cNvPr>
                <p:cNvSpPr txBox="1">
                  <a:spLocks noRot="1" noChangeAspect="1" noMove="1" noResize="1" noEditPoints="1" noAdjustHandles="1" noChangeArrowheads="1" noChangeShapeType="1" noTextEdit="1"/>
                </p:cNvSpPr>
                <p:nvPr/>
              </p:nvSpPr>
              <p:spPr>
                <a:xfrm>
                  <a:off x="4221781" y="4257173"/>
                  <a:ext cx="937109" cy="769441"/>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75A7A97-0F1B-3300-E2FD-B55627CE7C45}"/>
                    </a:ext>
                  </a:extLst>
                </p:cNvPr>
                <p:cNvSpPr txBox="1"/>
                <p:nvPr/>
              </p:nvSpPr>
              <p:spPr>
                <a:xfrm>
                  <a:off x="7033109" y="4266512"/>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8" name="TextBox 47">
                  <a:extLst>
                    <a:ext uri="{FF2B5EF4-FFF2-40B4-BE49-F238E27FC236}">
                      <a16:creationId xmlns:a16="http://schemas.microsoft.com/office/drawing/2014/main" id="{175A7A97-0F1B-3300-E2FD-B55627CE7C45}"/>
                    </a:ext>
                  </a:extLst>
                </p:cNvPr>
                <p:cNvSpPr txBox="1">
                  <a:spLocks noRot="1" noChangeAspect="1" noMove="1" noResize="1" noEditPoints="1" noAdjustHandles="1" noChangeArrowheads="1" noChangeShapeType="1" noTextEdit="1"/>
                </p:cNvSpPr>
                <p:nvPr/>
              </p:nvSpPr>
              <p:spPr>
                <a:xfrm>
                  <a:off x="7033109" y="4266512"/>
                  <a:ext cx="937109" cy="769441"/>
                </a:xfrm>
                <a:prstGeom prst="rect">
                  <a:avLst/>
                </a:prstGeom>
                <a:blipFill>
                  <a:blip r:embed="rId13"/>
                  <a:stretch>
                    <a:fillRect/>
                  </a:stretch>
                </a:blipFill>
              </p:spPr>
              <p:txBody>
                <a:bodyPr/>
                <a:lstStyle/>
                <a:p>
                  <a:r>
                    <a:rPr lang="en-GB">
                      <a:noFill/>
                    </a:rPr>
                    <a:t> </a:t>
                  </a:r>
                </a:p>
              </p:txBody>
            </p:sp>
          </mc:Fallback>
        </mc:AlternateContent>
        <p:cxnSp>
          <p:nvCxnSpPr>
            <p:cNvPr id="49" name="Straight Connector 48">
              <a:extLst>
                <a:ext uri="{FF2B5EF4-FFF2-40B4-BE49-F238E27FC236}">
                  <a16:creationId xmlns:a16="http://schemas.microsoft.com/office/drawing/2014/main" id="{BF6ABB6C-8E43-2315-9424-A26C90370D11}"/>
                </a:ext>
              </a:extLst>
            </p:cNvPr>
            <p:cNvCxnSpPr>
              <a:cxnSpLocks/>
            </p:cNvCxnSpPr>
            <p:nvPr/>
          </p:nvCxnSpPr>
          <p:spPr>
            <a:xfrm flipH="1">
              <a:off x="8402730" y="4050256"/>
              <a:ext cx="1153365" cy="288341"/>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0105C35-F1D6-0749-25C9-E929A692B9F9}"/>
                </a:ext>
              </a:extLst>
            </p:cNvPr>
            <p:cNvCxnSpPr>
              <a:cxnSpLocks/>
            </p:cNvCxnSpPr>
            <p:nvPr/>
          </p:nvCxnSpPr>
          <p:spPr>
            <a:xfrm flipH="1">
              <a:off x="8402730" y="5131536"/>
              <a:ext cx="1153365" cy="32456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B23FC5AB-8C69-0A54-F20B-8742AF5213F3}"/>
                </a:ext>
              </a:extLst>
            </p:cNvPr>
            <p:cNvGrpSpPr/>
            <p:nvPr/>
          </p:nvGrpSpPr>
          <p:grpSpPr>
            <a:xfrm>
              <a:off x="8114388" y="4122341"/>
              <a:ext cx="576683" cy="461664"/>
              <a:chOff x="3125967" y="2528990"/>
              <a:chExt cx="720008" cy="576404"/>
            </a:xfrm>
          </p:grpSpPr>
          <p:sp>
            <p:nvSpPr>
              <p:cNvPr id="52" name="Oval 51">
                <a:extLst>
                  <a:ext uri="{FF2B5EF4-FFF2-40B4-BE49-F238E27FC236}">
                    <a16:creationId xmlns:a16="http://schemas.microsoft.com/office/drawing/2014/main" id="{5201E84B-B254-DC4B-7C25-5327608CFCE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CAA4047-62D2-C327-5EB7-E170E6F37C58}"/>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53" name="TextBox 52">
                    <a:extLst>
                      <a:ext uri="{FF2B5EF4-FFF2-40B4-BE49-F238E27FC236}">
                        <a16:creationId xmlns:a16="http://schemas.microsoft.com/office/drawing/2014/main" id="{0CAA4047-62D2-C327-5EB7-E170E6F37C58}"/>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54" name="Group 53">
              <a:extLst>
                <a:ext uri="{FF2B5EF4-FFF2-40B4-BE49-F238E27FC236}">
                  <a16:creationId xmlns:a16="http://schemas.microsoft.com/office/drawing/2014/main" id="{808248D9-3BC6-3187-61F2-FFA9AC190839}"/>
                </a:ext>
              </a:extLst>
            </p:cNvPr>
            <p:cNvGrpSpPr/>
            <p:nvPr/>
          </p:nvGrpSpPr>
          <p:grpSpPr>
            <a:xfrm>
              <a:off x="8114388" y="5239849"/>
              <a:ext cx="576683" cy="461664"/>
              <a:chOff x="3125967" y="2528990"/>
              <a:chExt cx="720008" cy="576404"/>
            </a:xfrm>
          </p:grpSpPr>
          <p:sp>
            <p:nvSpPr>
              <p:cNvPr id="55" name="Oval 54">
                <a:extLst>
                  <a:ext uri="{FF2B5EF4-FFF2-40B4-BE49-F238E27FC236}">
                    <a16:creationId xmlns:a16="http://schemas.microsoft.com/office/drawing/2014/main" id="{05CB5191-E532-AEC4-A50E-F3764546E33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309E96-C69E-A05D-02A2-3C661FC7A45C}"/>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56" name="TextBox 55">
                    <a:extLst>
                      <a:ext uri="{FF2B5EF4-FFF2-40B4-BE49-F238E27FC236}">
                        <a16:creationId xmlns:a16="http://schemas.microsoft.com/office/drawing/2014/main" id="{3A309E96-C69E-A05D-02A2-3C661FC7A45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57" name="Group 56">
              <a:extLst>
                <a:ext uri="{FF2B5EF4-FFF2-40B4-BE49-F238E27FC236}">
                  <a16:creationId xmlns:a16="http://schemas.microsoft.com/office/drawing/2014/main" id="{64CDAEB3-09E8-0689-842E-E546FF58D209}"/>
                </a:ext>
              </a:extLst>
            </p:cNvPr>
            <p:cNvGrpSpPr/>
            <p:nvPr/>
          </p:nvGrpSpPr>
          <p:grpSpPr>
            <a:xfrm>
              <a:off x="9267753" y="3834000"/>
              <a:ext cx="576683" cy="461664"/>
              <a:chOff x="3125967" y="2528990"/>
              <a:chExt cx="720008" cy="576404"/>
            </a:xfrm>
          </p:grpSpPr>
          <p:sp>
            <p:nvSpPr>
              <p:cNvPr id="58" name="Oval 57">
                <a:extLst>
                  <a:ext uri="{FF2B5EF4-FFF2-40B4-BE49-F238E27FC236}">
                    <a16:creationId xmlns:a16="http://schemas.microsoft.com/office/drawing/2014/main" id="{558065D1-3696-076D-0715-5C0380FC1B1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D5E7A05-2BB0-9728-1EF0-BBC7292CCE3E}"/>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59" name="TextBox 58">
                    <a:extLst>
                      <a:ext uri="{FF2B5EF4-FFF2-40B4-BE49-F238E27FC236}">
                        <a16:creationId xmlns:a16="http://schemas.microsoft.com/office/drawing/2014/main" id="{AD5E7A05-2BB0-9728-1EF0-BBC7292CCE3E}"/>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nvGrpSpPr>
            <p:cNvPr id="60" name="Group 59">
              <a:extLst>
                <a:ext uri="{FF2B5EF4-FFF2-40B4-BE49-F238E27FC236}">
                  <a16:creationId xmlns:a16="http://schemas.microsoft.com/office/drawing/2014/main" id="{414AE9CC-A4E3-918D-1112-41FBE0F1FA32}"/>
                </a:ext>
              </a:extLst>
            </p:cNvPr>
            <p:cNvGrpSpPr/>
            <p:nvPr/>
          </p:nvGrpSpPr>
          <p:grpSpPr>
            <a:xfrm>
              <a:off x="9267753" y="4915280"/>
              <a:ext cx="576683" cy="461664"/>
              <a:chOff x="3125967" y="2528990"/>
              <a:chExt cx="720008" cy="576404"/>
            </a:xfrm>
          </p:grpSpPr>
          <p:sp>
            <p:nvSpPr>
              <p:cNvPr id="61" name="Oval 60">
                <a:extLst>
                  <a:ext uri="{FF2B5EF4-FFF2-40B4-BE49-F238E27FC236}">
                    <a16:creationId xmlns:a16="http://schemas.microsoft.com/office/drawing/2014/main" id="{4B2F00CF-C868-8D91-6DC2-482AEBEFAC9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9564151-75A5-783A-190C-6C81B8658680}"/>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62" name="TextBox 61">
                    <a:extLst>
                      <a:ext uri="{FF2B5EF4-FFF2-40B4-BE49-F238E27FC236}">
                        <a16:creationId xmlns:a16="http://schemas.microsoft.com/office/drawing/2014/main" id="{29564151-75A5-783A-190C-6C81B8658680}"/>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1"/>
                    <a:stretch>
                      <a:fillRect/>
                    </a:stretch>
                  </a:blipFill>
                </p:spPr>
                <p:txBody>
                  <a:bodyPr/>
                  <a:lstStyle/>
                  <a:p>
                    <a:r>
                      <a:rPr lang="en-GB">
                        <a:noFill/>
                      </a:rPr>
                      <a:t> </a:t>
                    </a:r>
                  </a:p>
                </p:txBody>
              </p:sp>
            </mc:Fallback>
          </mc:AlternateContent>
        </p:grpSp>
        <p:cxnSp>
          <p:nvCxnSpPr>
            <p:cNvPr id="63" name="Straight Connector 62">
              <a:extLst>
                <a:ext uri="{FF2B5EF4-FFF2-40B4-BE49-F238E27FC236}">
                  <a16:creationId xmlns:a16="http://schemas.microsoft.com/office/drawing/2014/main" id="{207CEBB6-284F-44DE-F4B2-A37B1DC2B78F}"/>
                </a:ext>
              </a:extLst>
            </p:cNvPr>
            <p:cNvCxnSpPr>
              <a:cxnSpLocks/>
            </p:cNvCxnSpPr>
            <p:nvPr/>
          </p:nvCxnSpPr>
          <p:spPr>
            <a:xfrm flipV="1">
              <a:off x="8402730" y="4338597"/>
              <a:ext cx="0" cy="1153365"/>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8F2C5CE-8045-7CC0-9DFA-0875BFC324EC}"/>
                </a:ext>
              </a:extLst>
            </p:cNvPr>
            <p:cNvCxnSpPr>
              <a:cxnSpLocks/>
            </p:cNvCxnSpPr>
            <p:nvPr/>
          </p:nvCxnSpPr>
          <p:spPr>
            <a:xfrm flipV="1">
              <a:off x="9556095" y="4050256"/>
              <a:ext cx="0" cy="108128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65" name="Group 64">
              <a:extLst>
                <a:ext uri="{FF2B5EF4-FFF2-40B4-BE49-F238E27FC236}">
                  <a16:creationId xmlns:a16="http://schemas.microsoft.com/office/drawing/2014/main" id="{F1D64833-0EA3-922D-7CF2-6FC1FD5FDC9B}"/>
                </a:ext>
              </a:extLst>
            </p:cNvPr>
            <p:cNvGrpSpPr/>
            <p:nvPr/>
          </p:nvGrpSpPr>
          <p:grpSpPr>
            <a:xfrm>
              <a:off x="8114388" y="4122341"/>
              <a:ext cx="576683" cy="461664"/>
              <a:chOff x="3125967" y="2528990"/>
              <a:chExt cx="720008" cy="576404"/>
            </a:xfrm>
          </p:grpSpPr>
          <p:sp>
            <p:nvSpPr>
              <p:cNvPr id="66" name="Oval 65">
                <a:extLst>
                  <a:ext uri="{FF2B5EF4-FFF2-40B4-BE49-F238E27FC236}">
                    <a16:creationId xmlns:a16="http://schemas.microsoft.com/office/drawing/2014/main" id="{D40A6830-2F6B-7B40-3123-2DAEED04F99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5D8E3587-3D56-7F3B-B460-F1C91706BCDC}"/>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67" name="TextBox 66">
                    <a:extLst>
                      <a:ext uri="{FF2B5EF4-FFF2-40B4-BE49-F238E27FC236}">
                        <a16:creationId xmlns:a16="http://schemas.microsoft.com/office/drawing/2014/main" id="{5D8E3587-3D56-7F3B-B460-F1C91706BCD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68" name="Group 67">
              <a:extLst>
                <a:ext uri="{FF2B5EF4-FFF2-40B4-BE49-F238E27FC236}">
                  <a16:creationId xmlns:a16="http://schemas.microsoft.com/office/drawing/2014/main" id="{20873B2C-0E8A-46AC-03A9-567DD35B8931}"/>
                </a:ext>
              </a:extLst>
            </p:cNvPr>
            <p:cNvGrpSpPr/>
            <p:nvPr/>
          </p:nvGrpSpPr>
          <p:grpSpPr>
            <a:xfrm>
              <a:off x="8114388" y="5239849"/>
              <a:ext cx="576683" cy="461664"/>
              <a:chOff x="3125967" y="2528990"/>
              <a:chExt cx="720008" cy="576404"/>
            </a:xfrm>
          </p:grpSpPr>
          <p:sp>
            <p:nvSpPr>
              <p:cNvPr id="69" name="Oval 68">
                <a:extLst>
                  <a:ext uri="{FF2B5EF4-FFF2-40B4-BE49-F238E27FC236}">
                    <a16:creationId xmlns:a16="http://schemas.microsoft.com/office/drawing/2014/main" id="{7195CD64-0734-FF14-70DE-B3B49A5C77C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741AA8E-55FD-9DF8-6CBC-1D384CE87F7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70" name="TextBox 69">
                    <a:extLst>
                      <a:ext uri="{FF2B5EF4-FFF2-40B4-BE49-F238E27FC236}">
                        <a16:creationId xmlns:a16="http://schemas.microsoft.com/office/drawing/2014/main" id="{9741AA8E-55FD-9DF8-6CBC-1D384CE87F7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71" name="Group 70">
              <a:extLst>
                <a:ext uri="{FF2B5EF4-FFF2-40B4-BE49-F238E27FC236}">
                  <a16:creationId xmlns:a16="http://schemas.microsoft.com/office/drawing/2014/main" id="{E0196FD2-559B-519B-AEE8-9D072B64D998}"/>
                </a:ext>
              </a:extLst>
            </p:cNvPr>
            <p:cNvGrpSpPr/>
            <p:nvPr/>
          </p:nvGrpSpPr>
          <p:grpSpPr>
            <a:xfrm>
              <a:off x="9267753" y="3834000"/>
              <a:ext cx="576683" cy="461664"/>
              <a:chOff x="3125967" y="2528990"/>
              <a:chExt cx="720008" cy="576404"/>
            </a:xfrm>
          </p:grpSpPr>
          <p:sp>
            <p:nvSpPr>
              <p:cNvPr id="72" name="Oval 71">
                <a:extLst>
                  <a:ext uri="{FF2B5EF4-FFF2-40B4-BE49-F238E27FC236}">
                    <a16:creationId xmlns:a16="http://schemas.microsoft.com/office/drawing/2014/main" id="{C431A9F0-AE54-7161-6279-6571B1D6FFD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65443ECC-74BC-C2E7-F136-FF35EDF93421}"/>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73" name="TextBox 72">
                    <a:extLst>
                      <a:ext uri="{FF2B5EF4-FFF2-40B4-BE49-F238E27FC236}">
                        <a16:creationId xmlns:a16="http://schemas.microsoft.com/office/drawing/2014/main" id="{65443ECC-74BC-C2E7-F136-FF35EDF9342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nvGrpSpPr>
            <p:cNvPr id="74" name="Group 73">
              <a:extLst>
                <a:ext uri="{FF2B5EF4-FFF2-40B4-BE49-F238E27FC236}">
                  <a16:creationId xmlns:a16="http://schemas.microsoft.com/office/drawing/2014/main" id="{C8EC5592-CD15-EDFD-B969-AB9F4536056B}"/>
                </a:ext>
              </a:extLst>
            </p:cNvPr>
            <p:cNvGrpSpPr/>
            <p:nvPr/>
          </p:nvGrpSpPr>
          <p:grpSpPr>
            <a:xfrm>
              <a:off x="9267753" y="4915280"/>
              <a:ext cx="576683" cy="461664"/>
              <a:chOff x="3125967" y="2528990"/>
              <a:chExt cx="720008" cy="576404"/>
            </a:xfrm>
          </p:grpSpPr>
          <p:sp>
            <p:nvSpPr>
              <p:cNvPr id="75" name="Oval 74">
                <a:extLst>
                  <a:ext uri="{FF2B5EF4-FFF2-40B4-BE49-F238E27FC236}">
                    <a16:creationId xmlns:a16="http://schemas.microsoft.com/office/drawing/2014/main" id="{E67D0404-CCE4-CD36-B9E7-52857E56D91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6D10693-004E-C10D-068C-873A1830F4C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76" name="TextBox 75">
                    <a:extLst>
                      <a:ext uri="{FF2B5EF4-FFF2-40B4-BE49-F238E27FC236}">
                        <a16:creationId xmlns:a16="http://schemas.microsoft.com/office/drawing/2014/main" id="{76D10693-004E-C10D-068C-873A1830F4C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1"/>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B3C3E5A-56A6-310E-9F95-3DCE3B0F7142}"/>
                    </a:ext>
                  </a:extLst>
                </p:cNvPr>
                <p:cNvSpPr txBox="1"/>
                <p:nvPr/>
              </p:nvSpPr>
              <p:spPr>
                <a:xfrm>
                  <a:off x="2419648"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7" name="TextBox 76">
                  <a:extLst>
                    <a:ext uri="{FF2B5EF4-FFF2-40B4-BE49-F238E27FC236}">
                      <a16:creationId xmlns:a16="http://schemas.microsoft.com/office/drawing/2014/main" id="{AB3C3E5A-56A6-310E-9F95-3DCE3B0F7142}"/>
                    </a:ext>
                  </a:extLst>
                </p:cNvPr>
                <p:cNvSpPr txBox="1">
                  <a:spLocks noRot="1" noChangeAspect="1" noMove="1" noResize="1" noEditPoints="1" noAdjustHandles="1" noChangeArrowheads="1" noChangeShapeType="1" noTextEdit="1"/>
                </p:cNvSpPr>
                <p:nvPr/>
              </p:nvSpPr>
              <p:spPr>
                <a:xfrm>
                  <a:off x="2419648" y="5769000"/>
                  <a:ext cx="1585877" cy="76091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82228917-5DE8-11D5-9644-509AD3FE9F7F}"/>
                    </a:ext>
                  </a:extLst>
                </p:cNvPr>
                <p:cNvSpPr txBox="1"/>
                <p:nvPr/>
              </p:nvSpPr>
              <p:spPr>
                <a:xfrm>
                  <a:off x="5303061"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8" name="TextBox 77">
                  <a:extLst>
                    <a:ext uri="{FF2B5EF4-FFF2-40B4-BE49-F238E27FC236}">
                      <a16:creationId xmlns:a16="http://schemas.microsoft.com/office/drawing/2014/main" id="{82228917-5DE8-11D5-9644-509AD3FE9F7F}"/>
                    </a:ext>
                  </a:extLst>
                </p:cNvPr>
                <p:cNvSpPr txBox="1">
                  <a:spLocks noRot="1" noChangeAspect="1" noMove="1" noResize="1" noEditPoints="1" noAdjustHandles="1" noChangeArrowheads="1" noChangeShapeType="1" noTextEdit="1"/>
                </p:cNvSpPr>
                <p:nvPr/>
              </p:nvSpPr>
              <p:spPr>
                <a:xfrm>
                  <a:off x="5303061" y="5769000"/>
                  <a:ext cx="1585877" cy="76091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234EE10-C393-532D-9515-1E8B455EC58D}"/>
                    </a:ext>
                  </a:extLst>
                </p:cNvPr>
                <p:cNvSpPr txBox="1"/>
                <p:nvPr/>
              </p:nvSpPr>
              <p:spPr>
                <a:xfrm>
                  <a:off x="8186474" y="5773432"/>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𝐶</m:t>
                                </m:r>
                              </m:e>
                              <m:sub>
                                <m:r>
                                  <a:rPr lang="en-GB" sz="4000" b="0" i="1" smtClean="0">
                                    <a:latin typeface="Cambria Math" panose="02040503050406030204" pitchFamily="18" charset="0"/>
                                  </a:rPr>
                                  <m:t>4</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9" name="TextBox 78">
                  <a:extLst>
                    <a:ext uri="{FF2B5EF4-FFF2-40B4-BE49-F238E27FC236}">
                      <a16:creationId xmlns:a16="http://schemas.microsoft.com/office/drawing/2014/main" id="{0234EE10-C393-532D-9515-1E8B455EC58D}"/>
                    </a:ext>
                  </a:extLst>
                </p:cNvPr>
                <p:cNvSpPr txBox="1">
                  <a:spLocks noRot="1" noChangeAspect="1" noMove="1" noResize="1" noEditPoints="1" noAdjustHandles="1" noChangeArrowheads="1" noChangeShapeType="1" noTextEdit="1"/>
                </p:cNvSpPr>
                <p:nvPr/>
              </p:nvSpPr>
              <p:spPr>
                <a:xfrm>
                  <a:off x="8186474" y="5773432"/>
                  <a:ext cx="1585877" cy="760914"/>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E148852-B78D-418C-02F0-679FA9A7451F}"/>
                    </a:ext>
                  </a:extLst>
                </p:cNvPr>
                <p:cNvSpPr txBox="1"/>
                <p:nvPr/>
              </p:nvSpPr>
              <p:spPr>
                <a:xfrm>
                  <a:off x="4221781"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0" name="TextBox 79">
                  <a:extLst>
                    <a:ext uri="{FF2B5EF4-FFF2-40B4-BE49-F238E27FC236}">
                      <a16:creationId xmlns:a16="http://schemas.microsoft.com/office/drawing/2014/main" id="{1E148852-B78D-418C-02F0-679FA9A7451F}"/>
                    </a:ext>
                  </a:extLst>
                </p:cNvPr>
                <p:cNvSpPr txBox="1">
                  <a:spLocks noRot="1" noChangeAspect="1" noMove="1" noResize="1" noEditPoints="1" noAdjustHandles="1" noChangeArrowheads="1" noChangeShapeType="1" noTextEdit="1"/>
                </p:cNvSpPr>
                <p:nvPr/>
              </p:nvSpPr>
              <p:spPr>
                <a:xfrm>
                  <a:off x="4221781" y="5769000"/>
                  <a:ext cx="937109"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62346A2-18F1-90D9-D857-6A3C00E29ADC}"/>
                    </a:ext>
                  </a:extLst>
                </p:cNvPr>
                <p:cNvSpPr txBox="1"/>
                <p:nvPr/>
              </p:nvSpPr>
              <p:spPr>
                <a:xfrm>
                  <a:off x="7033109"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1" name="TextBox 80">
                  <a:extLst>
                    <a:ext uri="{FF2B5EF4-FFF2-40B4-BE49-F238E27FC236}">
                      <a16:creationId xmlns:a16="http://schemas.microsoft.com/office/drawing/2014/main" id="{A62346A2-18F1-90D9-D857-6A3C00E29ADC}"/>
                    </a:ext>
                  </a:extLst>
                </p:cNvPr>
                <p:cNvSpPr txBox="1">
                  <a:spLocks noRot="1" noChangeAspect="1" noMove="1" noResize="1" noEditPoints="1" noAdjustHandles="1" noChangeArrowheads="1" noChangeShapeType="1" noTextEdit="1"/>
                </p:cNvSpPr>
                <p:nvPr/>
              </p:nvSpPr>
              <p:spPr>
                <a:xfrm>
                  <a:off x="7033109" y="5769000"/>
                  <a:ext cx="937109" cy="707886"/>
                </a:xfrm>
                <a:prstGeom prst="rect">
                  <a:avLst/>
                </a:prstGeom>
                <a:blipFill>
                  <a:blip r:embed="rId18"/>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62067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A2D517-904A-7439-BB5A-A818E73C9572}"/>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74B3D1F-2BFE-628C-B948-92A521EE4FEE}"/>
                  </a:ext>
                </a:extLst>
              </p:cNvPr>
              <p:cNvSpPr txBox="1"/>
              <p:nvPr/>
            </p:nvSpPr>
            <p:spPr>
              <a:xfrm>
                <a:off x="2495960" y="2081435"/>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4" name="TextBox 3">
                <a:extLst>
                  <a:ext uri="{FF2B5EF4-FFF2-40B4-BE49-F238E27FC236}">
                    <a16:creationId xmlns:a16="http://schemas.microsoft.com/office/drawing/2014/main" id="{574B3D1F-2BFE-628C-B948-92A521EE4FEE}"/>
                  </a:ext>
                </a:extLst>
              </p:cNvPr>
              <p:cNvSpPr txBox="1">
                <a:spLocks noRot="1" noChangeAspect="1" noMove="1" noResize="1" noEditPoints="1" noAdjustHandles="1" noChangeArrowheads="1" noChangeShapeType="1" noTextEdit="1"/>
              </p:cNvSpPr>
              <p:nvPr/>
            </p:nvSpPr>
            <p:spPr>
              <a:xfrm>
                <a:off x="2495960" y="2081435"/>
                <a:ext cx="3600024" cy="120032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234E03-E2E6-7EF1-6C43-114D8EC3AB9F}"/>
                  </a:ext>
                </a:extLst>
              </p:cNvPr>
              <p:cNvSpPr txBox="1"/>
              <p:nvPr/>
            </p:nvSpPr>
            <p:spPr>
              <a:xfrm>
                <a:off x="6095936" y="2078985"/>
                <a:ext cx="3600104" cy="1200329"/>
              </a:xfrm>
              <a:prstGeom prst="rect">
                <a:avLst/>
              </a:prstGeom>
              <a:noFill/>
            </p:spPr>
            <p:txBody>
              <a:bodyPr wrap="square">
                <a:spAutoFit/>
              </a:bodyPr>
              <a:lstStyle/>
              <a:p>
                <a:pPr algn="ctr"/>
                <a14:m>
                  <m:oMathPara xmlns:m="http://schemas.openxmlformats.org/officeDocument/2006/math">
                    <m:oMathParaPr>
                      <m:jc m:val="center"/>
                    </m:oMathParaPr>
                    <m:oMath>
                      <m:acc>
                        <m:accPr>
                          <m:chr m:val="̰"/>
                          <m:ctrlPr>
                            <a:rPr lang="en-GB" sz="7200" i="1">
                              <a:solidFill>
                                <a:schemeClr val="accent3">
                                  <a:lumMod val="75000"/>
                                </a:schemeClr>
                              </a:solidFill>
                              <a:latin typeface="Cambria Math" panose="02040503050406030204" pitchFamily="18" charset="0"/>
                            </a:rPr>
                          </m:ctrlPr>
                        </m:accPr>
                        <m:e>
                          <m:r>
                            <a:rPr lang="en-GB" sz="7200" i="1">
                              <a:solidFill>
                                <a:schemeClr val="accent3">
                                  <a:lumMod val="75000"/>
                                </a:schemeClr>
                              </a:solidFill>
                              <a:latin typeface="Cambria Math" panose="02040503050406030204" pitchFamily="18" charset="0"/>
                            </a:rPr>
                            <m:t>𝑅</m:t>
                          </m:r>
                        </m:e>
                      </m:acc>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5" name="TextBox 4">
                <a:extLst>
                  <a:ext uri="{FF2B5EF4-FFF2-40B4-BE49-F238E27FC236}">
                    <a16:creationId xmlns:a16="http://schemas.microsoft.com/office/drawing/2014/main" id="{5E234E03-E2E6-7EF1-6C43-114D8EC3AB9F}"/>
                  </a:ext>
                </a:extLst>
              </p:cNvPr>
              <p:cNvSpPr txBox="1">
                <a:spLocks noRot="1" noChangeAspect="1" noMove="1" noResize="1" noEditPoints="1" noAdjustHandles="1" noChangeArrowheads="1" noChangeShapeType="1" noTextEdit="1"/>
              </p:cNvSpPr>
              <p:nvPr/>
            </p:nvSpPr>
            <p:spPr>
              <a:xfrm>
                <a:off x="6095936" y="2078985"/>
                <a:ext cx="3600104" cy="12003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791CDC-0F75-9A9C-C5BC-15FC11CE1B42}"/>
                  </a:ext>
                </a:extLst>
              </p:cNvPr>
              <p:cNvSpPr txBox="1"/>
              <p:nvPr/>
            </p:nvSpPr>
            <p:spPr>
              <a:xfrm>
                <a:off x="4295956" y="2081435"/>
                <a:ext cx="3600024" cy="1200329"/>
              </a:xfrm>
              <a:prstGeom prst="rect">
                <a:avLst/>
              </a:prstGeom>
              <a:noFill/>
            </p:spPr>
            <p:txBody>
              <a:bodyPr wrap="square">
                <a:spAutoFit/>
              </a:bodyPr>
              <a:lstStyle/>
              <a:p>
                <a:pPr/>
                <a14:m>
                  <m:oMathPara xmlns:m="http://schemas.openxmlformats.org/officeDocument/2006/math">
                    <m:oMath>
                      <m:r>
                        <a:rPr lang="en-GB" sz="7200" i="1" smtClean="0">
                          <a:solidFill>
                            <a:schemeClr val="tx1"/>
                          </a:solidFill>
                          <a:latin typeface="Cambria Math" panose="02040503050406030204" pitchFamily="18" charset="0"/>
                          <a:ea typeface="Cambria Math" panose="02040503050406030204" pitchFamily="18" charset="0"/>
                        </a:rPr>
                        <m:t>≿</m:t>
                      </m:r>
                    </m:oMath>
                  </m:oMathPara>
                </a14:m>
                <a:endParaRPr lang="en-GB" sz="7200" dirty="0">
                  <a:solidFill>
                    <a:schemeClr val="tx1"/>
                  </a:solidFill>
                </a:endParaRPr>
              </a:p>
            </p:txBody>
          </p:sp>
        </mc:Choice>
        <mc:Fallback xmlns="">
          <p:sp>
            <p:nvSpPr>
              <p:cNvPr id="7" name="TextBox 6">
                <a:extLst>
                  <a:ext uri="{FF2B5EF4-FFF2-40B4-BE49-F238E27FC236}">
                    <a16:creationId xmlns:a16="http://schemas.microsoft.com/office/drawing/2014/main" id="{6B791CDC-0F75-9A9C-C5BC-15FC11CE1B42}"/>
                  </a:ext>
                </a:extLst>
              </p:cNvPr>
              <p:cNvSpPr txBox="1">
                <a:spLocks noRot="1" noChangeAspect="1" noMove="1" noResize="1" noEditPoints="1" noAdjustHandles="1" noChangeArrowheads="1" noChangeShapeType="1" noTextEdit="1"/>
              </p:cNvSpPr>
              <p:nvPr/>
            </p:nvSpPr>
            <p:spPr>
              <a:xfrm>
                <a:off x="4295956" y="2081435"/>
                <a:ext cx="3600024" cy="120032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FFA8F99-3487-C886-4A41-1B9AB4953B50}"/>
                  </a:ext>
                </a:extLst>
              </p:cNvPr>
              <p:cNvSpPr txBox="1"/>
              <p:nvPr/>
            </p:nvSpPr>
            <p:spPr>
              <a:xfrm>
                <a:off x="4295956" y="2081435"/>
                <a:ext cx="3600024" cy="1200329"/>
              </a:xfrm>
              <a:prstGeom prst="rect">
                <a:avLst/>
              </a:prstGeom>
              <a:noFill/>
            </p:spPr>
            <p:txBody>
              <a:bodyPr wrap="square">
                <a:spAutoFit/>
              </a:bodyPr>
              <a:lstStyle/>
              <a:p>
                <a:pPr/>
                <a14:m>
                  <m:oMathPara xmlns:m="http://schemas.openxmlformats.org/officeDocument/2006/math">
                    <m:oMath>
                      <m:r>
                        <a:rPr lang="en-US" sz="7200" b="0" i="1" smtClean="0">
                          <a:solidFill>
                            <a:schemeClr val="accent6"/>
                          </a:solidFill>
                          <a:latin typeface="Cambria Math" panose="02040503050406030204" pitchFamily="18" charset="0"/>
                          <a:ea typeface="Cambria Math" panose="02040503050406030204" pitchFamily="18" charset="0"/>
                        </a:rPr>
                        <m:t>/</m:t>
                      </m:r>
                    </m:oMath>
                  </m:oMathPara>
                </a14:m>
                <a:endParaRPr lang="en-GB" sz="7200" dirty="0">
                  <a:solidFill>
                    <a:schemeClr val="accent6"/>
                  </a:solidFill>
                </a:endParaRPr>
              </a:p>
            </p:txBody>
          </p:sp>
        </mc:Choice>
        <mc:Fallback xmlns="">
          <p:sp>
            <p:nvSpPr>
              <p:cNvPr id="9" name="TextBox 8">
                <a:extLst>
                  <a:ext uri="{FF2B5EF4-FFF2-40B4-BE49-F238E27FC236}">
                    <a16:creationId xmlns:a16="http://schemas.microsoft.com/office/drawing/2014/main" id="{CFFA8F99-3487-C886-4A41-1B9AB4953B50}"/>
                  </a:ext>
                </a:extLst>
              </p:cNvPr>
              <p:cNvSpPr txBox="1">
                <a:spLocks noRot="1" noChangeAspect="1" noMove="1" noResize="1" noEditPoints="1" noAdjustHandles="1" noChangeArrowheads="1" noChangeShapeType="1" noTextEdit="1"/>
              </p:cNvSpPr>
              <p:nvPr/>
            </p:nvSpPr>
            <p:spPr>
              <a:xfrm>
                <a:off x="4295956" y="2081435"/>
                <a:ext cx="3600024" cy="1200329"/>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7526936"/>
      </p:ext>
    </p:extLst>
  </p:cSld>
  <p:clrMapOvr>
    <a:masterClrMapping/>
  </p:clrMapOvr>
  <p:transition spd="slow">
    <p:push di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1959A-D1D7-66B1-BBA1-D4FBFF47B1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793A1E-C7E0-D306-77AB-E0B3C4A036BA}"/>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C36F83-3EFC-CD8A-D640-630F5D3021BC}"/>
                  </a:ext>
                </a:extLst>
              </p:cNvPr>
              <p:cNvSpPr txBox="1"/>
              <p:nvPr/>
            </p:nvSpPr>
            <p:spPr>
              <a:xfrm>
                <a:off x="2495960" y="2081435"/>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4" name="TextBox 3">
                <a:extLst>
                  <a:ext uri="{FF2B5EF4-FFF2-40B4-BE49-F238E27FC236}">
                    <a16:creationId xmlns:a16="http://schemas.microsoft.com/office/drawing/2014/main" id="{B7C36F83-3EFC-CD8A-D640-630F5D3021BC}"/>
                  </a:ext>
                </a:extLst>
              </p:cNvPr>
              <p:cNvSpPr txBox="1">
                <a:spLocks noRot="1" noChangeAspect="1" noMove="1" noResize="1" noEditPoints="1" noAdjustHandles="1" noChangeArrowheads="1" noChangeShapeType="1" noTextEdit="1"/>
              </p:cNvSpPr>
              <p:nvPr/>
            </p:nvSpPr>
            <p:spPr>
              <a:xfrm>
                <a:off x="2495960" y="2081435"/>
                <a:ext cx="3600024" cy="120032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D07511-3DFD-A406-3F88-435F1A87D5D2}"/>
                  </a:ext>
                </a:extLst>
              </p:cNvPr>
              <p:cNvSpPr txBox="1"/>
              <p:nvPr/>
            </p:nvSpPr>
            <p:spPr>
              <a:xfrm>
                <a:off x="6095936" y="2078985"/>
                <a:ext cx="3600104" cy="1200329"/>
              </a:xfrm>
              <a:prstGeom prst="rect">
                <a:avLst/>
              </a:prstGeom>
              <a:noFill/>
            </p:spPr>
            <p:txBody>
              <a:bodyPr wrap="square">
                <a:spAutoFit/>
              </a:bodyPr>
              <a:lstStyle/>
              <a:p>
                <a:pPr algn="ctr"/>
                <a14:m>
                  <m:oMathPara xmlns:m="http://schemas.openxmlformats.org/officeDocument/2006/math">
                    <m:oMathParaPr>
                      <m:jc m:val="center"/>
                    </m:oMathParaPr>
                    <m:oMath>
                      <m:r>
                        <a:rPr lang="en-US" sz="7200" i="1" smtClean="0">
                          <a:solidFill>
                            <a:schemeClr val="accent6"/>
                          </a:solidFill>
                          <a:latin typeface="Cambria Math" panose="02040503050406030204" pitchFamily="18" charset="0"/>
                        </a:rPr>
                        <m:t>?</m:t>
                      </m:r>
                    </m:oMath>
                  </m:oMathPara>
                </a14:m>
                <a:endParaRPr lang="en-GB" sz="7200" dirty="0">
                  <a:solidFill>
                    <a:schemeClr val="accent6"/>
                  </a:solidFill>
                </a:endParaRPr>
              </a:p>
            </p:txBody>
          </p:sp>
        </mc:Choice>
        <mc:Fallback xmlns="">
          <p:sp>
            <p:nvSpPr>
              <p:cNvPr id="5" name="TextBox 4">
                <a:extLst>
                  <a:ext uri="{FF2B5EF4-FFF2-40B4-BE49-F238E27FC236}">
                    <a16:creationId xmlns:a16="http://schemas.microsoft.com/office/drawing/2014/main" id="{D6D07511-3DFD-A406-3F88-435F1A87D5D2}"/>
                  </a:ext>
                </a:extLst>
              </p:cNvPr>
              <p:cNvSpPr txBox="1">
                <a:spLocks noRot="1" noChangeAspect="1" noMove="1" noResize="1" noEditPoints="1" noAdjustHandles="1" noChangeArrowheads="1" noChangeShapeType="1" noTextEdit="1"/>
              </p:cNvSpPr>
              <p:nvPr/>
            </p:nvSpPr>
            <p:spPr>
              <a:xfrm>
                <a:off x="6095936" y="2078985"/>
                <a:ext cx="3600104" cy="12003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E117D6-CD06-14EB-1B2E-ED1F7409D949}"/>
                  </a:ext>
                </a:extLst>
              </p:cNvPr>
              <p:cNvSpPr txBox="1"/>
              <p:nvPr/>
            </p:nvSpPr>
            <p:spPr>
              <a:xfrm>
                <a:off x="4295956" y="2081435"/>
                <a:ext cx="3600024" cy="1200329"/>
              </a:xfrm>
              <a:prstGeom prst="rect">
                <a:avLst/>
              </a:prstGeom>
              <a:noFill/>
            </p:spPr>
            <p:txBody>
              <a:bodyPr wrap="square">
                <a:spAutoFit/>
              </a:bodyPr>
              <a:lstStyle/>
              <a:p>
                <a:pPr/>
                <a14:m>
                  <m:oMathPara xmlns:m="http://schemas.openxmlformats.org/officeDocument/2006/math">
                    <m:oMath>
                      <m:r>
                        <a:rPr lang="en-GB" sz="7200" i="1" smtClean="0">
                          <a:solidFill>
                            <a:schemeClr val="tx1"/>
                          </a:solidFill>
                          <a:latin typeface="Cambria Math" panose="02040503050406030204" pitchFamily="18" charset="0"/>
                          <a:ea typeface="Cambria Math" panose="02040503050406030204" pitchFamily="18" charset="0"/>
                        </a:rPr>
                        <m:t>≿</m:t>
                      </m:r>
                    </m:oMath>
                  </m:oMathPara>
                </a14:m>
                <a:endParaRPr lang="en-GB" sz="7200" dirty="0">
                  <a:solidFill>
                    <a:schemeClr val="tx1"/>
                  </a:solidFill>
                </a:endParaRPr>
              </a:p>
            </p:txBody>
          </p:sp>
        </mc:Choice>
        <mc:Fallback xmlns="">
          <p:sp>
            <p:nvSpPr>
              <p:cNvPr id="7" name="TextBox 6">
                <a:extLst>
                  <a:ext uri="{FF2B5EF4-FFF2-40B4-BE49-F238E27FC236}">
                    <a16:creationId xmlns:a16="http://schemas.microsoft.com/office/drawing/2014/main" id="{29E117D6-CD06-14EB-1B2E-ED1F7409D949}"/>
                  </a:ext>
                </a:extLst>
              </p:cNvPr>
              <p:cNvSpPr txBox="1">
                <a:spLocks noRot="1" noChangeAspect="1" noMove="1" noResize="1" noEditPoints="1" noAdjustHandles="1" noChangeArrowheads="1" noChangeShapeType="1" noTextEdit="1"/>
              </p:cNvSpPr>
              <p:nvPr/>
            </p:nvSpPr>
            <p:spPr>
              <a:xfrm>
                <a:off x="4295956" y="2081435"/>
                <a:ext cx="3600024" cy="1200329"/>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6200480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02C11-C8AF-EDD9-9925-EE5E4A5E9D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D323CC-1912-8814-0925-A3F3BDF19949}"/>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6CF11B-2644-248B-5C1C-0544205C5884}"/>
                  </a:ext>
                </a:extLst>
              </p:cNvPr>
              <p:cNvSpPr txBox="1"/>
              <p:nvPr/>
            </p:nvSpPr>
            <p:spPr>
              <a:xfrm>
                <a:off x="2495960" y="2081435"/>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4" name="TextBox 3">
                <a:extLst>
                  <a:ext uri="{FF2B5EF4-FFF2-40B4-BE49-F238E27FC236}">
                    <a16:creationId xmlns:a16="http://schemas.microsoft.com/office/drawing/2014/main" id="{196CF11B-2644-248B-5C1C-0544205C5884}"/>
                  </a:ext>
                </a:extLst>
              </p:cNvPr>
              <p:cNvSpPr txBox="1">
                <a:spLocks noRot="1" noChangeAspect="1" noMove="1" noResize="1" noEditPoints="1" noAdjustHandles="1" noChangeArrowheads="1" noChangeShapeType="1" noTextEdit="1"/>
              </p:cNvSpPr>
              <p:nvPr/>
            </p:nvSpPr>
            <p:spPr>
              <a:xfrm>
                <a:off x="2495960" y="2081435"/>
                <a:ext cx="3600024" cy="120032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78AB143-21A5-A983-28E3-C4D36B6BA7A6}"/>
                  </a:ext>
                </a:extLst>
              </p:cNvPr>
              <p:cNvSpPr txBox="1"/>
              <p:nvPr/>
            </p:nvSpPr>
            <p:spPr>
              <a:xfrm>
                <a:off x="6546005" y="2078985"/>
                <a:ext cx="3600104" cy="1248932"/>
              </a:xfrm>
              <a:prstGeom prst="rect">
                <a:avLst/>
              </a:prstGeom>
              <a:noFill/>
            </p:spPr>
            <p:txBody>
              <a:bodyPr wrap="square">
                <a:spAutoFit/>
              </a:bodyPr>
              <a:lstStyle/>
              <a:p>
                <a:pPr algn="ctr"/>
                <a14:m>
                  <m:oMathPara xmlns:m="http://schemas.openxmlformats.org/officeDocument/2006/math">
                    <m:oMathParaPr>
                      <m:jc m:val="center"/>
                    </m:oMathParaPr>
                    <m:oMath>
                      <m:sSub>
                        <m:sSubPr>
                          <m:ctrlPr>
                            <a:rPr lang="en-GB" sz="7200" i="1">
                              <a:solidFill>
                                <a:schemeClr val="accent3">
                                  <a:lumMod val="75000"/>
                                </a:schemeClr>
                              </a:solidFill>
                              <a:latin typeface="Cambria Math" panose="02040503050406030204" pitchFamily="18" charset="0"/>
                            </a:rPr>
                          </m:ctrlPr>
                        </m:sSubPr>
                        <m:e>
                          <m:acc>
                            <m:accPr>
                              <m:chr m:val="̰"/>
                              <m:ctrlPr>
                                <a:rPr lang="en-GB" sz="7200" i="1">
                                  <a:solidFill>
                                    <a:schemeClr val="accent3">
                                      <a:lumMod val="75000"/>
                                    </a:schemeClr>
                                  </a:solidFill>
                                  <a:latin typeface="Cambria Math" panose="02040503050406030204" pitchFamily="18" charset="0"/>
                                </a:rPr>
                              </m:ctrlPr>
                            </m:accPr>
                            <m:e>
                              <m:r>
                                <a:rPr lang="en-GB" sz="7200" i="1">
                                  <a:solidFill>
                                    <a:schemeClr val="accent3">
                                      <a:lumMod val="75000"/>
                                    </a:schemeClr>
                                  </a:solidFill>
                                  <a:latin typeface="Cambria Math" panose="02040503050406030204" pitchFamily="18" charset="0"/>
                                </a:rPr>
                                <m:t>𝑅</m:t>
                              </m:r>
                            </m:e>
                          </m:acc>
                        </m:e>
                        <m:sub>
                          <m:r>
                            <a:rPr lang="en-US" sz="7200" b="0" i="0" smtClean="0">
                              <a:solidFill>
                                <a:schemeClr val="accent3">
                                  <a:lumMod val="75000"/>
                                </a:schemeClr>
                              </a:solidFill>
                              <a:latin typeface="Cambria Math" panose="02040503050406030204" pitchFamily="18" charset="0"/>
                            </a:rPr>
                            <m:t>1,1</m:t>
                          </m:r>
                        </m:sub>
                      </m:sSub>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5" name="TextBox 4">
                <a:extLst>
                  <a:ext uri="{FF2B5EF4-FFF2-40B4-BE49-F238E27FC236}">
                    <a16:creationId xmlns:a16="http://schemas.microsoft.com/office/drawing/2014/main" id="{278AB143-21A5-A983-28E3-C4D36B6BA7A6}"/>
                  </a:ext>
                </a:extLst>
              </p:cNvPr>
              <p:cNvSpPr txBox="1">
                <a:spLocks noRot="1" noChangeAspect="1" noMove="1" noResize="1" noEditPoints="1" noAdjustHandles="1" noChangeArrowheads="1" noChangeShapeType="1" noTextEdit="1"/>
              </p:cNvSpPr>
              <p:nvPr/>
            </p:nvSpPr>
            <p:spPr>
              <a:xfrm>
                <a:off x="6546005" y="2078985"/>
                <a:ext cx="3600104" cy="12489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F57CF8-5F91-9EB5-9B7D-1FF238EC9385}"/>
                  </a:ext>
                </a:extLst>
              </p:cNvPr>
              <p:cNvSpPr txBox="1"/>
              <p:nvPr/>
            </p:nvSpPr>
            <p:spPr>
              <a:xfrm>
                <a:off x="4295956" y="2081435"/>
                <a:ext cx="3600024" cy="1200329"/>
              </a:xfrm>
              <a:prstGeom prst="rect">
                <a:avLst/>
              </a:prstGeom>
              <a:noFill/>
            </p:spPr>
            <p:txBody>
              <a:bodyPr wrap="square">
                <a:spAutoFit/>
              </a:bodyPr>
              <a:lstStyle/>
              <a:p>
                <a:pPr/>
                <a14:m>
                  <m:oMathPara xmlns:m="http://schemas.openxmlformats.org/officeDocument/2006/math">
                    <m:oMath>
                      <m:r>
                        <a:rPr lang="en-GB" sz="7200" i="1" smtClean="0">
                          <a:solidFill>
                            <a:schemeClr val="tx1"/>
                          </a:solidFill>
                          <a:latin typeface="Cambria Math" panose="02040503050406030204" pitchFamily="18" charset="0"/>
                          <a:ea typeface="Cambria Math" panose="02040503050406030204" pitchFamily="18" charset="0"/>
                        </a:rPr>
                        <m:t>≿</m:t>
                      </m:r>
                    </m:oMath>
                  </m:oMathPara>
                </a14:m>
                <a:endParaRPr lang="en-GB" sz="7200" dirty="0">
                  <a:solidFill>
                    <a:schemeClr val="tx1"/>
                  </a:solidFill>
                </a:endParaRPr>
              </a:p>
            </p:txBody>
          </p:sp>
        </mc:Choice>
        <mc:Fallback xmlns="">
          <p:sp>
            <p:nvSpPr>
              <p:cNvPr id="7" name="TextBox 6">
                <a:extLst>
                  <a:ext uri="{FF2B5EF4-FFF2-40B4-BE49-F238E27FC236}">
                    <a16:creationId xmlns:a16="http://schemas.microsoft.com/office/drawing/2014/main" id="{03F57CF8-5F91-9EB5-9B7D-1FF238EC9385}"/>
                  </a:ext>
                </a:extLst>
              </p:cNvPr>
              <p:cNvSpPr txBox="1">
                <a:spLocks noRot="1" noChangeAspect="1" noMove="1" noResize="1" noEditPoints="1" noAdjustHandles="1" noChangeArrowheads="1" noChangeShapeType="1" noTextEdit="1"/>
              </p:cNvSpPr>
              <p:nvPr/>
            </p:nvSpPr>
            <p:spPr>
              <a:xfrm>
                <a:off x="4295956" y="2081435"/>
                <a:ext cx="3600024" cy="1200329"/>
              </a:xfrm>
              <a:prstGeom prst="rect">
                <a:avLst/>
              </a:prstGeom>
              <a:blipFill>
                <a:blip r:embed="rId4"/>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0E538537-C00A-16D6-0E0A-CEC5EC070A70}"/>
              </a:ext>
            </a:extLst>
          </p:cNvPr>
          <p:cNvSpPr txBox="1"/>
          <p:nvPr/>
        </p:nvSpPr>
        <p:spPr>
          <a:xfrm>
            <a:off x="2675962" y="3609002"/>
            <a:ext cx="4230047" cy="646331"/>
          </a:xfrm>
          <a:prstGeom prst="rect">
            <a:avLst/>
          </a:prstGeom>
          <a:noFill/>
        </p:spPr>
        <p:txBody>
          <a:bodyPr wrap="square" rtlCol="0">
            <a:spAutoFit/>
          </a:bodyPr>
          <a:lstStyle/>
          <a:p>
            <a:pPr algn="ctr"/>
            <a:r>
              <a:rPr lang="en-GB" sz="3600" dirty="0">
                <a:solidFill>
                  <a:schemeClr val="accent3">
                    <a:lumMod val="75000"/>
                  </a:schemeClr>
                </a:solidFill>
              </a:rPr>
              <a:t>“two-slice” rank</a:t>
            </a:r>
          </a:p>
        </p:txBody>
      </p:sp>
      <p:cxnSp>
        <p:nvCxnSpPr>
          <p:cNvPr id="6" name="Connector: Curved 5">
            <a:extLst>
              <a:ext uri="{FF2B5EF4-FFF2-40B4-BE49-F238E27FC236}">
                <a16:creationId xmlns:a16="http://schemas.microsoft.com/office/drawing/2014/main" id="{6A12B974-4B47-FC90-E231-C1B116388477}"/>
              </a:ext>
            </a:extLst>
          </p:cNvPr>
          <p:cNvCxnSpPr>
            <a:cxnSpLocks/>
            <a:stCxn id="2" idx="3"/>
          </p:cNvCxnSpPr>
          <p:nvPr/>
        </p:nvCxnSpPr>
        <p:spPr>
          <a:xfrm flipV="1">
            <a:off x="6906009" y="3338999"/>
            <a:ext cx="540006" cy="593169"/>
          </a:xfrm>
          <a:prstGeom prst="curvedConnector2">
            <a:avLst/>
          </a:prstGeom>
          <a:ln w="3810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061CDA4-8AD5-34D6-34AF-9D917507370B}"/>
              </a:ext>
            </a:extLst>
          </p:cNvPr>
          <p:cNvSpPr txBox="1"/>
          <p:nvPr/>
        </p:nvSpPr>
        <p:spPr>
          <a:xfrm>
            <a:off x="65933" y="4239009"/>
            <a:ext cx="6750075" cy="1200329"/>
          </a:xfrm>
          <a:prstGeom prst="rect">
            <a:avLst/>
          </a:prstGeom>
          <a:noFill/>
        </p:spPr>
        <p:txBody>
          <a:bodyPr wrap="square" rtlCol="0">
            <a:spAutoFit/>
          </a:bodyPr>
          <a:lstStyle/>
          <a:p>
            <a:pPr algn="ctr"/>
            <a:r>
              <a:rPr lang="en-US" sz="3600" dirty="0"/>
              <a:t>Hope of proving algebraic </a:t>
            </a:r>
            <a:r>
              <a:rPr lang="en-US" sz="3600" dirty="0" err="1">
                <a:solidFill>
                  <a:schemeClr val="accent6"/>
                </a:solidFill>
              </a:rPr>
              <a:t>hyperclique</a:t>
            </a:r>
            <a:r>
              <a:rPr lang="en-US" sz="3600" dirty="0">
                <a:solidFill>
                  <a:schemeClr val="accent6"/>
                </a:solidFill>
              </a:rPr>
              <a:t> conjecture</a:t>
            </a:r>
            <a:r>
              <a:rPr lang="en-US" sz="3600" dirty="0"/>
              <a:t>?!</a:t>
            </a:r>
            <a:endParaRPr lang="en-GB" sz="3600" dirty="0"/>
          </a:p>
        </p:txBody>
      </p:sp>
      <p:sp>
        <p:nvSpPr>
          <p:cNvPr id="20" name="TextBox 19">
            <a:extLst>
              <a:ext uri="{FF2B5EF4-FFF2-40B4-BE49-F238E27FC236}">
                <a16:creationId xmlns:a16="http://schemas.microsoft.com/office/drawing/2014/main" id="{6193A6BC-B7C1-60FD-5752-129E3D7D95C3}"/>
              </a:ext>
            </a:extLst>
          </p:cNvPr>
          <p:cNvSpPr txBox="1"/>
          <p:nvPr/>
        </p:nvSpPr>
        <p:spPr>
          <a:xfrm>
            <a:off x="5441925" y="5139019"/>
            <a:ext cx="6750075" cy="1200329"/>
          </a:xfrm>
          <a:prstGeom prst="rect">
            <a:avLst/>
          </a:prstGeom>
          <a:noFill/>
        </p:spPr>
        <p:txBody>
          <a:bodyPr wrap="square" rtlCol="0">
            <a:spAutoFit/>
          </a:bodyPr>
          <a:lstStyle/>
          <a:p>
            <a:pPr algn="ctr"/>
            <a:r>
              <a:rPr lang="en-US" sz="3600" dirty="0"/>
              <a:t>…and </a:t>
            </a:r>
            <a:r>
              <a:rPr lang="en-US" sz="3600" dirty="0">
                <a:solidFill>
                  <a:schemeClr val="accent6"/>
                </a:solidFill>
              </a:rPr>
              <a:t>super-linear</a:t>
            </a:r>
            <a:r>
              <a:rPr lang="en-US" sz="3600" dirty="0"/>
              <a:t> algebraic circuit lower bound?!</a:t>
            </a:r>
            <a:endParaRPr lang="en-GB" sz="3600" dirty="0"/>
          </a:p>
        </p:txBody>
      </p:sp>
      <p:sp>
        <p:nvSpPr>
          <p:cNvPr id="24" name="Rectangle 23">
            <a:extLst>
              <a:ext uri="{FF2B5EF4-FFF2-40B4-BE49-F238E27FC236}">
                <a16:creationId xmlns:a16="http://schemas.microsoft.com/office/drawing/2014/main" id="{DF51F98E-740C-9731-6C9D-DEC0FD52FA3E}"/>
              </a:ext>
            </a:extLst>
          </p:cNvPr>
          <p:cNvSpPr/>
          <p:nvPr/>
        </p:nvSpPr>
        <p:spPr>
          <a:xfrm>
            <a:off x="-5244126" y="1628980"/>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Super-linear circuit lower bound via many-mode tensors?</a:t>
            </a:r>
            <a:endParaRPr lang="en-GB" sz="3600" dirty="0">
              <a:solidFill>
                <a:schemeClr val="tx1"/>
              </a:solidFill>
            </a:endParaRPr>
          </a:p>
        </p:txBody>
      </p:sp>
      <p:sp>
        <p:nvSpPr>
          <p:cNvPr id="8" name="Rectangle 7">
            <a:extLst>
              <a:ext uri="{FF2B5EF4-FFF2-40B4-BE49-F238E27FC236}">
                <a16:creationId xmlns:a16="http://schemas.microsoft.com/office/drawing/2014/main" id="{80A4F946-13E1-D0CE-28C1-7B4E125A50A2}"/>
              </a:ext>
            </a:extLst>
          </p:cNvPr>
          <p:cNvSpPr/>
          <p:nvPr/>
        </p:nvSpPr>
        <p:spPr>
          <a:xfrm rot="20700000">
            <a:off x="-108496" y="323154"/>
            <a:ext cx="3277402" cy="1170013"/>
          </a:xfrm>
          <a:prstGeom prst="rect">
            <a:avLst/>
          </a:prstGeom>
          <a:solidFill>
            <a:schemeClr val="accent2">
              <a:lumMod val="20000"/>
              <a:lumOff val="80000"/>
              <a:alpha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See you again at ESA’26 @ Italy</a:t>
            </a:r>
          </a:p>
        </p:txBody>
      </p:sp>
    </p:spTree>
    <p:extLst>
      <p:ext uri="{BB962C8B-B14F-4D97-AF65-F5344CB8AC3E}">
        <p14:creationId xmlns:p14="http://schemas.microsoft.com/office/powerpoint/2010/main" val="9113445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P spid="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A218-904F-4C20-087E-023F3DB300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F479A1-9DA7-4F2A-E795-69FC548C8E3C}"/>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0143BBD-EB99-D84A-2805-69E3E2FDDD95}"/>
                  </a:ext>
                </a:extLst>
              </p:cNvPr>
              <p:cNvSpPr txBox="1"/>
              <p:nvPr/>
            </p:nvSpPr>
            <p:spPr>
              <a:xfrm>
                <a:off x="7086011" y="3789004"/>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GB" sz="7200" b="0" i="1" smtClean="0">
                              <a:solidFill>
                                <a:schemeClr val="tx1"/>
                              </a:solidFill>
                              <a:latin typeface="Cambria Math" panose="02040503050406030204" pitchFamily="18" charset="0"/>
                            </a:rPr>
                          </m:ctrlPr>
                        </m:dPr>
                        <m:e>
                          <m:r>
                            <a:rPr lang="en-GB" sz="7200" b="0" i="1" smtClean="0">
                              <a:solidFill>
                                <a:schemeClr val="tx1"/>
                              </a:solidFill>
                              <a:latin typeface="Cambria Math" panose="02040503050406030204" pitchFamily="18" charset="0"/>
                            </a:rPr>
                            <m:t>𝑇</m:t>
                          </m:r>
                        </m:e>
                      </m:d>
                    </m:oMath>
                  </m:oMathPara>
                </a14:m>
                <a:endParaRPr lang="en-GB" sz="7200" dirty="0"/>
              </a:p>
            </p:txBody>
          </p:sp>
        </mc:Choice>
        <mc:Fallback xmlns="">
          <p:sp>
            <p:nvSpPr>
              <p:cNvPr id="4" name="TextBox 3">
                <a:extLst>
                  <a:ext uri="{FF2B5EF4-FFF2-40B4-BE49-F238E27FC236}">
                    <a16:creationId xmlns:a16="http://schemas.microsoft.com/office/drawing/2014/main" id="{60143BBD-EB99-D84A-2805-69E3E2FDDD95}"/>
                  </a:ext>
                </a:extLst>
              </p:cNvPr>
              <p:cNvSpPr txBox="1">
                <a:spLocks noRot="1" noChangeAspect="1" noMove="1" noResize="1" noEditPoints="1" noAdjustHandles="1" noChangeArrowheads="1" noChangeShapeType="1" noTextEdit="1"/>
              </p:cNvSpPr>
              <p:nvPr/>
            </p:nvSpPr>
            <p:spPr>
              <a:xfrm>
                <a:off x="7086011" y="3789004"/>
                <a:ext cx="3600024" cy="1200329"/>
              </a:xfrm>
              <a:prstGeom prst="rect">
                <a:avLst/>
              </a:prstGeom>
              <a:blipFill>
                <a:blip r:embed="rId2"/>
                <a:stretch>
                  <a:fillRect/>
                </a:stretch>
              </a:blipFill>
            </p:spPr>
            <p:txBody>
              <a:bodyPr/>
              <a:lstStyle/>
              <a:p>
                <a:r>
                  <a:rPr lang="en-GB">
                    <a:noFill/>
                  </a:rPr>
                  <a:t> </a:t>
                </a:r>
              </a:p>
            </p:txBody>
          </p:sp>
        </mc:Fallback>
      </mc:AlternateContent>
      <p:sp>
        <p:nvSpPr>
          <p:cNvPr id="8" name="Rectangle 7">
            <a:extLst>
              <a:ext uri="{FF2B5EF4-FFF2-40B4-BE49-F238E27FC236}">
                <a16:creationId xmlns:a16="http://schemas.microsoft.com/office/drawing/2014/main" id="{EAD07E75-C6A3-CC2F-1944-36564D92B2F2}"/>
              </a:ext>
            </a:extLst>
          </p:cNvPr>
          <p:cNvSpPr/>
          <p:nvPr/>
        </p:nvSpPr>
        <p:spPr>
          <a:xfrm>
            <a:off x="785941" y="1718980"/>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Super-linear circuit lower bound via many-mode tensors?</a:t>
            </a:r>
            <a:endParaRPr lang="en-GB" sz="3600"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A50D7C-ED4F-0701-EA91-4ADE461C06FA}"/>
                  </a:ext>
                </a:extLst>
              </p:cNvPr>
              <p:cNvSpPr txBox="1"/>
              <p:nvPr/>
            </p:nvSpPr>
            <p:spPr>
              <a:xfrm>
                <a:off x="1865953" y="3758688"/>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US" sz="7200" b="0" i="1" smtClean="0">
                              <a:solidFill>
                                <a:schemeClr val="accent6"/>
                              </a:solidFill>
                              <a:latin typeface="Cambria Math" panose="02040503050406030204" pitchFamily="18" charset="0"/>
                            </a:rPr>
                          </m:ctrlPr>
                        </m:dPr>
                        <m:e>
                          <m:r>
                            <a:rPr lang="en-US" sz="7200" b="0" i="1" smtClean="0">
                              <a:solidFill>
                                <a:schemeClr val="accent6"/>
                              </a:solidFill>
                              <a:latin typeface="Cambria Math" panose="02040503050406030204" pitchFamily="18" charset="0"/>
                            </a:rPr>
                            <m:t>𝑈</m:t>
                          </m:r>
                        </m:e>
                      </m:d>
                    </m:oMath>
                  </m:oMathPara>
                </a14:m>
                <a:endParaRPr lang="en-GB" sz="7200" dirty="0"/>
              </a:p>
            </p:txBody>
          </p:sp>
        </mc:Choice>
        <mc:Fallback xmlns="">
          <p:sp>
            <p:nvSpPr>
              <p:cNvPr id="10" name="TextBox 9">
                <a:extLst>
                  <a:ext uri="{FF2B5EF4-FFF2-40B4-BE49-F238E27FC236}">
                    <a16:creationId xmlns:a16="http://schemas.microsoft.com/office/drawing/2014/main" id="{A6A50D7C-ED4F-0701-EA91-4ADE461C06FA}"/>
                  </a:ext>
                </a:extLst>
              </p:cNvPr>
              <p:cNvSpPr txBox="1">
                <a:spLocks noRot="1" noChangeAspect="1" noMove="1" noResize="1" noEditPoints="1" noAdjustHandles="1" noChangeArrowheads="1" noChangeShapeType="1" noTextEdit="1"/>
              </p:cNvSpPr>
              <p:nvPr/>
            </p:nvSpPr>
            <p:spPr>
              <a:xfrm>
                <a:off x="1865953" y="3758688"/>
                <a:ext cx="3600024" cy="12003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908CB9-A162-4DC1-D28F-6EF09AFB8292}"/>
                  </a:ext>
                </a:extLst>
              </p:cNvPr>
              <p:cNvSpPr txBox="1"/>
              <p:nvPr/>
            </p:nvSpPr>
            <p:spPr>
              <a:xfrm>
                <a:off x="9516038" y="98963"/>
                <a:ext cx="2507994" cy="646331"/>
              </a:xfrm>
              <a:prstGeom prst="rect">
                <a:avLst/>
              </a:prstGeom>
              <a:noFill/>
            </p:spPr>
            <p:txBody>
              <a:bodyPr wrap="square">
                <a:spAutoFit/>
              </a:bodyPr>
              <a:lstStyle/>
              <a:p>
                <a:pPr/>
                <a14:m>
                  <m:oMathPara xmlns:m="http://schemas.openxmlformats.org/officeDocument/2006/math">
                    <m:oMath>
                      <m:r>
                        <a:rPr lang="en-GB" sz="3600" b="0" i="1" smtClean="0">
                          <a:solidFill>
                            <a:schemeClr val="tx1"/>
                          </a:solidFill>
                          <a:latin typeface="Cambria Math" panose="02040503050406030204" pitchFamily="18" charset="0"/>
                        </a:rPr>
                        <m:t>𝑇</m:t>
                      </m:r>
                      <m:r>
                        <a:rPr lang="en-GB" sz="3600" b="0" i="1" smtClean="0">
                          <a:solidFill>
                            <a:schemeClr val="tx1"/>
                          </a:solidFill>
                          <a:latin typeface="Cambria Math" panose="02040503050406030204" pitchFamily="18" charset="0"/>
                        </a:rPr>
                        <m:t>=</m:t>
                      </m:r>
                      <m:r>
                        <a:rPr lang="en-GB" sz="3600" b="0" i="1" smtClean="0">
                          <a:solidFill>
                            <a:schemeClr val="accent6"/>
                          </a:solidFill>
                          <a:latin typeface="Cambria Math" panose="02040503050406030204" pitchFamily="18" charset="0"/>
                        </a:rPr>
                        <m:t>𝑈</m:t>
                      </m:r>
                      <m:r>
                        <a:rPr lang="en-GB" sz="3600" b="0" i="1" smtClean="0">
                          <a:solidFill>
                            <a:schemeClr val="tx1"/>
                          </a:solidFill>
                          <a:latin typeface="Cambria Math" panose="02040503050406030204" pitchFamily="18" charset="0"/>
                        </a:rPr>
                        <m:t>⊗</m:t>
                      </m:r>
                      <m:r>
                        <a:rPr lang="en-GB" sz="3600" b="0" i="1" smtClean="0">
                          <a:solidFill>
                            <a:schemeClr val="accent1"/>
                          </a:solidFill>
                          <a:latin typeface="Cambria Math" panose="02040503050406030204" pitchFamily="18" charset="0"/>
                        </a:rPr>
                        <m:t>𝑉</m:t>
                      </m:r>
                    </m:oMath>
                  </m:oMathPara>
                </a14:m>
                <a:endParaRPr lang="en-GB" sz="2000" dirty="0">
                  <a:solidFill>
                    <a:schemeClr val="tx1"/>
                  </a:solidFill>
                </a:endParaRPr>
              </a:p>
            </p:txBody>
          </p:sp>
        </mc:Choice>
        <mc:Fallback xmlns="">
          <p:sp>
            <p:nvSpPr>
              <p:cNvPr id="12" name="TextBox 11">
                <a:extLst>
                  <a:ext uri="{FF2B5EF4-FFF2-40B4-BE49-F238E27FC236}">
                    <a16:creationId xmlns:a16="http://schemas.microsoft.com/office/drawing/2014/main" id="{3C908CB9-A162-4DC1-D28F-6EF09AFB8292}"/>
                  </a:ext>
                </a:extLst>
              </p:cNvPr>
              <p:cNvSpPr txBox="1">
                <a:spLocks noRot="1" noChangeAspect="1" noMove="1" noResize="1" noEditPoints="1" noAdjustHandles="1" noChangeArrowheads="1" noChangeShapeType="1" noTextEdit="1"/>
              </p:cNvSpPr>
              <p:nvPr/>
            </p:nvSpPr>
            <p:spPr>
              <a:xfrm>
                <a:off x="9516038" y="98963"/>
                <a:ext cx="2507994"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0CBB1F4-7D9A-FAE2-0E0A-558F4A961431}"/>
                  </a:ext>
                </a:extLst>
              </p:cNvPr>
              <p:cNvSpPr txBox="1"/>
              <p:nvPr/>
            </p:nvSpPr>
            <p:spPr>
              <a:xfrm>
                <a:off x="3935976" y="3758688"/>
                <a:ext cx="3600024" cy="1200329"/>
              </a:xfrm>
              <a:prstGeom prst="rect">
                <a:avLst/>
              </a:prstGeom>
              <a:noFill/>
            </p:spPr>
            <p:txBody>
              <a:bodyPr wrap="square">
                <a:spAutoFit/>
              </a:bodyPr>
              <a:lstStyle/>
              <a:p>
                <a:pPr/>
                <a14:m>
                  <m:oMathPara xmlns:m="http://schemas.openxmlformats.org/officeDocument/2006/math">
                    <m:oMath>
                      <m:acc>
                        <m:accPr>
                          <m:chr m:val="̰"/>
                          <m:ctrlPr>
                            <a:rPr lang="en-GB" sz="7200" i="1">
                              <a:solidFill>
                                <a:schemeClr val="accent2">
                                  <a:lumMod val="75000"/>
                                </a:schemeClr>
                              </a:solidFill>
                              <a:latin typeface="Cambria Math" panose="02040503050406030204" pitchFamily="18" charset="0"/>
                            </a:rPr>
                          </m:ctrlPr>
                        </m:accPr>
                        <m:e>
                          <m:r>
                            <a:rPr lang="en-GB" sz="7200" i="1">
                              <a:solidFill>
                                <a:schemeClr val="accent2">
                                  <a:lumMod val="75000"/>
                                </a:schemeClr>
                              </a:solidFill>
                              <a:latin typeface="Cambria Math" panose="02040503050406030204" pitchFamily="18" charset="0"/>
                            </a:rPr>
                            <m:t>𝐶</m:t>
                          </m:r>
                        </m:e>
                      </m:acc>
                      <m:d>
                        <m:dPr>
                          <m:ctrlPr>
                            <a:rPr lang="en-US" sz="7200" b="0" i="1" smtClean="0">
                              <a:solidFill>
                                <a:schemeClr val="accent1"/>
                              </a:solidFill>
                              <a:latin typeface="Cambria Math" panose="02040503050406030204" pitchFamily="18" charset="0"/>
                            </a:rPr>
                          </m:ctrlPr>
                        </m:dPr>
                        <m:e>
                          <m:r>
                            <a:rPr lang="en-US" sz="7200" b="0" i="1" smtClean="0">
                              <a:solidFill>
                                <a:schemeClr val="accent1"/>
                              </a:solidFill>
                              <a:latin typeface="Cambria Math" panose="02040503050406030204" pitchFamily="18" charset="0"/>
                            </a:rPr>
                            <m:t>𝑉</m:t>
                          </m:r>
                        </m:e>
                      </m:d>
                    </m:oMath>
                  </m:oMathPara>
                </a14:m>
                <a:endParaRPr lang="en-GB" sz="7200" dirty="0"/>
              </a:p>
            </p:txBody>
          </p:sp>
        </mc:Choice>
        <mc:Fallback xmlns="">
          <p:sp>
            <p:nvSpPr>
              <p:cNvPr id="15" name="TextBox 14">
                <a:extLst>
                  <a:ext uri="{FF2B5EF4-FFF2-40B4-BE49-F238E27FC236}">
                    <a16:creationId xmlns:a16="http://schemas.microsoft.com/office/drawing/2014/main" id="{A0CBB1F4-7D9A-FAE2-0E0A-558F4A961431}"/>
                  </a:ext>
                </a:extLst>
              </p:cNvPr>
              <p:cNvSpPr txBox="1">
                <a:spLocks noRot="1" noChangeAspect="1" noMove="1" noResize="1" noEditPoints="1" noAdjustHandles="1" noChangeArrowheads="1" noChangeShapeType="1" noTextEdit="1"/>
              </p:cNvSpPr>
              <p:nvPr/>
            </p:nvSpPr>
            <p:spPr>
              <a:xfrm>
                <a:off x="3935976" y="3758688"/>
                <a:ext cx="3600024" cy="120032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F30FFF5-F5A6-ABE6-8188-D89AC64113EE}"/>
                  </a:ext>
                </a:extLst>
              </p:cNvPr>
              <p:cNvSpPr txBox="1"/>
              <p:nvPr/>
            </p:nvSpPr>
            <p:spPr>
              <a:xfrm>
                <a:off x="5466009" y="3789004"/>
                <a:ext cx="3600024" cy="1200329"/>
              </a:xfrm>
              <a:prstGeom prst="rect">
                <a:avLst/>
              </a:prstGeom>
              <a:noFill/>
            </p:spPr>
            <p:txBody>
              <a:bodyPr wrap="square">
                <a:spAutoFit/>
              </a:bodyPr>
              <a:lstStyle/>
              <a:p>
                <a:pPr/>
                <a14:m>
                  <m:oMathPara xmlns:m="http://schemas.openxmlformats.org/officeDocument/2006/math">
                    <m:oMath>
                      <m:r>
                        <a:rPr lang="en-GB" sz="7200" i="1" smtClean="0">
                          <a:solidFill>
                            <a:schemeClr val="tx1"/>
                          </a:solidFill>
                          <a:latin typeface="Cambria Math" panose="02040503050406030204" pitchFamily="18" charset="0"/>
                          <a:ea typeface="Cambria Math" panose="02040503050406030204" pitchFamily="18" charset="0"/>
                        </a:rPr>
                        <m:t>≿</m:t>
                      </m:r>
                    </m:oMath>
                  </m:oMathPara>
                </a14:m>
                <a:endParaRPr lang="en-GB" sz="7200" dirty="0">
                  <a:solidFill>
                    <a:schemeClr val="tx1"/>
                  </a:solidFill>
                </a:endParaRPr>
              </a:p>
            </p:txBody>
          </p:sp>
        </mc:Choice>
        <mc:Fallback xmlns="">
          <p:sp>
            <p:nvSpPr>
              <p:cNvPr id="17" name="TextBox 16">
                <a:extLst>
                  <a:ext uri="{FF2B5EF4-FFF2-40B4-BE49-F238E27FC236}">
                    <a16:creationId xmlns:a16="http://schemas.microsoft.com/office/drawing/2014/main" id="{9F30FFF5-F5A6-ABE6-8188-D89AC64113EE}"/>
                  </a:ext>
                </a:extLst>
              </p:cNvPr>
              <p:cNvSpPr txBox="1">
                <a:spLocks noRot="1" noChangeAspect="1" noMove="1" noResize="1" noEditPoints="1" noAdjustHandles="1" noChangeArrowheads="1" noChangeShapeType="1" noTextEdit="1"/>
              </p:cNvSpPr>
              <p:nvPr/>
            </p:nvSpPr>
            <p:spPr>
              <a:xfrm>
                <a:off x="5466009" y="3789004"/>
                <a:ext cx="3600024" cy="120032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6DA201D-3460-BB18-A1A0-7DB3B090FE44}"/>
                  </a:ext>
                </a:extLst>
              </p:cNvPr>
              <p:cNvSpPr txBox="1"/>
              <p:nvPr/>
            </p:nvSpPr>
            <p:spPr>
              <a:xfrm>
                <a:off x="5465993" y="3758688"/>
                <a:ext cx="3600024" cy="1200329"/>
              </a:xfrm>
              <a:prstGeom prst="rect">
                <a:avLst/>
              </a:prstGeom>
              <a:noFill/>
            </p:spPr>
            <p:txBody>
              <a:bodyPr wrap="square">
                <a:spAutoFit/>
              </a:bodyPr>
              <a:lstStyle/>
              <a:p>
                <a:pPr/>
                <a14:m>
                  <m:oMathPara xmlns:m="http://schemas.openxmlformats.org/officeDocument/2006/math">
                    <m:oMath>
                      <m:r>
                        <a:rPr lang="en-US" sz="7200" b="0" i="1" smtClean="0">
                          <a:solidFill>
                            <a:schemeClr val="accent6"/>
                          </a:solidFill>
                          <a:latin typeface="Cambria Math" panose="02040503050406030204" pitchFamily="18" charset="0"/>
                          <a:ea typeface="Cambria Math" panose="02040503050406030204" pitchFamily="18" charset="0"/>
                        </a:rPr>
                        <m:t>/</m:t>
                      </m:r>
                    </m:oMath>
                  </m:oMathPara>
                </a14:m>
                <a:endParaRPr lang="en-GB" sz="7200" dirty="0">
                  <a:solidFill>
                    <a:schemeClr val="accent6"/>
                  </a:solidFill>
                </a:endParaRPr>
              </a:p>
            </p:txBody>
          </p:sp>
        </mc:Choice>
        <mc:Fallback xmlns="">
          <p:sp>
            <p:nvSpPr>
              <p:cNvPr id="19" name="TextBox 18">
                <a:extLst>
                  <a:ext uri="{FF2B5EF4-FFF2-40B4-BE49-F238E27FC236}">
                    <a16:creationId xmlns:a16="http://schemas.microsoft.com/office/drawing/2014/main" id="{A6DA201D-3460-BB18-A1A0-7DB3B090FE44}"/>
                  </a:ext>
                </a:extLst>
              </p:cNvPr>
              <p:cNvSpPr txBox="1">
                <a:spLocks noRot="1" noChangeAspect="1" noMove="1" noResize="1" noEditPoints="1" noAdjustHandles="1" noChangeArrowheads="1" noChangeShapeType="1" noTextEdit="1"/>
              </p:cNvSpPr>
              <p:nvPr/>
            </p:nvSpPr>
            <p:spPr>
              <a:xfrm>
                <a:off x="5465993" y="3758688"/>
                <a:ext cx="3600024" cy="1200329"/>
              </a:xfrm>
              <a:prstGeom prst="rect">
                <a:avLst/>
              </a:prstGeom>
              <a:blipFill>
                <a:blip r:embed="rId7"/>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E38C2A3C-56B5-DADB-73AA-1D7025F7350A}"/>
              </a:ext>
            </a:extLst>
          </p:cNvPr>
          <p:cNvSpPr txBox="1"/>
          <p:nvPr/>
        </p:nvSpPr>
        <p:spPr>
          <a:xfrm>
            <a:off x="1595951" y="5049018"/>
            <a:ext cx="9000100" cy="1200329"/>
          </a:xfrm>
          <a:prstGeom prst="rect">
            <a:avLst/>
          </a:prstGeom>
          <a:noFill/>
        </p:spPr>
        <p:txBody>
          <a:bodyPr wrap="square" rtlCol="0">
            <a:spAutoFit/>
          </a:bodyPr>
          <a:lstStyle/>
          <a:p>
            <a:pPr algn="ctr"/>
            <a:r>
              <a:rPr lang="en-US" sz="3600" dirty="0"/>
              <a:t>…unconditionally, based on known unconditional circuit lower bounds? </a:t>
            </a:r>
            <a:endParaRPr lang="en-GB" sz="3600" dirty="0"/>
          </a:p>
        </p:txBody>
      </p:sp>
      <p:sp>
        <p:nvSpPr>
          <p:cNvPr id="23" name="Rectangle 22">
            <a:extLst>
              <a:ext uri="{FF2B5EF4-FFF2-40B4-BE49-F238E27FC236}">
                <a16:creationId xmlns:a16="http://schemas.microsoft.com/office/drawing/2014/main" id="{46AC26E2-4D79-A3E1-9934-7D8732A78A29}"/>
              </a:ext>
            </a:extLst>
          </p:cNvPr>
          <p:cNvSpPr/>
          <p:nvPr/>
        </p:nvSpPr>
        <p:spPr>
          <a:xfrm>
            <a:off x="12396070" y="1718981"/>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Unconditional proof of non-</a:t>
            </a:r>
            <a:r>
              <a:rPr lang="en-US" sz="3600" dirty="0" err="1">
                <a:solidFill>
                  <a:schemeClr val="tx1"/>
                </a:solidFill>
              </a:rPr>
              <a:t>submultiplicativity</a:t>
            </a:r>
            <a:r>
              <a:rPr lang="en-US" sz="3600" dirty="0">
                <a:solidFill>
                  <a:schemeClr val="tx1"/>
                </a:solidFill>
              </a:rPr>
              <a:t> of circuit complexity?</a:t>
            </a:r>
            <a:endParaRPr lang="en-GB" sz="3600" dirty="0">
              <a:solidFill>
                <a:schemeClr val="tx1"/>
              </a:solidFill>
            </a:endParaRPr>
          </a:p>
        </p:txBody>
      </p:sp>
    </p:spTree>
    <p:extLst>
      <p:ext uri="{BB962C8B-B14F-4D97-AF65-F5344CB8AC3E}">
        <p14:creationId xmlns:p14="http://schemas.microsoft.com/office/powerpoint/2010/main" val="40060775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AA615-9D25-3383-F915-C42071DE03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A579AD-DC5F-EF1C-23AA-D25AA29F5172}"/>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p:sp>
        <p:nvSpPr>
          <p:cNvPr id="8" name="Rectangle 7">
            <a:extLst>
              <a:ext uri="{FF2B5EF4-FFF2-40B4-BE49-F238E27FC236}">
                <a16:creationId xmlns:a16="http://schemas.microsoft.com/office/drawing/2014/main" id="{19785547-3577-7E4C-030A-4E8DA1DF6527}"/>
              </a:ext>
            </a:extLst>
          </p:cNvPr>
          <p:cNvSpPr/>
          <p:nvPr/>
        </p:nvSpPr>
        <p:spPr>
          <a:xfrm>
            <a:off x="785941" y="1718980"/>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Super-linear circuit lower bound via many-mode tensors?</a:t>
            </a:r>
            <a:endParaRPr lang="en-GB" sz="3600" dirty="0">
              <a:solidFill>
                <a:schemeClr val="tx1"/>
              </a:solidFill>
            </a:endParaRPr>
          </a:p>
        </p:txBody>
      </p:sp>
      <p:sp>
        <p:nvSpPr>
          <p:cNvPr id="23" name="Rectangle 22">
            <a:extLst>
              <a:ext uri="{FF2B5EF4-FFF2-40B4-BE49-F238E27FC236}">
                <a16:creationId xmlns:a16="http://schemas.microsoft.com/office/drawing/2014/main" id="{923337BE-802E-446E-3CC6-3F1127EA3441}"/>
              </a:ext>
            </a:extLst>
          </p:cNvPr>
          <p:cNvSpPr/>
          <p:nvPr/>
        </p:nvSpPr>
        <p:spPr>
          <a:xfrm>
            <a:off x="6456004" y="1718981"/>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Unconditional proof of non-</a:t>
            </a:r>
            <a:r>
              <a:rPr lang="en-US" sz="3600" dirty="0" err="1">
                <a:solidFill>
                  <a:schemeClr val="tx1"/>
                </a:solidFill>
              </a:rPr>
              <a:t>submultiplicativity</a:t>
            </a:r>
            <a:r>
              <a:rPr lang="en-US" sz="3600" dirty="0">
                <a:solidFill>
                  <a:schemeClr val="tx1"/>
                </a:solidFill>
              </a:rPr>
              <a:t> of circuit complexity?</a:t>
            </a:r>
            <a:endParaRPr lang="en-GB" sz="3600" dirty="0">
              <a:solidFill>
                <a:schemeClr val="tx1"/>
              </a:solidFill>
            </a:endParaRPr>
          </a:p>
        </p:txBody>
      </p:sp>
      <p:grpSp>
        <p:nvGrpSpPr>
          <p:cNvPr id="2" name="Group 1">
            <a:extLst>
              <a:ext uri="{FF2B5EF4-FFF2-40B4-BE49-F238E27FC236}">
                <a16:creationId xmlns:a16="http://schemas.microsoft.com/office/drawing/2014/main" id="{2F140845-AA23-C1B2-1D46-661E4E2AA129}"/>
              </a:ext>
            </a:extLst>
          </p:cNvPr>
          <p:cNvGrpSpPr/>
          <p:nvPr/>
        </p:nvGrpSpPr>
        <p:grpSpPr>
          <a:xfrm>
            <a:off x="2347563" y="7478729"/>
            <a:ext cx="7496873" cy="2700346"/>
            <a:chOff x="2347563" y="3834000"/>
            <a:chExt cx="7496873" cy="2700346"/>
          </a:xfrm>
        </p:grpSpPr>
        <p:grpSp>
          <p:nvGrpSpPr>
            <p:cNvPr id="5" name="Group 4">
              <a:extLst>
                <a:ext uri="{FF2B5EF4-FFF2-40B4-BE49-F238E27FC236}">
                  <a16:creationId xmlns:a16="http://schemas.microsoft.com/office/drawing/2014/main" id="{DE06457D-A240-9DCA-1152-BE7C86FA83D5}"/>
                </a:ext>
              </a:extLst>
            </p:cNvPr>
            <p:cNvGrpSpPr/>
            <p:nvPr/>
          </p:nvGrpSpPr>
          <p:grpSpPr>
            <a:xfrm>
              <a:off x="2347563" y="3834000"/>
              <a:ext cx="1730048" cy="1867514"/>
              <a:chOff x="1415948" y="2258987"/>
              <a:chExt cx="2160024" cy="2331655"/>
            </a:xfrm>
          </p:grpSpPr>
          <p:cxnSp>
            <p:nvCxnSpPr>
              <p:cNvPr id="64" name="Straight Connector 63">
                <a:extLst>
                  <a:ext uri="{FF2B5EF4-FFF2-40B4-BE49-F238E27FC236}">
                    <a16:creationId xmlns:a16="http://schemas.microsoft.com/office/drawing/2014/main" id="{F6A8B181-AE47-F4C6-EDF5-75981FF1F817}"/>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F93D8F7E-B47B-35FA-8BC3-7569A602D0EA}"/>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AFC0FD3D-2DD1-DC3F-F23F-2E7040AF1A07}"/>
                  </a:ext>
                </a:extLst>
              </p:cNvPr>
              <p:cNvGrpSpPr/>
              <p:nvPr/>
            </p:nvGrpSpPr>
            <p:grpSpPr>
              <a:xfrm>
                <a:off x="1415948" y="2618991"/>
                <a:ext cx="720008" cy="576404"/>
                <a:chOff x="3125967" y="2528990"/>
                <a:chExt cx="720008" cy="576404"/>
              </a:xfrm>
            </p:grpSpPr>
            <p:sp>
              <p:nvSpPr>
                <p:cNvPr id="76" name="Oval 75">
                  <a:extLst>
                    <a:ext uri="{FF2B5EF4-FFF2-40B4-BE49-F238E27FC236}">
                      <a16:creationId xmlns:a16="http://schemas.microsoft.com/office/drawing/2014/main" id="{FB6EA7E2-CAC3-342D-9255-219C59CA275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7A725F3-4CDC-F75C-335F-8FB5FB27A0A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19" name="TextBox 18">
                      <a:extLst>
                        <a:ext uri="{FF2B5EF4-FFF2-40B4-BE49-F238E27FC236}">
                          <a16:creationId xmlns:a16="http://schemas.microsoft.com/office/drawing/2014/main" id="{C3042788-F3A7-CEBE-3EFB-D9E3B3D21E8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22692978-6F06-48F7-22D8-CEEED61A85E0}"/>
                  </a:ext>
                </a:extLst>
              </p:cNvPr>
              <p:cNvGrpSpPr/>
              <p:nvPr/>
            </p:nvGrpSpPr>
            <p:grpSpPr>
              <a:xfrm>
                <a:off x="1415948" y="4014238"/>
                <a:ext cx="720008" cy="576404"/>
                <a:chOff x="3125967" y="2528990"/>
                <a:chExt cx="720008" cy="576404"/>
              </a:xfrm>
            </p:grpSpPr>
            <p:sp>
              <p:nvSpPr>
                <p:cNvPr id="74" name="Oval 73">
                  <a:extLst>
                    <a:ext uri="{FF2B5EF4-FFF2-40B4-BE49-F238E27FC236}">
                      <a16:creationId xmlns:a16="http://schemas.microsoft.com/office/drawing/2014/main" id="{5673CDE4-85F9-ACF4-3B5A-D685ECD1D29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88B93814-0EB3-F8D5-5201-7593C2FFBC4B}"/>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16" name="TextBox 15">
                      <a:extLst>
                        <a:ext uri="{FF2B5EF4-FFF2-40B4-BE49-F238E27FC236}">
                          <a16:creationId xmlns:a16="http://schemas.microsoft.com/office/drawing/2014/main" id="{B9A3EE10-9CEA-3834-F73B-5A9F62508EE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68" name="Group 67">
                <a:extLst>
                  <a:ext uri="{FF2B5EF4-FFF2-40B4-BE49-F238E27FC236}">
                    <a16:creationId xmlns:a16="http://schemas.microsoft.com/office/drawing/2014/main" id="{B739BC2E-4F7D-A9C1-18A8-166C6E160A0B}"/>
                  </a:ext>
                </a:extLst>
              </p:cNvPr>
              <p:cNvGrpSpPr/>
              <p:nvPr/>
            </p:nvGrpSpPr>
            <p:grpSpPr>
              <a:xfrm>
                <a:off x="2855964" y="2258987"/>
                <a:ext cx="720008" cy="576404"/>
                <a:chOff x="3125967" y="2528990"/>
                <a:chExt cx="720008" cy="576404"/>
              </a:xfrm>
            </p:grpSpPr>
            <p:sp>
              <p:nvSpPr>
                <p:cNvPr id="72" name="Oval 71">
                  <a:extLst>
                    <a:ext uri="{FF2B5EF4-FFF2-40B4-BE49-F238E27FC236}">
                      <a16:creationId xmlns:a16="http://schemas.microsoft.com/office/drawing/2014/main" id="{3A437E93-D2F8-2E56-0278-5F32C05B1B5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015EDC8-8D1B-E93E-7BDB-700D163D37E1}"/>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13" name="TextBox 12">
                      <a:extLst>
                        <a:ext uri="{FF2B5EF4-FFF2-40B4-BE49-F238E27FC236}">
                          <a16:creationId xmlns:a16="http://schemas.microsoft.com/office/drawing/2014/main" id="{F801B8EA-1620-DA57-AE86-F65C42A92BC9}"/>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69" name="Group 68">
                <a:extLst>
                  <a:ext uri="{FF2B5EF4-FFF2-40B4-BE49-F238E27FC236}">
                    <a16:creationId xmlns:a16="http://schemas.microsoft.com/office/drawing/2014/main" id="{8744621F-633C-0C74-C5CC-2ADFDDD50F0A}"/>
                  </a:ext>
                </a:extLst>
              </p:cNvPr>
              <p:cNvGrpSpPr/>
              <p:nvPr/>
            </p:nvGrpSpPr>
            <p:grpSpPr>
              <a:xfrm>
                <a:off x="2855964" y="3609002"/>
                <a:ext cx="720008" cy="576404"/>
                <a:chOff x="3125967" y="2528990"/>
                <a:chExt cx="720008" cy="576404"/>
              </a:xfrm>
            </p:grpSpPr>
            <p:sp>
              <p:nvSpPr>
                <p:cNvPr id="70" name="Oval 69">
                  <a:extLst>
                    <a:ext uri="{FF2B5EF4-FFF2-40B4-BE49-F238E27FC236}">
                      <a16:creationId xmlns:a16="http://schemas.microsoft.com/office/drawing/2014/main" id="{10FE604C-8649-BE16-9762-72C85D74A8E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3F71930-F72B-D5A7-1D09-F32232BD4E10}"/>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11" name="TextBox 10">
                      <a:extLst>
                        <a:ext uri="{FF2B5EF4-FFF2-40B4-BE49-F238E27FC236}">
                          <a16:creationId xmlns:a16="http://schemas.microsoft.com/office/drawing/2014/main" id="{5DDFC95C-7C79-B6BF-AC87-5A08F85229EB}"/>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grpSp>
          <p:nvGrpSpPr>
            <p:cNvPr id="6" name="Group 5">
              <a:extLst>
                <a:ext uri="{FF2B5EF4-FFF2-40B4-BE49-F238E27FC236}">
                  <a16:creationId xmlns:a16="http://schemas.microsoft.com/office/drawing/2014/main" id="{5955E2FE-1579-1A40-8E4E-C8B8021AD4AC}"/>
                </a:ext>
              </a:extLst>
            </p:cNvPr>
            <p:cNvGrpSpPr/>
            <p:nvPr/>
          </p:nvGrpSpPr>
          <p:grpSpPr>
            <a:xfrm>
              <a:off x="5230976" y="3834000"/>
              <a:ext cx="1730048" cy="1867514"/>
              <a:chOff x="5015988" y="2258987"/>
              <a:chExt cx="2160024" cy="2331655"/>
            </a:xfrm>
          </p:grpSpPr>
          <p:cxnSp>
            <p:nvCxnSpPr>
              <p:cNvPr id="50" name="Straight Connector 49">
                <a:extLst>
                  <a:ext uri="{FF2B5EF4-FFF2-40B4-BE49-F238E27FC236}">
                    <a16:creationId xmlns:a16="http://schemas.microsoft.com/office/drawing/2014/main" id="{E921D941-5CDC-E37D-E20C-189749A452DD}"/>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BF2E61D-733F-FC28-3B68-1666A5280F80}"/>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76D73970-6422-ED5C-FA0E-7694DA51393A}"/>
                  </a:ext>
                </a:extLst>
              </p:cNvPr>
              <p:cNvGrpSpPr/>
              <p:nvPr/>
            </p:nvGrpSpPr>
            <p:grpSpPr>
              <a:xfrm>
                <a:off x="5015988" y="2618991"/>
                <a:ext cx="720008" cy="576404"/>
                <a:chOff x="3125967" y="2528990"/>
                <a:chExt cx="720008" cy="576404"/>
              </a:xfrm>
            </p:grpSpPr>
            <p:sp>
              <p:nvSpPr>
                <p:cNvPr id="62" name="Oval 61">
                  <a:extLst>
                    <a:ext uri="{FF2B5EF4-FFF2-40B4-BE49-F238E27FC236}">
                      <a16:creationId xmlns:a16="http://schemas.microsoft.com/office/drawing/2014/main" id="{E494AC4B-05F0-1E4F-3FC9-C8501A74325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1711B26-3D10-F7BA-13EE-3C68190EC37D}"/>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44" name="TextBox 43">
                      <a:extLst>
                        <a:ext uri="{FF2B5EF4-FFF2-40B4-BE49-F238E27FC236}">
                          <a16:creationId xmlns:a16="http://schemas.microsoft.com/office/drawing/2014/main" id="{60E4209B-932A-496C-2B77-2C7AE4E96626}"/>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589D9E10-D3E4-262D-C7E7-B9E098CBAC92}"/>
                  </a:ext>
                </a:extLst>
              </p:cNvPr>
              <p:cNvGrpSpPr/>
              <p:nvPr/>
            </p:nvGrpSpPr>
            <p:grpSpPr>
              <a:xfrm>
                <a:off x="5015988" y="4014238"/>
                <a:ext cx="720008" cy="576404"/>
                <a:chOff x="3125967" y="2528990"/>
                <a:chExt cx="720008" cy="576404"/>
              </a:xfrm>
            </p:grpSpPr>
            <p:sp>
              <p:nvSpPr>
                <p:cNvPr id="60" name="Oval 59">
                  <a:extLst>
                    <a:ext uri="{FF2B5EF4-FFF2-40B4-BE49-F238E27FC236}">
                      <a16:creationId xmlns:a16="http://schemas.microsoft.com/office/drawing/2014/main" id="{0F988271-BD0B-CEDA-8EC6-2D326ED6E890}"/>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A45538C-5E8F-E900-C458-8AD5F9883874}"/>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42" name="TextBox 41">
                      <a:extLst>
                        <a:ext uri="{FF2B5EF4-FFF2-40B4-BE49-F238E27FC236}">
                          <a16:creationId xmlns:a16="http://schemas.microsoft.com/office/drawing/2014/main" id="{CB5E7A3F-57DE-C23B-3E72-FF7A019D0EB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54" name="Group 53">
                <a:extLst>
                  <a:ext uri="{FF2B5EF4-FFF2-40B4-BE49-F238E27FC236}">
                    <a16:creationId xmlns:a16="http://schemas.microsoft.com/office/drawing/2014/main" id="{F3EAF354-ABFF-9CC2-0F5E-96C7EE076F8C}"/>
                  </a:ext>
                </a:extLst>
              </p:cNvPr>
              <p:cNvGrpSpPr/>
              <p:nvPr/>
            </p:nvGrpSpPr>
            <p:grpSpPr>
              <a:xfrm>
                <a:off x="6456004" y="2258987"/>
                <a:ext cx="720008" cy="576404"/>
                <a:chOff x="3125967" y="2528990"/>
                <a:chExt cx="720008" cy="576404"/>
              </a:xfrm>
            </p:grpSpPr>
            <p:sp>
              <p:nvSpPr>
                <p:cNvPr id="58" name="Oval 57">
                  <a:extLst>
                    <a:ext uri="{FF2B5EF4-FFF2-40B4-BE49-F238E27FC236}">
                      <a16:creationId xmlns:a16="http://schemas.microsoft.com/office/drawing/2014/main" id="{EEAF059B-2AF8-A15C-E3B5-ED0416768B8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548EA16-C7A5-AE8C-0C3D-8F2143FBF3B1}"/>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38" name="TextBox 37">
                      <a:extLst>
                        <a:ext uri="{FF2B5EF4-FFF2-40B4-BE49-F238E27FC236}">
                          <a16:creationId xmlns:a16="http://schemas.microsoft.com/office/drawing/2014/main" id="{3338DD7C-4D64-D644-9C61-57F9779744E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F8A2BBF0-9044-7997-D9F7-F43897D9FBCC}"/>
                  </a:ext>
                </a:extLst>
              </p:cNvPr>
              <p:cNvGrpSpPr/>
              <p:nvPr/>
            </p:nvGrpSpPr>
            <p:grpSpPr>
              <a:xfrm>
                <a:off x="6456004" y="3609002"/>
                <a:ext cx="720008" cy="576404"/>
                <a:chOff x="3125967" y="2528990"/>
                <a:chExt cx="720008" cy="576404"/>
              </a:xfrm>
            </p:grpSpPr>
            <p:sp>
              <p:nvSpPr>
                <p:cNvPr id="56" name="Oval 55">
                  <a:extLst>
                    <a:ext uri="{FF2B5EF4-FFF2-40B4-BE49-F238E27FC236}">
                      <a16:creationId xmlns:a16="http://schemas.microsoft.com/office/drawing/2014/main" id="{F1DB8960-90E6-C2BB-DDF9-BA5A8BEB583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86AADAE-AA63-A5FD-CB1B-607B41E3A66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35" name="TextBox 34">
                      <a:extLst>
                        <a:ext uri="{FF2B5EF4-FFF2-40B4-BE49-F238E27FC236}">
                          <a16:creationId xmlns:a16="http://schemas.microsoft.com/office/drawing/2014/main" id="{49D5ECB4-3801-6CEB-2F55-EEE3E0E8913F}"/>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3DB589-7A99-00E3-593D-628ECA2D8972}"/>
                    </a:ext>
                  </a:extLst>
                </p:cNvPr>
                <p:cNvSpPr txBox="1"/>
                <p:nvPr/>
              </p:nvSpPr>
              <p:spPr>
                <a:xfrm>
                  <a:off x="4221781" y="4257173"/>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6" name="TextBox 45">
                  <a:extLst>
                    <a:ext uri="{FF2B5EF4-FFF2-40B4-BE49-F238E27FC236}">
                      <a16:creationId xmlns:a16="http://schemas.microsoft.com/office/drawing/2014/main" id="{170FEB00-4648-B1F8-0DCF-877CE577C70F}"/>
                    </a:ext>
                  </a:extLst>
                </p:cNvPr>
                <p:cNvSpPr txBox="1">
                  <a:spLocks noRot="1" noChangeAspect="1" noMove="1" noResize="1" noEditPoints="1" noAdjustHandles="1" noChangeArrowheads="1" noChangeShapeType="1" noTextEdit="1"/>
                </p:cNvSpPr>
                <p:nvPr/>
              </p:nvSpPr>
              <p:spPr>
                <a:xfrm>
                  <a:off x="4221781" y="4257173"/>
                  <a:ext cx="937109" cy="769441"/>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EFC60B4-305D-C40E-E8FB-AE0B1FF552E1}"/>
                    </a:ext>
                  </a:extLst>
                </p:cNvPr>
                <p:cNvSpPr txBox="1"/>
                <p:nvPr/>
              </p:nvSpPr>
              <p:spPr>
                <a:xfrm>
                  <a:off x="7033109" y="4266512"/>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8" name="TextBox 47">
                  <a:extLst>
                    <a:ext uri="{FF2B5EF4-FFF2-40B4-BE49-F238E27FC236}">
                      <a16:creationId xmlns:a16="http://schemas.microsoft.com/office/drawing/2014/main" id="{175A7A97-0F1B-3300-E2FD-B55627CE7C45}"/>
                    </a:ext>
                  </a:extLst>
                </p:cNvPr>
                <p:cNvSpPr txBox="1">
                  <a:spLocks noRot="1" noChangeAspect="1" noMove="1" noResize="1" noEditPoints="1" noAdjustHandles="1" noChangeArrowheads="1" noChangeShapeType="1" noTextEdit="1"/>
                </p:cNvSpPr>
                <p:nvPr/>
              </p:nvSpPr>
              <p:spPr>
                <a:xfrm>
                  <a:off x="7033109" y="4266512"/>
                  <a:ext cx="937109" cy="769441"/>
                </a:xfrm>
                <a:prstGeom prst="rect">
                  <a:avLst/>
                </a:prstGeom>
                <a:blipFill>
                  <a:blip r:embed="rId12"/>
                  <a:stretch>
                    <a:fillRect/>
                  </a:stretch>
                </a:blipFill>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9A4BECDA-393B-3F41-F669-F496E848664B}"/>
                </a:ext>
              </a:extLst>
            </p:cNvPr>
            <p:cNvCxnSpPr>
              <a:cxnSpLocks/>
            </p:cNvCxnSpPr>
            <p:nvPr/>
          </p:nvCxnSpPr>
          <p:spPr>
            <a:xfrm flipH="1">
              <a:off x="8402730" y="4050256"/>
              <a:ext cx="1153365" cy="288341"/>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5B60D5A-C7B4-66C8-4C02-3FC583637910}"/>
                </a:ext>
              </a:extLst>
            </p:cNvPr>
            <p:cNvCxnSpPr>
              <a:cxnSpLocks/>
            </p:cNvCxnSpPr>
            <p:nvPr/>
          </p:nvCxnSpPr>
          <p:spPr>
            <a:xfrm flipH="1">
              <a:off x="8402730" y="5131536"/>
              <a:ext cx="1153365" cy="32456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4F6A5C77-13C6-79CD-111D-44A3CC4050A0}"/>
                </a:ext>
              </a:extLst>
            </p:cNvPr>
            <p:cNvGrpSpPr/>
            <p:nvPr/>
          </p:nvGrpSpPr>
          <p:grpSpPr>
            <a:xfrm>
              <a:off x="8114388" y="4122341"/>
              <a:ext cx="576683" cy="461664"/>
              <a:chOff x="3125967" y="2528990"/>
              <a:chExt cx="720008" cy="576404"/>
            </a:xfrm>
          </p:grpSpPr>
          <p:sp>
            <p:nvSpPr>
              <p:cNvPr id="48" name="Oval 47">
                <a:extLst>
                  <a:ext uri="{FF2B5EF4-FFF2-40B4-BE49-F238E27FC236}">
                    <a16:creationId xmlns:a16="http://schemas.microsoft.com/office/drawing/2014/main" id="{547BBB11-7BBB-3CA0-BBDE-B12A7F51757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50189F1-FE2E-C5B7-5A1C-DB5AD6B2F52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53" name="TextBox 52">
                    <a:extLst>
                      <a:ext uri="{FF2B5EF4-FFF2-40B4-BE49-F238E27FC236}">
                        <a16:creationId xmlns:a16="http://schemas.microsoft.com/office/drawing/2014/main" id="{0CAA4047-62D2-C327-5EB7-E170E6F37C58}"/>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16" name="Group 15">
              <a:extLst>
                <a:ext uri="{FF2B5EF4-FFF2-40B4-BE49-F238E27FC236}">
                  <a16:creationId xmlns:a16="http://schemas.microsoft.com/office/drawing/2014/main" id="{73E31592-09D5-47A7-6B92-D7947F7DDC1B}"/>
                </a:ext>
              </a:extLst>
            </p:cNvPr>
            <p:cNvGrpSpPr/>
            <p:nvPr/>
          </p:nvGrpSpPr>
          <p:grpSpPr>
            <a:xfrm>
              <a:off x="8114388" y="5239849"/>
              <a:ext cx="576683" cy="461664"/>
              <a:chOff x="3125967" y="2528990"/>
              <a:chExt cx="720008" cy="576404"/>
            </a:xfrm>
          </p:grpSpPr>
          <p:sp>
            <p:nvSpPr>
              <p:cNvPr id="46" name="Oval 45">
                <a:extLst>
                  <a:ext uri="{FF2B5EF4-FFF2-40B4-BE49-F238E27FC236}">
                    <a16:creationId xmlns:a16="http://schemas.microsoft.com/office/drawing/2014/main" id="{EEC39E52-0992-2FF6-14AD-8B02585E50AC}"/>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8C696C8-7600-B3CF-E17D-F0C4DC3F1A0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56" name="TextBox 55">
                    <a:extLst>
                      <a:ext uri="{FF2B5EF4-FFF2-40B4-BE49-F238E27FC236}">
                        <a16:creationId xmlns:a16="http://schemas.microsoft.com/office/drawing/2014/main" id="{3A309E96-C69E-A05D-02A2-3C661FC7A45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C1C8E91E-D815-F8A5-F080-A16DC324D4A4}"/>
                </a:ext>
              </a:extLst>
            </p:cNvPr>
            <p:cNvGrpSpPr/>
            <p:nvPr/>
          </p:nvGrpSpPr>
          <p:grpSpPr>
            <a:xfrm>
              <a:off x="9267753" y="3834000"/>
              <a:ext cx="576683" cy="461664"/>
              <a:chOff x="3125967" y="2528990"/>
              <a:chExt cx="720008" cy="576404"/>
            </a:xfrm>
          </p:grpSpPr>
          <p:sp>
            <p:nvSpPr>
              <p:cNvPr id="44" name="Oval 43">
                <a:extLst>
                  <a:ext uri="{FF2B5EF4-FFF2-40B4-BE49-F238E27FC236}">
                    <a16:creationId xmlns:a16="http://schemas.microsoft.com/office/drawing/2014/main" id="{032B44A1-7551-5C64-4633-B65983CEE22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248236F-1D61-6415-F8D7-C70715DA238A}"/>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59" name="TextBox 58">
                    <a:extLst>
                      <a:ext uri="{FF2B5EF4-FFF2-40B4-BE49-F238E27FC236}">
                        <a16:creationId xmlns:a16="http://schemas.microsoft.com/office/drawing/2014/main" id="{AD5E7A05-2BB0-9728-1EF0-BBC7292CCE3E}"/>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72939A7A-7BE9-5571-1281-C3C97F0E6AEC}"/>
                </a:ext>
              </a:extLst>
            </p:cNvPr>
            <p:cNvGrpSpPr/>
            <p:nvPr/>
          </p:nvGrpSpPr>
          <p:grpSpPr>
            <a:xfrm>
              <a:off x="9267753" y="4915280"/>
              <a:ext cx="576683" cy="461664"/>
              <a:chOff x="3125967" y="2528990"/>
              <a:chExt cx="720008" cy="576404"/>
            </a:xfrm>
          </p:grpSpPr>
          <p:sp>
            <p:nvSpPr>
              <p:cNvPr id="42" name="Oval 41">
                <a:extLst>
                  <a:ext uri="{FF2B5EF4-FFF2-40B4-BE49-F238E27FC236}">
                    <a16:creationId xmlns:a16="http://schemas.microsoft.com/office/drawing/2014/main" id="{69D90BFF-A722-16CC-0606-B23AF1E05C2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C132748-B189-FDD4-069F-4A8F7D915B0B}"/>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62" name="TextBox 61">
                    <a:extLst>
                      <a:ext uri="{FF2B5EF4-FFF2-40B4-BE49-F238E27FC236}">
                        <a16:creationId xmlns:a16="http://schemas.microsoft.com/office/drawing/2014/main" id="{29564151-75A5-783A-190C-6C81B8658680}"/>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cxnSp>
          <p:nvCxnSpPr>
            <p:cNvPr id="22" name="Straight Connector 21">
              <a:extLst>
                <a:ext uri="{FF2B5EF4-FFF2-40B4-BE49-F238E27FC236}">
                  <a16:creationId xmlns:a16="http://schemas.microsoft.com/office/drawing/2014/main" id="{1F032C34-6E99-1627-70B1-5AFCB30E450C}"/>
                </a:ext>
              </a:extLst>
            </p:cNvPr>
            <p:cNvCxnSpPr>
              <a:cxnSpLocks/>
            </p:cNvCxnSpPr>
            <p:nvPr/>
          </p:nvCxnSpPr>
          <p:spPr>
            <a:xfrm flipV="1">
              <a:off x="8402730" y="4338597"/>
              <a:ext cx="0" cy="1153365"/>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A3F2C4D3-D1AF-109C-903D-0EC4E6F5556D}"/>
                </a:ext>
              </a:extLst>
            </p:cNvPr>
            <p:cNvCxnSpPr>
              <a:cxnSpLocks/>
            </p:cNvCxnSpPr>
            <p:nvPr/>
          </p:nvCxnSpPr>
          <p:spPr>
            <a:xfrm flipV="1">
              <a:off x="9556095" y="4050256"/>
              <a:ext cx="0" cy="108128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30435573-CC1B-CF99-4CD5-23E3267B5721}"/>
                </a:ext>
              </a:extLst>
            </p:cNvPr>
            <p:cNvGrpSpPr/>
            <p:nvPr/>
          </p:nvGrpSpPr>
          <p:grpSpPr>
            <a:xfrm>
              <a:off x="8114388" y="4122341"/>
              <a:ext cx="576683" cy="461664"/>
              <a:chOff x="3125967" y="2528990"/>
              <a:chExt cx="720008" cy="576404"/>
            </a:xfrm>
          </p:grpSpPr>
          <p:sp>
            <p:nvSpPr>
              <p:cNvPr id="40" name="Oval 39">
                <a:extLst>
                  <a:ext uri="{FF2B5EF4-FFF2-40B4-BE49-F238E27FC236}">
                    <a16:creationId xmlns:a16="http://schemas.microsoft.com/office/drawing/2014/main" id="{4F38401F-97B0-536A-C869-531F75AE6ED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9C86308-A506-712E-0B82-B9886CB79CF8}"/>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67" name="TextBox 66">
                    <a:extLst>
                      <a:ext uri="{FF2B5EF4-FFF2-40B4-BE49-F238E27FC236}">
                        <a16:creationId xmlns:a16="http://schemas.microsoft.com/office/drawing/2014/main" id="{5D8E3587-3D56-7F3B-B460-F1C91706BCD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9E456329-2A39-E873-4175-6DCC3F294659}"/>
                </a:ext>
              </a:extLst>
            </p:cNvPr>
            <p:cNvGrpSpPr/>
            <p:nvPr/>
          </p:nvGrpSpPr>
          <p:grpSpPr>
            <a:xfrm>
              <a:off x="8114388" y="5239849"/>
              <a:ext cx="576683" cy="461664"/>
              <a:chOff x="3125967" y="2528990"/>
              <a:chExt cx="720008" cy="576404"/>
            </a:xfrm>
          </p:grpSpPr>
          <p:sp>
            <p:nvSpPr>
              <p:cNvPr id="38" name="Oval 37">
                <a:extLst>
                  <a:ext uri="{FF2B5EF4-FFF2-40B4-BE49-F238E27FC236}">
                    <a16:creationId xmlns:a16="http://schemas.microsoft.com/office/drawing/2014/main" id="{70EFBD39-39F3-B501-90A1-DE87922FD92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75F6E3-F669-CFAC-B383-41499DA8C6B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70" name="TextBox 69">
                    <a:extLst>
                      <a:ext uri="{FF2B5EF4-FFF2-40B4-BE49-F238E27FC236}">
                        <a16:creationId xmlns:a16="http://schemas.microsoft.com/office/drawing/2014/main" id="{9741AA8E-55FD-9DF8-6CBC-1D384CE87F7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4D8DACC0-A7B0-5F3E-5801-4ED9FA594299}"/>
                </a:ext>
              </a:extLst>
            </p:cNvPr>
            <p:cNvGrpSpPr/>
            <p:nvPr/>
          </p:nvGrpSpPr>
          <p:grpSpPr>
            <a:xfrm>
              <a:off x="9267753" y="3834000"/>
              <a:ext cx="576683" cy="461664"/>
              <a:chOff x="3125967" y="2528990"/>
              <a:chExt cx="720008" cy="576404"/>
            </a:xfrm>
          </p:grpSpPr>
          <p:sp>
            <p:nvSpPr>
              <p:cNvPr id="36" name="Oval 35">
                <a:extLst>
                  <a:ext uri="{FF2B5EF4-FFF2-40B4-BE49-F238E27FC236}">
                    <a16:creationId xmlns:a16="http://schemas.microsoft.com/office/drawing/2014/main" id="{98AE8B03-077D-0384-4174-527D27D01EE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9726D31-0C7F-D90A-31F5-7DDE0BD96F06}"/>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73" name="TextBox 72">
                    <a:extLst>
                      <a:ext uri="{FF2B5EF4-FFF2-40B4-BE49-F238E27FC236}">
                        <a16:creationId xmlns:a16="http://schemas.microsoft.com/office/drawing/2014/main" id="{65443ECC-74BC-C2E7-F136-FF35EDF9342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03EF3DFE-7923-A62F-F130-C6D1115E44A6}"/>
                </a:ext>
              </a:extLst>
            </p:cNvPr>
            <p:cNvGrpSpPr/>
            <p:nvPr/>
          </p:nvGrpSpPr>
          <p:grpSpPr>
            <a:xfrm>
              <a:off x="9267753" y="4915280"/>
              <a:ext cx="576683" cy="461664"/>
              <a:chOff x="3125967" y="2528990"/>
              <a:chExt cx="720008" cy="576404"/>
            </a:xfrm>
          </p:grpSpPr>
          <p:sp>
            <p:nvSpPr>
              <p:cNvPr id="34" name="Oval 33">
                <a:extLst>
                  <a:ext uri="{FF2B5EF4-FFF2-40B4-BE49-F238E27FC236}">
                    <a16:creationId xmlns:a16="http://schemas.microsoft.com/office/drawing/2014/main" id="{3333AE29-B362-4B0E-C431-AC949F2059AD}"/>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18A851E-3DE5-B431-E068-1674D5E493AC}"/>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76" name="TextBox 75">
                    <a:extLst>
                      <a:ext uri="{FF2B5EF4-FFF2-40B4-BE49-F238E27FC236}">
                        <a16:creationId xmlns:a16="http://schemas.microsoft.com/office/drawing/2014/main" id="{76D10693-004E-C10D-068C-873A1830F4C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36007DB-D343-4052-753F-69F5AEFB0A0C}"/>
                    </a:ext>
                  </a:extLst>
                </p:cNvPr>
                <p:cNvSpPr txBox="1"/>
                <p:nvPr/>
              </p:nvSpPr>
              <p:spPr>
                <a:xfrm>
                  <a:off x="2419648"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7" name="TextBox 76">
                  <a:extLst>
                    <a:ext uri="{FF2B5EF4-FFF2-40B4-BE49-F238E27FC236}">
                      <a16:creationId xmlns:a16="http://schemas.microsoft.com/office/drawing/2014/main" id="{AB3C3E5A-56A6-310E-9F95-3DCE3B0F7142}"/>
                    </a:ext>
                  </a:extLst>
                </p:cNvPr>
                <p:cNvSpPr txBox="1">
                  <a:spLocks noRot="1" noChangeAspect="1" noMove="1" noResize="1" noEditPoints="1" noAdjustHandles="1" noChangeArrowheads="1" noChangeShapeType="1" noTextEdit="1"/>
                </p:cNvSpPr>
                <p:nvPr/>
              </p:nvSpPr>
              <p:spPr>
                <a:xfrm>
                  <a:off x="2419648" y="5769000"/>
                  <a:ext cx="1585877" cy="76091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160A739-FEB8-66E9-B849-BF5BC92310D4}"/>
                    </a:ext>
                  </a:extLst>
                </p:cNvPr>
                <p:cNvSpPr txBox="1"/>
                <p:nvPr/>
              </p:nvSpPr>
              <p:spPr>
                <a:xfrm>
                  <a:off x="5303061"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8" name="TextBox 77">
                  <a:extLst>
                    <a:ext uri="{FF2B5EF4-FFF2-40B4-BE49-F238E27FC236}">
                      <a16:creationId xmlns:a16="http://schemas.microsoft.com/office/drawing/2014/main" id="{82228917-5DE8-11D5-9644-509AD3FE9F7F}"/>
                    </a:ext>
                  </a:extLst>
                </p:cNvPr>
                <p:cNvSpPr txBox="1">
                  <a:spLocks noRot="1" noChangeAspect="1" noMove="1" noResize="1" noEditPoints="1" noAdjustHandles="1" noChangeArrowheads="1" noChangeShapeType="1" noTextEdit="1"/>
                </p:cNvSpPr>
                <p:nvPr/>
              </p:nvSpPr>
              <p:spPr>
                <a:xfrm>
                  <a:off x="5303061" y="5769000"/>
                  <a:ext cx="1585877" cy="76091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5B20E66-7ACD-D5CE-8CD6-BE32E2884B5A}"/>
                    </a:ext>
                  </a:extLst>
                </p:cNvPr>
                <p:cNvSpPr txBox="1"/>
                <p:nvPr/>
              </p:nvSpPr>
              <p:spPr>
                <a:xfrm>
                  <a:off x="8186474" y="5773432"/>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𝐶</m:t>
                                </m:r>
                              </m:e>
                              <m:sub>
                                <m:r>
                                  <a:rPr lang="en-GB" sz="4000" b="0" i="1" smtClean="0">
                                    <a:latin typeface="Cambria Math" panose="02040503050406030204" pitchFamily="18" charset="0"/>
                                  </a:rPr>
                                  <m:t>4</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9" name="TextBox 78">
                  <a:extLst>
                    <a:ext uri="{FF2B5EF4-FFF2-40B4-BE49-F238E27FC236}">
                      <a16:creationId xmlns:a16="http://schemas.microsoft.com/office/drawing/2014/main" id="{0234EE10-C393-532D-9515-1E8B455EC58D}"/>
                    </a:ext>
                  </a:extLst>
                </p:cNvPr>
                <p:cNvSpPr txBox="1">
                  <a:spLocks noRot="1" noChangeAspect="1" noMove="1" noResize="1" noEditPoints="1" noAdjustHandles="1" noChangeArrowheads="1" noChangeShapeType="1" noTextEdit="1"/>
                </p:cNvSpPr>
                <p:nvPr/>
              </p:nvSpPr>
              <p:spPr>
                <a:xfrm>
                  <a:off x="8186474" y="5773432"/>
                  <a:ext cx="1585877" cy="76091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FA8C763-5FD5-7976-23D1-CDF84BBE827B}"/>
                    </a:ext>
                  </a:extLst>
                </p:cNvPr>
                <p:cNvSpPr txBox="1"/>
                <p:nvPr/>
              </p:nvSpPr>
              <p:spPr>
                <a:xfrm>
                  <a:off x="4221781"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0" name="TextBox 79">
                  <a:extLst>
                    <a:ext uri="{FF2B5EF4-FFF2-40B4-BE49-F238E27FC236}">
                      <a16:creationId xmlns:a16="http://schemas.microsoft.com/office/drawing/2014/main" id="{1E148852-B78D-418C-02F0-679FA9A7451F}"/>
                    </a:ext>
                  </a:extLst>
                </p:cNvPr>
                <p:cNvSpPr txBox="1">
                  <a:spLocks noRot="1" noChangeAspect="1" noMove="1" noResize="1" noEditPoints="1" noAdjustHandles="1" noChangeArrowheads="1" noChangeShapeType="1" noTextEdit="1"/>
                </p:cNvSpPr>
                <p:nvPr/>
              </p:nvSpPr>
              <p:spPr>
                <a:xfrm>
                  <a:off x="4221781" y="5769000"/>
                  <a:ext cx="937109"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16BEBFE-AA71-8FDF-C1E8-F7B678EA869C}"/>
                    </a:ext>
                  </a:extLst>
                </p:cNvPr>
                <p:cNvSpPr txBox="1"/>
                <p:nvPr/>
              </p:nvSpPr>
              <p:spPr>
                <a:xfrm>
                  <a:off x="7033109"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1" name="TextBox 80">
                  <a:extLst>
                    <a:ext uri="{FF2B5EF4-FFF2-40B4-BE49-F238E27FC236}">
                      <a16:creationId xmlns:a16="http://schemas.microsoft.com/office/drawing/2014/main" id="{A62346A2-18F1-90D9-D857-6A3C00E29ADC}"/>
                    </a:ext>
                  </a:extLst>
                </p:cNvPr>
                <p:cNvSpPr txBox="1">
                  <a:spLocks noRot="1" noChangeAspect="1" noMove="1" noResize="1" noEditPoints="1" noAdjustHandles="1" noChangeArrowheads="1" noChangeShapeType="1" noTextEdit="1"/>
                </p:cNvSpPr>
                <p:nvPr/>
              </p:nvSpPr>
              <p:spPr>
                <a:xfrm>
                  <a:off x="7033109" y="5769000"/>
                  <a:ext cx="937109" cy="707886"/>
                </a:xfrm>
                <a:prstGeom prst="rect">
                  <a:avLst/>
                </a:prstGeom>
                <a:blipFill>
                  <a:blip r:embed="rId17"/>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25851952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0908-82F6-790B-8F1E-A649C99B45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39E9DA-4710-1463-9325-D7C6E9BABDC5}"/>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p:sp>
        <p:nvSpPr>
          <p:cNvPr id="8" name="Rectangle 7">
            <a:extLst>
              <a:ext uri="{FF2B5EF4-FFF2-40B4-BE49-F238E27FC236}">
                <a16:creationId xmlns:a16="http://schemas.microsoft.com/office/drawing/2014/main" id="{9BB4993C-F383-0609-3FEB-2ABB9C275350}"/>
              </a:ext>
            </a:extLst>
          </p:cNvPr>
          <p:cNvSpPr/>
          <p:nvPr/>
        </p:nvSpPr>
        <p:spPr>
          <a:xfrm>
            <a:off x="785941" y="1718980"/>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Super-linear circuit lower bound via many-mode tensors?</a:t>
            </a:r>
            <a:endParaRPr lang="en-GB" sz="3600" dirty="0">
              <a:solidFill>
                <a:schemeClr val="tx1"/>
              </a:solidFill>
            </a:endParaRPr>
          </a:p>
        </p:txBody>
      </p:sp>
      <p:sp>
        <p:nvSpPr>
          <p:cNvPr id="23" name="Rectangle 22">
            <a:extLst>
              <a:ext uri="{FF2B5EF4-FFF2-40B4-BE49-F238E27FC236}">
                <a16:creationId xmlns:a16="http://schemas.microsoft.com/office/drawing/2014/main" id="{176C29BA-0FB1-7684-4CAE-4AD5A624F6EF}"/>
              </a:ext>
            </a:extLst>
          </p:cNvPr>
          <p:cNvSpPr/>
          <p:nvPr/>
        </p:nvSpPr>
        <p:spPr>
          <a:xfrm>
            <a:off x="6456004" y="1718981"/>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Unconditional proof of non-</a:t>
            </a:r>
            <a:r>
              <a:rPr lang="en-US" sz="3600" dirty="0" err="1">
                <a:solidFill>
                  <a:schemeClr val="tx1"/>
                </a:solidFill>
              </a:rPr>
              <a:t>submultiplicativity</a:t>
            </a:r>
            <a:r>
              <a:rPr lang="en-US" sz="3600" dirty="0">
                <a:solidFill>
                  <a:schemeClr val="tx1"/>
                </a:solidFill>
              </a:rPr>
              <a:t> of circuit complexity?</a:t>
            </a:r>
            <a:endParaRPr lang="en-GB" sz="3600" dirty="0">
              <a:solidFill>
                <a:schemeClr val="tx1"/>
              </a:solidFill>
            </a:endParaRPr>
          </a:p>
        </p:txBody>
      </p:sp>
      <p:grpSp>
        <p:nvGrpSpPr>
          <p:cNvPr id="2" name="Group 1">
            <a:extLst>
              <a:ext uri="{FF2B5EF4-FFF2-40B4-BE49-F238E27FC236}">
                <a16:creationId xmlns:a16="http://schemas.microsoft.com/office/drawing/2014/main" id="{CDF7CBB1-B6FA-6C9F-208D-74EF1AA0AC49}"/>
              </a:ext>
            </a:extLst>
          </p:cNvPr>
          <p:cNvGrpSpPr/>
          <p:nvPr/>
        </p:nvGrpSpPr>
        <p:grpSpPr>
          <a:xfrm>
            <a:off x="2347563" y="3789004"/>
            <a:ext cx="7496873" cy="2700346"/>
            <a:chOff x="2347563" y="3834000"/>
            <a:chExt cx="7496873" cy="2700346"/>
          </a:xfrm>
        </p:grpSpPr>
        <p:grpSp>
          <p:nvGrpSpPr>
            <p:cNvPr id="5" name="Group 4">
              <a:extLst>
                <a:ext uri="{FF2B5EF4-FFF2-40B4-BE49-F238E27FC236}">
                  <a16:creationId xmlns:a16="http://schemas.microsoft.com/office/drawing/2014/main" id="{6EE122BA-AD4D-8E2D-7413-A3E7D78B70B2}"/>
                </a:ext>
              </a:extLst>
            </p:cNvPr>
            <p:cNvGrpSpPr/>
            <p:nvPr/>
          </p:nvGrpSpPr>
          <p:grpSpPr>
            <a:xfrm>
              <a:off x="2347563" y="3834000"/>
              <a:ext cx="1730048" cy="1867514"/>
              <a:chOff x="1415948" y="2258987"/>
              <a:chExt cx="2160024" cy="2331655"/>
            </a:xfrm>
          </p:grpSpPr>
          <p:cxnSp>
            <p:nvCxnSpPr>
              <p:cNvPr id="64" name="Straight Connector 63">
                <a:extLst>
                  <a:ext uri="{FF2B5EF4-FFF2-40B4-BE49-F238E27FC236}">
                    <a16:creationId xmlns:a16="http://schemas.microsoft.com/office/drawing/2014/main" id="{341600F3-D554-0AE7-801A-24A8B96956C1}"/>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A04ED1F-C520-18AE-80BD-3405D8146A32}"/>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36822816-C42F-8BF4-CCBF-20D1BB417857}"/>
                  </a:ext>
                </a:extLst>
              </p:cNvPr>
              <p:cNvGrpSpPr/>
              <p:nvPr/>
            </p:nvGrpSpPr>
            <p:grpSpPr>
              <a:xfrm>
                <a:off x="1415948" y="2618991"/>
                <a:ext cx="720008" cy="576404"/>
                <a:chOff x="3125967" y="2528990"/>
                <a:chExt cx="720008" cy="576404"/>
              </a:xfrm>
            </p:grpSpPr>
            <p:sp>
              <p:nvSpPr>
                <p:cNvPr id="76" name="Oval 75">
                  <a:extLst>
                    <a:ext uri="{FF2B5EF4-FFF2-40B4-BE49-F238E27FC236}">
                      <a16:creationId xmlns:a16="http://schemas.microsoft.com/office/drawing/2014/main" id="{F14BDFFB-CFBD-D6A6-4955-30FDCB35375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AFA395F-6AF8-7568-D474-B1B599FE583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19" name="TextBox 18">
                      <a:extLst>
                        <a:ext uri="{FF2B5EF4-FFF2-40B4-BE49-F238E27FC236}">
                          <a16:creationId xmlns:a16="http://schemas.microsoft.com/office/drawing/2014/main" id="{C3042788-F3A7-CEBE-3EFB-D9E3B3D21E8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41E9B9AE-B707-6541-0B02-614550B7EB2B}"/>
                  </a:ext>
                </a:extLst>
              </p:cNvPr>
              <p:cNvGrpSpPr/>
              <p:nvPr/>
            </p:nvGrpSpPr>
            <p:grpSpPr>
              <a:xfrm>
                <a:off x="1415948" y="4014238"/>
                <a:ext cx="720008" cy="576404"/>
                <a:chOff x="3125967" y="2528990"/>
                <a:chExt cx="720008" cy="576404"/>
              </a:xfrm>
            </p:grpSpPr>
            <p:sp>
              <p:nvSpPr>
                <p:cNvPr id="74" name="Oval 73">
                  <a:extLst>
                    <a:ext uri="{FF2B5EF4-FFF2-40B4-BE49-F238E27FC236}">
                      <a16:creationId xmlns:a16="http://schemas.microsoft.com/office/drawing/2014/main" id="{D2D05C28-4A00-2EBA-439F-DD5D5B1DA56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558AA74-5218-5A70-834F-BFBDA60AD7E0}"/>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16" name="TextBox 15">
                      <a:extLst>
                        <a:ext uri="{FF2B5EF4-FFF2-40B4-BE49-F238E27FC236}">
                          <a16:creationId xmlns:a16="http://schemas.microsoft.com/office/drawing/2014/main" id="{B9A3EE10-9CEA-3834-F73B-5A9F62508EE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68" name="Group 67">
                <a:extLst>
                  <a:ext uri="{FF2B5EF4-FFF2-40B4-BE49-F238E27FC236}">
                    <a16:creationId xmlns:a16="http://schemas.microsoft.com/office/drawing/2014/main" id="{F07B4136-3FF6-D759-7A55-4EE41D93C99A}"/>
                  </a:ext>
                </a:extLst>
              </p:cNvPr>
              <p:cNvGrpSpPr/>
              <p:nvPr/>
            </p:nvGrpSpPr>
            <p:grpSpPr>
              <a:xfrm>
                <a:off x="2855964" y="2258987"/>
                <a:ext cx="720008" cy="576404"/>
                <a:chOff x="3125967" y="2528990"/>
                <a:chExt cx="720008" cy="576404"/>
              </a:xfrm>
            </p:grpSpPr>
            <p:sp>
              <p:nvSpPr>
                <p:cNvPr id="72" name="Oval 71">
                  <a:extLst>
                    <a:ext uri="{FF2B5EF4-FFF2-40B4-BE49-F238E27FC236}">
                      <a16:creationId xmlns:a16="http://schemas.microsoft.com/office/drawing/2014/main" id="{62B130EB-9A18-E28E-FDCD-C68BFD25DB3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7050821-E7F9-AACB-A0D1-1BD0F31D4BF9}"/>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13" name="TextBox 12">
                      <a:extLst>
                        <a:ext uri="{FF2B5EF4-FFF2-40B4-BE49-F238E27FC236}">
                          <a16:creationId xmlns:a16="http://schemas.microsoft.com/office/drawing/2014/main" id="{F801B8EA-1620-DA57-AE86-F65C42A92BC9}"/>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69" name="Group 68">
                <a:extLst>
                  <a:ext uri="{FF2B5EF4-FFF2-40B4-BE49-F238E27FC236}">
                    <a16:creationId xmlns:a16="http://schemas.microsoft.com/office/drawing/2014/main" id="{F7A4203F-6CC5-9EBC-6C1A-5323349F0025}"/>
                  </a:ext>
                </a:extLst>
              </p:cNvPr>
              <p:cNvGrpSpPr/>
              <p:nvPr/>
            </p:nvGrpSpPr>
            <p:grpSpPr>
              <a:xfrm>
                <a:off x="2855964" y="3609002"/>
                <a:ext cx="720008" cy="576404"/>
                <a:chOff x="3125967" y="2528990"/>
                <a:chExt cx="720008" cy="576404"/>
              </a:xfrm>
            </p:grpSpPr>
            <p:sp>
              <p:nvSpPr>
                <p:cNvPr id="70" name="Oval 69">
                  <a:extLst>
                    <a:ext uri="{FF2B5EF4-FFF2-40B4-BE49-F238E27FC236}">
                      <a16:creationId xmlns:a16="http://schemas.microsoft.com/office/drawing/2014/main" id="{13348920-E3BA-6F3B-187A-14DE1E4A038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5D4548F-86FE-06AD-F1A3-6FD1549F7FA4}"/>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11" name="TextBox 10">
                      <a:extLst>
                        <a:ext uri="{FF2B5EF4-FFF2-40B4-BE49-F238E27FC236}">
                          <a16:creationId xmlns:a16="http://schemas.microsoft.com/office/drawing/2014/main" id="{5DDFC95C-7C79-B6BF-AC87-5A08F85229EB}"/>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grpSp>
          <p:nvGrpSpPr>
            <p:cNvPr id="6" name="Group 5">
              <a:extLst>
                <a:ext uri="{FF2B5EF4-FFF2-40B4-BE49-F238E27FC236}">
                  <a16:creationId xmlns:a16="http://schemas.microsoft.com/office/drawing/2014/main" id="{73EB7FD0-E845-1814-5F36-95365BCFE845}"/>
                </a:ext>
              </a:extLst>
            </p:cNvPr>
            <p:cNvGrpSpPr/>
            <p:nvPr/>
          </p:nvGrpSpPr>
          <p:grpSpPr>
            <a:xfrm>
              <a:off x="5230976" y="3834000"/>
              <a:ext cx="1730048" cy="1867514"/>
              <a:chOff x="5015988" y="2258987"/>
              <a:chExt cx="2160024" cy="2331655"/>
            </a:xfrm>
          </p:grpSpPr>
          <p:cxnSp>
            <p:nvCxnSpPr>
              <p:cNvPr id="50" name="Straight Connector 49">
                <a:extLst>
                  <a:ext uri="{FF2B5EF4-FFF2-40B4-BE49-F238E27FC236}">
                    <a16:creationId xmlns:a16="http://schemas.microsoft.com/office/drawing/2014/main" id="{D5F14285-0993-D843-398E-8FF04C648373}"/>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8611589-B187-BA70-95A4-7F5C189D80CA}"/>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C58D47ED-4F5E-B1DB-381F-302D056330E6}"/>
                  </a:ext>
                </a:extLst>
              </p:cNvPr>
              <p:cNvGrpSpPr/>
              <p:nvPr/>
            </p:nvGrpSpPr>
            <p:grpSpPr>
              <a:xfrm>
                <a:off x="5015988" y="2618991"/>
                <a:ext cx="720008" cy="576404"/>
                <a:chOff x="3125967" y="2528990"/>
                <a:chExt cx="720008" cy="576404"/>
              </a:xfrm>
            </p:grpSpPr>
            <p:sp>
              <p:nvSpPr>
                <p:cNvPr id="62" name="Oval 61">
                  <a:extLst>
                    <a:ext uri="{FF2B5EF4-FFF2-40B4-BE49-F238E27FC236}">
                      <a16:creationId xmlns:a16="http://schemas.microsoft.com/office/drawing/2014/main" id="{06DE2DDC-61E7-104C-8CD6-EC3B9CC3ECB1}"/>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A0731F6-38A8-5822-AB5C-34FD8D64D67B}"/>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44" name="TextBox 43">
                      <a:extLst>
                        <a:ext uri="{FF2B5EF4-FFF2-40B4-BE49-F238E27FC236}">
                          <a16:creationId xmlns:a16="http://schemas.microsoft.com/office/drawing/2014/main" id="{60E4209B-932A-496C-2B77-2C7AE4E96626}"/>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6B8E803D-C007-E6E0-2D83-F0FF1FB0FAB1}"/>
                  </a:ext>
                </a:extLst>
              </p:cNvPr>
              <p:cNvGrpSpPr/>
              <p:nvPr/>
            </p:nvGrpSpPr>
            <p:grpSpPr>
              <a:xfrm>
                <a:off x="5015988" y="4014238"/>
                <a:ext cx="720008" cy="576404"/>
                <a:chOff x="3125967" y="2528990"/>
                <a:chExt cx="720008" cy="576404"/>
              </a:xfrm>
            </p:grpSpPr>
            <p:sp>
              <p:nvSpPr>
                <p:cNvPr id="60" name="Oval 59">
                  <a:extLst>
                    <a:ext uri="{FF2B5EF4-FFF2-40B4-BE49-F238E27FC236}">
                      <a16:creationId xmlns:a16="http://schemas.microsoft.com/office/drawing/2014/main" id="{5E44BA7F-1652-8021-74E6-38D2282F77E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59F9462-D6F7-D964-04DD-3A1B58967C86}"/>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42" name="TextBox 41">
                      <a:extLst>
                        <a:ext uri="{FF2B5EF4-FFF2-40B4-BE49-F238E27FC236}">
                          <a16:creationId xmlns:a16="http://schemas.microsoft.com/office/drawing/2014/main" id="{CB5E7A3F-57DE-C23B-3E72-FF7A019D0EB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54" name="Group 53">
                <a:extLst>
                  <a:ext uri="{FF2B5EF4-FFF2-40B4-BE49-F238E27FC236}">
                    <a16:creationId xmlns:a16="http://schemas.microsoft.com/office/drawing/2014/main" id="{7693000C-77B7-DF21-5455-0186E6DEF01D}"/>
                  </a:ext>
                </a:extLst>
              </p:cNvPr>
              <p:cNvGrpSpPr/>
              <p:nvPr/>
            </p:nvGrpSpPr>
            <p:grpSpPr>
              <a:xfrm>
                <a:off x="6456004" y="2258987"/>
                <a:ext cx="720008" cy="576404"/>
                <a:chOff x="3125967" y="2528990"/>
                <a:chExt cx="720008" cy="576404"/>
              </a:xfrm>
            </p:grpSpPr>
            <p:sp>
              <p:nvSpPr>
                <p:cNvPr id="58" name="Oval 57">
                  <a:extLst>
                    <a:ext uri="{FF2B5EF4-FFF2-40B4-BE49-F238E27FC236}">
                      <a16:creationId xmlns:a16="http://schemas.microsoft.com/office/drawing/2014/main" id="{FA0092F7-3E18-24BB-A04E-1272578D44FB}"/>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A1BDBC1-AAB9-EC9C-E9BD-EE521F17735D}"/>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38" name="TextBox 37">
                      <a:extLst>
                        <a:ext uri="{FF2B5EF4-FFF2-40B4-BE49-F238E27FC236}">
                          <a16:creationId xmlns:a16="http://schemas.microsoft.com/office/drawing/2014/main" id="{3338DD7C-4D64-D644-9C61-57F9779744E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F0B2FB6D-EDC4-64E7-2629-F3B1C9AD8095}"/>
                  </a:ext>
                </a:extLst>
              </p:cNvPr>
              <p:cNvGrpSpPr/>
              <p:nvPr/>
            </p:nvGrpSpPr>
            <p:grpSpPr>
              <a:xfrm>
                <a:off x="6456004" y="3609002"/>
                <a:ext cx="720008" cy="576404"/>
                <a:chOff x="3125967" y="2528990"/>
                <a:chExt cx="720008" cy="576404"/>
              </a:xfrm>
            </p:grpSpPr>
            <p:sp>
              <p:nvSpPr>
                <p:cNvPr id="56" name="Oval 55">
                  <a:extLst>
                    <a:ext uri="{FF2B5EF4-FFF2-40B4-BE49-F238E27FC236}">
                      <a16:creationId xmlns:a16="http://schemas.microsoft.com/office/drawing/2014/main" id="{DB1BACBC-83B3-3F8B-FC50-78A749B682A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D8ACE45-BFEF-521A-5475-A77279F9909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35" name="TextBox 34">
                      <a:extLst>
                        <a:ext uri="{FF2B5EF4-FFF2-40B4-BE49-F238E27FC236}">
                          <a16:creationId xmlns:a16="http://schemas.microsoft.com/office/drawing/2014/main" id="{49D5ECB4-3801-6CEB-2F55-EEE3E0E8913F}"/>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8E25FA-741B-0575-FD30-290A700EA577}"/>
                    </a:ext>
                  </a:extLst>
                </p:cNvPr>
                <p:cNvSpPr txBox="1"/>
                <p:nvPr/>
              </p:nvSpPr>
              <p:spPr>
                <a:xfrm>
                  <a:off x="4221781" y="4257173"/>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6" name="TextBox 45">
                  <a:extLst>
                    <a:ext uri="{FF2B5EF4-FFF2-40B4-BE49-F238E27FC236}">
                      <a16:creationId xmlns:a16="http://schemas.microsoft.com/office/drawing/2014/main" id="{170FEB00-4648-B1F8-0DCF-877CE577C70F}"/>
                    </a:ext>
                  </a:extLst>
                </p:cNvPr>
                <p:cNvSpPr txBox="1">
                  <a:spLocks noRot="1" noChangeAspect="1" noMove="1" noResize="1" noEditPoints="1" noAdjustHandles="1" noChangeArrowheads="1" noChangeShapeType="1" noTextEdit="1"/>
                </p:cNvSpPr>
                <p:nvPr/>
              </p:nvSpPr>
              <p:spPr>
                <a:xfrm>
                  <a:off x="4221781" y="4257173"/>
                  <a:ext cx="937109" cy="769441"/>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B106F11-97C6-9C3C-E6CC-C23F27F4C0DB}"/>
                    </a:ext>
                  </a:extLst>
                </p:cNvPr>
                <p:cNvSpPr txBox="1"/>
                <p:nvPr/>
              </p:nvSpPr>
              <p:spPr>
                <a:xfrm>
                  <a:off x="7033109" y="4266512"/>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8" name="TextBox 47">
                  <a:extLst>
                    <a:ext uri="{FF2B5EF4-FFF2-40B4-BE49-F238E27FC236}">
                      <a16:creationId xmlns:a16="http://schemas.microsoft.com/office/drawing/2014/main" id="{175A7A97-0F1B-3300-E2FD-B55627CE7C45}"/>
                    </a:ext>
                  </a:extLst>
                </p:cNvPr>
                <p:cNvSpPr txBox="1">
                  <a:spLocks noRot="1" noChangeAspect="1" noMove="1" noResize="1" noEditPoints="1" noAdjustHandles="1" noChangeArrowheads="1" noChangeShapeType="1" noTextEdit="1"/>
                </p:cNvSpPr>
                <p:nvPr/>
              </p:nvSpPr>
              <p:spPr>
                <a:xfrm>
                  <a:off x="7033109" y="4266512"/>
                  <a:ext cx="937109" cy="769441"/>
                </a:xfrm>
                <a:prstGeom prst="rect">
                  <a:avLst/>
                </a:prstGeom>
                <a:blipFill>
                  <a:blip r:embed="rId12"/>
                  <a:stretch>
                    <a:fillRect/>
                  </a:stretch>
                </a:blipFill>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7CAEDC3D-BA8A-2887-8E5A-674B21587694}"/>
                </a:ext>
              </a:extLst>
            </p:cNvPr>
            <p:cNvCxnSpPr>
              <a:cxnSpLocks/>
            </p:cNvCxnSpPr>
            <p:nvPr/>
          </p:nvCxnSpPr>
          <p:spPr>
            <a:xfrm flipH="1">
              <a:off x="8402730" y="4050256"/>
              <a:ext cx="1153365" cy="288341"/>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365CD31-6120-633F-9A3A-A42382F0BFEC}"/>
                </a:ext>
              </a:extLst>
            </p:cNvPr>
            <p:cNvCxnSpPr>
              <a:cxnSpLocks/>
            </p:cNvCxnSpPr>
            <p:nvPr/>
          </p:nvCxnSpPr>
          <p:spPr>
            <a:xfrm flipH="1">
              <a:off x="8402730" y="5131536"/>
              <a:ext cx="1153365" cy="32456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96823030-EA18-AF99-DFD2-20FB765057AD}"/>
                </a:ext>
              </a:extLst>
            </p:cNvPr>
            <p:cNvGrpSpPr/>
            <p:nvPr/>
          </p:nvGrpSpPr>
          <p:grpSpPr>
            <a:xfrm>
              <a:off x="8114388" y="4122341"/>
              <a:ext cx="576683" cy="461664"/>
              <a:chOff x="3125967" y="2528990"/>
              <a:chExt cx="720008" cy="576404"/>
            </a:xfrm>
          </p:grpSpPr>
          <p:sp>
            <p:nvSpPr>
              <p:cNvPr id="48" name="Oval 47">
                <a:extLst>
                  <a:ext uri="{FF2B5EF4-FFF2-40B4-BE49-F238E27FC236}">
                    <a16:creationId xmlns:a16="http://schemas.microsoft.com/office/drawing/2014/main" id="{056EAC52-D6E9-7B03-A5F8-FC821631012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1D52AAB-E509-96D3-13E6-940D9EC2DE94}"/>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53" name="TextBox 52">
                    <a:extLst>
                      <a:ext uri="{FF2B5EF4-FFF2-40B4-BE49-F238E27FC236}">
                        <a16:creationId xmlns:a16="http://schemas.microsoft.com/office/drawing/2014/main" id="{0CAA4047-62D2-C327-5EB7-E170E6F37C58}"/>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16" name="Group 15">
              <a:extLst>
                <a:ext uri="{FF2B5EF4-FFF2-40B4-BE49-F238E27FC236}">
                  <a16:creationId xmlns:a16="http://schemas.microsoft.com/office/drawing/2014/main" id="{11AB3E08-82F7-A79A-5B00-3C55D017BA21}"/>
                </a:ext>
              </a:extLst>
            </p:cNvPr>
            <p:cNvGrpSpPr/>
            <p:nvPr/>
          </p:nvGrpSpPr>
          <p:grpSpPr>
            <a:xfrm>
              <a:off x="8114388" y="5239849"/>
              <a:ext cx="576683" cy="461664"/>
              <a:chOff x="3125967" y="2528990"/>
              <a:chExt cx="720008" cy="576404"/>
            </a:xfrm>
          </p:grpSpPr>
          <p:sp>
            <p:nvSpPr>
              <p:cNvPr id="46" name="Oval 45">
                <a:extLst>
                  <a:ext uri="{FF2B5EF4-FFF2-40B4-BE49-F238E27FC236}">
                    <a16:creationId xmlns:a16="http://schemas.microsoft.com/office/drawing/2014/main" id="{540EA4A8-6EB9-D877-6B2F-05167E299F4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D98B1BF-694D-B44D-687F-9F5801134BF4}"/>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56" name="TextBox 55">
                    <a:extLst>
                      <a:ext uri="{FF2B5EF4-FFF2-40B4-BE49-F238E27FC236}">
                        <a16:creationId xmlns:a16="http://schemas.microsoft.com/office/drawing/2014/main" id="{3A309E96-C69E-A05D-02A2-3C661FC7A45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7FA3958A-504F-892E-883B-C759E945383F}"/>
                </a:ext>
              </a:extLst>
            </p:cNvPr>
            <p:cNvGrpSpPr/>
            <p:nvPr/>
          </p:nvGrpSpPr>
          <p:grpSpPr>
            <a:xfrm>
              <a:off x="9267753" y="3834000"/>
              <a:ext cx="576683" cy="461664"/>
              <a:chOff x="3125967" y="2528990"/>
              <a:chExt cx="720008" cy="576404"/>
            </a:xfrm>
          </p:grpSpPr>
          <p:sp>
            <p:nvSpPr>
              <p:cNvPr id="44" name="Oval 43">
                <a:extLst>
                  <a:ext uri="{FF2B5EF4-FFF2-40B4-BE49-F238E27FC236}">
                    <a16:creationId xmlns:a16="http://schemas.microsoft.com/office/drawing/2014/main" id="{39E131A8-958F-B25B-4DE8-BCF302FA098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A4BC92B-3DB8-0595-DB39-6CDD005AA08A}"/>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59" name="TextBox 58">
                    <a:extLst>
                      <a:ext uri="{FF2B5EF4-FFF2-40B4-BE49-F238E27FC236}">
                        <a16:creationId xmlns:a16="http://schemas.microsoft.com/office/drawing/2014/main" id="{AD5E7A05-2BB0-9728-1EF0-BBC7292CCE3E}"/>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45D5D608-85ED-F2E5-F6FA-307DB2200322}"/>
                </a:ext>
              </a:extLst>
            </p:cNvPr>
            <p:cNvGrpSpPr/>
            <p:nvPr/>
          </p:nvGrpSpPr>
          <p:grpSpPr>
            <a:xfrm>
              <a:off x="9267753" y="4915280"/>
              <a:ext cx="576683" cy="461664"/>
              <a:chOff x="3125967" y="2528990"/>
              <a:chExt cx="720008" cy="576404"/>
            </a:xfrm>
          </p:grpSpPr>
          <p:sp>
            <p:nvSpPr>
              <p:cNvPr id="42" name="Oval 41">
                <a:extLst>
                  <a:ext uri="{FF2B5EF4-FFF2-40B4-BE49-F238E27FC236}">
                    <a16:creationId xmlns:a16="http://schemas.microsoft.com/office/drawing/2014/main" id="{12547BF3-EAF4-B48A-467C-82D5412A62F3}"/>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62A0A1F-4FD4-D407-6355-5DCB5C6C133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62" name="TextBox 61">
                    <a:extLst>
                      <a:ext uri="{FF2B5EF4-FFF2-40B4-BE49-F238E27FC236}">
                        <a16:creationId xmlns:a16="http://schemas.microsoft.com/office/drawing/2014/main" id="{29564151-75A5-783A-190C-6C81B8658680}"/>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cxnSp>
          <p:nvCxnSpPr>
            <p:cNvPr id="22" name="Straight Connector 21">
              <a:extLst>
                <a:ext uri="{FF2B5EF4-FFF2-40B4-BE49-F238E27FC236}">
                  <a16:creationId xmlns:a16="http://schemas.microsoft.com/office/drawing/2014/main" id="{3A19B7B4-6010-6164-6E51-BADB22E70C16}"/>
                </a:ext>
              </a:extLst>
            </p:cNvPr>
            <p:cNvCxnSpPr>
              <a:cxnSpLocks/>
            </p:cNvCxnSpPr>
            <p:nvPr/>
          </p:nvCxnSpPr>
          <p:spPr>
            <a:xfrm flipV="1">
              <a:off x="8402730" y="4338597"/>
              <a:ext cx="0" cy="1153365"/>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05D643A-1070-834B-134A-B60883ACC379}"/>
                </a:ext>
              </a:extLst>
            </p:cNvPr>
            <p:cNvCxnSpPr>
              <a:cxnSpLocks/>
            </p:cNvCxnSpPr>
            <p:nvPr/>
          </p:nvCxnSpPr>
          <p:spPr>
            <a:xfrm flipV="1">
              <a:off x="9556095" y="4050256"/>
              <a:ext cx="0" cy="108128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B01528C9-F1D3-7FE4-46A1-FACA7B1663E8}"/>
                </a:ext>
              </a:extLst>
            </p:cNvPr>
            <p:cNvGrpSpPr/>
            <p:nvPr/>
          </p:nvGrpSpPr>
          <p:grpSpPr>
            <a:xfrm>
              <a:off x="8114388" y="4122341"/>
              <a:ext cx="576683" cy="461664"/>
              <a:chOff x="3125967" y="2528990"/>
              <a:chExt cx="720008" cy="576404"/>
            </a:xfrm>
          </p:grpSpPr>
          <p:sp>
            <p:nvSpPr>
              <p:cNvPr id="40" name="Oval 39">
                <a:extLst>
                  <a:ext uri="{FF2B5EF4-FFF2-40B4-BE49-F238E27FC236}">
                    <a16:creationId xmlns:a16="http://schemas.microsoft.com/office/drawing/2014/main" id="{A0BF2DE2-C9FA-A8FF-5699-F2AF6CE5A6A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5007CBE-56B8-3B6C-1578-8B3A3EF89D5B}"/>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67" name="TextBox 66">
                    <a:extLst>
                      <a:ext uri="{FF2B5EF4-FFF2-40B4-BE49-F238E27FC236}">
                        <a16:creationId xmlns:a16="http://schemas.microsoft.com/office/drawing/2014/main" id="{5D8E3587-3D56-7F3B-B460-F1C91706BCD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8E38211D-FB9F-8A68-3072-DBEBF8702C16}"/>
                </a:ext>
              </a:extLst>
            </p:cNvPr>
            <p:cNvGrpSpPr/>
            <p:nvPr/>
          </p:nvGrpSpPr>
          <p:grpSpPr>
            <a:xfrm>
              <a:off x="8114388" y="5239849"/>
              <a:ext cx="576683" cy="461664"/>
              <a:chOff x="3125967" y="2528990"/>
              <a:chExt cx="720008" cy="576404"/>
            </a:xfrm>
          </p:grpSpPr>
          <p:sp>
            <p:nvSpPr>
              <p:cNvPr id="38" name="Oval 37">
                <a:extLst>
                  <a:ext uri="{FF2B5EF4-FFF2-40B4-BE49-F238E27FC236}">
                    <a16:creationId xmlns:a16="http://schemas.microsoft.com/office/drawing/2014/main" id="{CFD798CA-0A95-BF34-29CD-29B6ABAC252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D1F7D-E223-07D7-87B4-E72350FAB977}"/>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70" name="TextBox 69">
                    <a:extLst>
                      <a:ext uri="{FF2B5EF4-FFF2-40B4-BE49-F238E27FC236}">
                        <a16:creationId xmlns:a16="http://schemas.microsoft.com/office/drawing/2014/main" id="{9741AA8E-55FD-9DF8-6CBC-1D384CE87F7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C1CB0195-45C7-D73F-0381-E3AE57966A04}"/>
                </a:ext>
              </a:extLst>
            </p:cNvPr>
            <p:cNvGrpSpPr/>
            <p:nvPr/>
          </p:nvGrpSpPr>
          <p:grpSpPr>
            <a:xfrm>
              <a:off x="9267753" y="3834000"/>
              <a:ext cx="576683" cy="461664"/>
              <a:chOff x="3125967" y="2528990"/>
              <a:chExt cx="720008" cy="576404"/>
            </a:xfrm>
          </p:grpSpPr>
          <p:sp>
            <p:nvSpPr>
              <p:cNvPr id="36" name="Oval 35">
                <a:extLst>
                  <a:ext uri="{FF2B5EF4-FFF2-40B4-BE49-F238E27FC236}">
                    <a16:creationId xmlns:a16="http://schemas.microsoft.com/office/drawing/2014/main" id="{286AF2B4-128F-45A7-C347-779D9E4E9154}"/>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47FA84F-5747-7E8C-3372-476A475F456A}"/>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73" name="TextBox 72">
                    <a:extLst>
                      <a:ext uri="{FF2B5EF4-FFF2-40B4-BE49-F238E27FC236}">
                        <a16:creationId xmlns:a16="http://schemas.microsoft.com/office/drawing/2014/main" id="{65443ECC-74BC-C2E7-F136-FF35EDF9342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EC325EDF-3213-D836-547B-9F8309E75684}"/>
                </a:ext>
              </a:extLst>
            </p:cNvPr>
            <p:cNvGrpSpPr/>
            <p:nvPr/>
          </p:nvGrpSpPr>
          <p:grpSpPr>
            <a:xfrm>
              <a:off x="9267753" y="4915280"/>
              <a:ext cx="576683" cy="461664"/>
              <a:chOff x="3125967" y="2528990"/>
              <a:chExt cx="720008" cy="576404"/>
            </a:xfrm>
          </p:grpSpPr>
          <p:sp>
            <p:nvSpPr>
              <p:cNvPr id="34" name="Oval 33">
                <a:extLst>
                  <a:ext uri="{FF2B5EF4-FFF2-40B4-BE49-F238E27FC236}">
                    <a16:creationId xmlns:a16="http://schemas.microsoft.com/office/drawing/2014/main" id="{C17B643A-5D09-3BE3-3AF8-A0FBC27CD219}"/>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968F748-ADB2-C2CF-5A62-894DF0A6AE49}"/>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76" name="TextBox 75">
                    <a:extLst>
                      <a:ext uri="{FF2B5EF4-FFF2-40B4-BE49-F238E27FC236}">
                        <a16:creationId xmlns:a16="http://schemas.microsoft.com/office/drawing/2014/main" id="{76D10693-004E-C10D-068C-873A1830F4C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DF50E7D-01B9-7B9A-4A3A-4002175C5A62}"/>
                    </a:ext>
                  </a:extLst>
                </p:cNvPr>
                <p:cNvSpPr txBox="1"/>
                <p:nvPr/>
              </p:nvSpPr>
              <p:spPr>
                <a:xfrm>
                  <a:off x="2419648"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7" name="TextBox 76">
                  <a:extLst>
                    <a:ext uri="{FF2B5EF4-FFF2-40B4-BE49-F238E27FC236}">
                      <a16:creationId xmlns:a16="http://schemas.microsoft.com/office/drawing/2014/main" id="{AB3C3E5A-56A6-310E-9F95-3DCE3B0F7142}"/>
                    </a:ext>
                  </a:extLst>
                </p:cNvPr>
                <p:cNvSpPr txBox="1">
                  <a:spLocks noRot="1" noChangeAspect="1" noMove="1" noResize="1" noEditPoints="1" noAdjustHandles="1" noChangeArrowheads="1" noChangeShapeType="1" noTextEdit="1"/>
                </p:cNvSpPr>
                <p:nvPr/>
              </p:nvSpPr>
              <p:spPr>
                <a:xfrm>
                  <a:off x="2419648" y="5769000"/>
                  <a:ext cx="1585877" cy="76091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1F53FAB-B215-E008-5253-B270FE52BA6B}"/>
                    </a:ext>
                  </a:extLst>
                </p:cNvPr>
                <p:cNvSpPr txBox="1"/>
                <p:nvPr/>
              </p:nvSpPr>
              <p:spPr>
                <a:xfrm>
                  <a:off x="5303061"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8" name="TextBox 77">
                  <a:extLst>
                    <a:ext uri="{FF2B5EF4-FFF2-40B4-BE49-F238E27FC236}">
                      <a16:creationId xmlns:a16="http://schemas.microsoft.com/office/drawing/2014/main" id="{82228917-5DE8-11D5-9644-509AD3FE9F7F}"/>
                    </a:ext>
                  </a:extLst>
                </p:cNvPr>
                <p:cNvSpPr txBox="1">
                  <a:spLocks noRot="1" noChangeAspect="1" noMove="1" noResize="1" noEditPoints="1" noAdjustHandles="1" noChangeArrowheads="1" noChangeShapeType="1" noTextEdit="1"/>
                </p:cNvSpPr>
                <p:nvPr/>
              </p:nvSpPr>
              <p:spPr>
                <a:xfrm>
                  <a:off x="5303061" y="5769000"/>
                  <a:ext cx="1585877" cy="76091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C655726-2EE0-2BBB-65CE-41B00CB6853A}"/>
                    </a:ext>
                  </a:extLst>
                </p:cNvPr>
                <p:cNvSpPr txBox="1"/>
                <p:nvPr/>
              </p:nvSpPr>
              <p:spPr>
                <a:xfrm>
                  <a:off x="8186474" y="5773432"/>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𝐶</m:t>
                                </m:r>
                              </m:e>
                              <m:sub>
                                <m:r>
                                  <a:rPr lang="en-GB" sz="4000" b="0" i="1" smtClean="0">
                                    <a:latin typeface="Cambria Math" panose="02040503050406030204" pitchFamily="18" charset="0"/>
                                  </a:rPr>
                                  <m:t>4</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9" name="TextBox 78">
                  <a:extLst>
                    <a:ext uri="{FF2B5EF4-FFF2-40B4-BE49-F238E27FC236}">
                      <a16:creationId xmlns:a16="http://schemas.microsoft.com/office/drawing/2014/main" id="{0234EE10-C393-532D-9515-1E8B455EC58D}"/>
                    </a:ext>
                  </a:extLst>
                </p:cNvPr>
                <p:cNvSpPr txBox="1">
                  <a:spLocks noRot="1" noChangeAspect="1" noMove="1" noResize="1" noEditPoints="1" noAdjustHandles="1" noChangeArrowheads="1" noChangeShapeType="1" noTextEdit="1"/>
                </p:cNvSpPr>
                <p:nvPr/>
              </p:nvSpPr>
              <p:spPr>
                <a:xfrm>
                  <a:off x="8186474" y="5773432"/>
                  <a:ext cx="1585877" cy="76091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EB36582-4295-9CD3-90F9-B3A27AAA9087}"/>
                    </a:ext>
                  </a:extLst>
                </p:cNvPr>
                <p:cNvSpPr txBox="1"/>
                <p:nvPr/>
              </p:nvSpPr>
              <p:spPr>
                <a:xfrm>
                  <a:off x="4221781"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0" name="TextBox 79">
                  <a:extLst>
                    <a:ext uri="{FF2B5EF4-FFF2-40B4-BE49-F238E27FC236}">
                      <a16:creationId xmlns:a16="http://schemas.microsoft.com/office/drawing/2014/main" id="{1E148852-B78D-418C-02F0-679FA9A7451F}"/>
                    </a:ext>
                  </a:extLst>
                </p:cNvPr>
                <p:cNvSpPr txBox="1">
                  <a:spLocks noRot="1" noChangeAspect="1" noMove="1" noResize="1" noEditPoints="1" noAdjustHandles="1" noChangeArrowheads="1" noChangeShapeType="1" noTextEdit="1"/>
                </p:cNvSpPr>
                <p:nvPr/>
              </p:nvSpPr>
              <p:spPr>
                <a:xfrm>
                  <a:off x="4221781" y="5769000"/>
                  <a:ext cx="937109"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C518F12-E347-C3BB-55A2-7C7F4041126A}"/>
                    </a:ext>
                  </a:extLst>
                </p:cNvPr>
                <p:cNvSpPr txBox="1"/>
                <p:nvPr/>
              </p:nvSpPr>
              <p:spPr>
                <a:xfrm>
                  <a:off x="7033109"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1" name="TextBox 80">
                  <a:extLst>
                    <a:ext uri="{FF2B5EF4-FFF2-40B4-BE49-F238E27FC236}">
                      <a16:creationId xmlns:a16="http://schemas.microsoft.com/office/drawing/2014/main" id="{A62346A2-18F1-90D9-D857-6A3C00E29ADC}"/>
                    </a:ext>
                  </a:extLst>
                </p:cNvPr>
                <p:cNvSpPr txBox="1">
                  <a:spLocks noRot="1" noChangeAspect="1" noMove="1" noResize="1" noEditPoints="1" noAdjustHandles="1" noChangeArrowheads="1" noChangeShapeType="1" noTextEdit="1"/>
                </p:cNvSpPr>
                <p:nvPr/>
              </p:nvSpPr>
              <p:spPr>
                <a:xfrm>
                  <a:off x="7033109" y="5769000"/>
                  <a:ext cx="937109" cy="707886"/>
                </a:xfrm>
                <a:prstGeom prst="rect">
                  <a:avLst/>
                </a:prstGeom>
                <a:blipFill>
                  <a:blip r:embed="rId17"/>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42506113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2489C-04BE-5764-7E36-40B4752D4A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9D64E6-F52E-8001-99D1-82B8158DD19B}"/>
              </a:ext>
            </a:extLst>
          </p:cNvPr>
          <p:cNvSpPr txBox="1"/>
          <p:nvPr/>
        </p:nvSpPr>
        <p:spPr>
          <a:xfrm>
            <a:off x="1775952" y="548968"/>
            <a:ext cx="8640096" cy="1015663"/>
          </a:xfrm>
          <a:prstGeom prst="rect">
            <a:avLst/>
          </a:prstGeom>
          <a:noFill/>
        </p:spPr>
        <p:txBody>
          <a:bodyPr wrap="square">
            <a:spAutoFit/>
          </a:bodyPr>
          <a:lstStyle/>
          <a:p>
            <a:pPr algn="ctr"/>
            <a:r>
              <a:rPr lang="en-GB" sz="6000" i="1" dirty="0">
                <a:solidFill>
                  <a:schemeClr val="tx1"/>
                </a:solidFill>
              </a:rPr>
              <a:t>Future directions</a:t>
            </a:r>
            <a:endParaRPr lang="en-GB" sz="6000" dirty="0">
              <a:solidFill>
                <a:schemeClr val="tx1"/>
              </a:solidFill>
            </a:endParaRPr>
          </a:p>
        </p:txBody>
      </p:sp>
      <p:sp>
        <p:nvSpPr>
          <p:cNvPr id="8" name="Rectangle 7">
            <a:extLst>
              <a:ext uri="{FF2B5EF4-FFF2-40B4-BE49-F238E27FC236}">
                <a16:creationId xmlns:a16="http://schemas.microsoft.com/office/drawing/2014/main" id="{F05457A7-370E-97C3-0172-CA12F3F5F4BA}"/>
              </a:ext>
            </a:extLst>
          </p:cNvPr>
          <p:cNvSpPr/>
          <p:nvPr/>
        </p:nvSpPr>
        <p:spPr>
          <a:xfrm>
            <a:off x="785941" y="1718980"/>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Super-linear circuit lower bound via many-mode tensors?</a:t>
            </a:r>
            <a:endParaRPr lang="en-GB" sz="3600" dirty="0">
              <a:solidFill>
                <a:schemeClr val="tx1"/>
              </a:solidFill>
            </a:endParaRPr>
          </a:p>
        </p:txBody>
      </p:sp>
      <p:sp>
        <p:nvSpPr>
          <p:cNvPr id="23" name="Rectangle 22">
            <a:extLst>
              <a:ext uri="{FF2B5EF4-FFF2-40B4-BE49-F238E27FC236}">
                <a16:creationId xmlns:a16="http://schemas.microsoft.com/office/drawing/2014/main" id="{A5D94422-49EC-5B4D-A89A-39A30F8DD009}"/>
              </a:ext>
            </a:extLst>
          </p:cNvPr>
          <p:cNvSpPr/>
          <p:nvPr/>
        </p:nvSpPr>
        <p:spPr>
          <a:xfrm>
            <a:off x="6456004" y="1718981"/>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Unconditional proof of non-</a:t>
            </a:r>
            <a:r>
              <a:rPr lang="en-US" sz="3600" dirty="0" err="1">
                <a:solidFill>
                  <a:schemeClr val="tx1"/>
                </a:solidFill>
              </a:rPr>
              <a:t>submultiplicativity</a:t>
            </a:r>
            <a:r>
              <a:rPr lang="en-US" sz="3600" dirty="0">
                <a:solidFill>
                  <a:schemeClr val="tx1"/>
                </a:solidFill>
              </a:rPr>
              <a:t> of circuit complexity?</a:t>
            </a:r>
            <a:endParaRPr lang="en-GB" sz="3600" dirty="0">
              <a:solidFill>
                <a:schemeClr val="tx1"/>
              </a:solidFill>
            </a:endParaRPr>
          </a:p>
        </p:txBody>
      </p:sp>
      <p:grpSp>
        <p:nvGrpSpPr>
          <p:cNvPr id="2" name="Group 1">
            <a:extLst>
              <a:ext uri="{FF2B5EF4-FFF2-40B4-BE49-F238E27FC236}">
                <a16:creationId xmlns:a16="http://schemas.microsoft.com/office/drawing/2014/main" id="{E41A4603-F408-2D3D-AADE-6348ECA5DD65}"/>
              </a:ext>
            </a:extLst>
          </p:cNvPr>
          <p:cNvGrpSpPr/>
          <p:nvPr/>
        </p:nvGrpSpPr>
        <p:grpSpPr>
          <a:xfrm>
            <a:off x="2347563" y="7478729"/>
            <a:ext cx="7496873" cy="2700346"/>
            <a:chOff x="2347563" y="3834000"/>
            <a:chExt cx="7496873" cy="2700346"/>
          </a:xfrm>
        </p:grpSpPr>
        <p:grpSp>
          <p:nvGrpSpPr>
            <p:cNvPr id="5" name="Group 4">
              <a:extLst>
                <a:ext uri="{FF2B5EF4-FFF2-40B4-BE49-F238E27FC236}">
                  <a16:creationId xmlns:a16="http://schemas.microsoft.com/office/drawing/2014/main" id="{7044383A-16D4-E66F-E33D-2CBEAC995434}"/>
                </a:ext>
              </a:extLst>
            </p:cNvPr>
            <p:cNvGrpSpPr/>
            <p:nvPr/>
          </p:nvGrpSpPr>
          <p:grpSpPr>
            <a:xfrm>
              <a:off x="2347563" y="3834000"/>
              <a:ext cx="1730048" cy="1867514"/>
              <a:chOff x="1415948" y="2258987"/>
              <a:chExt cx="2160024" cy="2331655"/>
            </a:xfrm>
          </p:grpSpPr>
          <p:cxnSp>
            <p:nvCxnSpPr>
              <p:cNvPr id="64" name="Straight Connector 63">
                <a:extLst>
                  <a:ext uri="{FF2B5EF4-FFF2-40B4-BE49-F238E27FC236}">
                    <a16:creationId xmlns:a16="http://schemas.microsoft.com/office/drawing/2014/main" id="{08BE629A-E350-E667-BA61-5381C1069C26}"/>
                  </a:ext>
                </a:extLst>
              </p:cNvPr>
              <p:cNvCxnSpPr>
                <a:cxnSpLocks/>
              </p:cNvCxnSpPr>
              <p:nvPr/>
            </p:nvCxnSpPr>
            <p:spPr>
              <a:xfrm flipH="1">
                <a:off x="1775952" y="2528990"/>
                <a:ext cx="1440016" cy="360004"/>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0C0A288-005C-1367-0DCB-5976BB41488D}"/>
                  </a:ext>
                </a:extLst>
              </p:cNvPr>
              <p:cNvCxnSpPr>
                <a:cxnSpLocks/>
              </p:cNvCxnSpPr>
              <p:nvPr/>
            </p:nvCxnSpPr>
            <p:spPr>
              <a:xfrm flipH="1">
                <a:off x="1775952" y="3879005"/>
                <a:ext cx="1440016" cy="40523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4F0149EB-671C-0333-A58D-72C6A8B29A08}"/>
                  </a:ext>
                </a:extLst>
              </p:cNvPr>
              <p:cNvGrpSpPr/>
              <p:nvPr/>
            </p:nvGrpSpPr>
            <p:grpSpPr>
              <a:xfrm>
                <a:off x="1415948" y="2618991"/>
                <a:ext cx="720008" cy="576404"/>
                <a:chOff x="3125967" y="2528990"/>
                <a:chExt cx="720008" cy="576404"/>
              </a:xfrm>
            </p:grpSpPr>
            <p:sp>
              <p:nvSpPr>
                <p:cNvPr id="76" name="Oval 75">
                  <a:extLst>
                    <a:ext uri="{FF2B5EF4-FFF2-40B4-BE49-F238E27FC236}">
                      <a16:creationId xmlns:a16="http://schemas.microsoft.com/office/drawing/2014/main" id="{1BF29D33-9D50-9127-FB5F-A2D7228DB69F}"/>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5A62AEC-2FBD-8305-0D38-A927D33BFD82}"/>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19" name="TextBox 18">
                      <a:extLst>
                        <a:ext uri="{FF2B5EF4-FFF2-40B4-BE49-F238E27FC236}">
                          <a16:creationId xmlns:a16="http://schemas.microsoft.com/office/drawing/2014/main" id="{C3042788-F3A7-CEBE-3EFB-D9E3B3D21E8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5C4DA881-AA55-8BDB-1E66-D6CB073618C5}"/>
                  </a:ext>
                </a:extLst>
              </p:cNvPr>
              <p:cNvGrpSpPr/>
              <p:nvPr/>
            </p:nvGrpSpPr>
            <p:grpSpPr>
              <a:xfrm>
                <a:off x="1415948" y="4014238"/>
                <a:ext cx="720008" cy="576404"/>
                <a:chOff x="3125967" y="2528990"/>
                <a:chExt cx="720008" cy="576404"/>
              </a:xfrm>
            </p:grpSpPr>
            <p:sp>
              <p:nvSpPr>
                <p:cNvPr id="74" name="Oval 73">
                  <a:extLst>
                    <a:ext uri="{FF2B5EF4-FFF2-40B4-BE49-F238E27FC236}">
                      <a16:creationId xmlns:a16="http://schemas.microsoft.com/office/drawing/2014/main" id="{B21A80D3-3972-D2D2-7C37-CC389F0D750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4716521D-1AA9-A3C0-7675-6537AB054EFF}"/>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16" name="TextBox 15">
                      <a:extLst>
                        <a:ext uri="{FF2B5EF4-FFF2-40B4-BE49-F238E27FC236}">
                          <a16:creationId xmlns:a16="http://schemas.microsoft.com/office/drawing/2014/main" id="{B9A3EE10-9CEA-3834-F73B-5A9F62508EE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68" name="Group 67">
                <a:extLst>
                  <a:ext uri="{FF2B5EF4-FFF2-40B4-BE49-F238E27FC236}">
                    <a16:creationId xmlns:a16="http://schemas.microsoft.com/office/drawing/2014/main" id="{93839FB6-15B7-0226-8E10-2D5A6EF051EB}"/>
                  </a:ext>
                </a:extLst>
              </p:cNvPr>
              <p:cNvGrpSpPr/>
              <p:nvPr/>
            </p:nvGrpSpPr>
            <p:grpSpPr>
              <a:xfrm>
                <a:off x="2855964" y="2258987"/>
                <a:ext cx="720008" cy="576404"/>
                <a:chOff x="3125967" y="2528990"/>
                <a:chExt cx="720008" cy="576404"/>
              </a:xfrm>
            </p:grpSpPr>
            <p:sp>
              <p:nvSpPr>
                <p:cNvPr id="72" name="Oval 71">
                  <a:extLst>
                    <a:ext uri="{FF2B5EF4-FFF2-40B4-BE49-F238E27FC236}">
                      <a16:creationId xmlns:a16="http://schemas.microsoft.com/office/drawing/2014/main" id="{6AF25E91-2F54-CBA0-0189-5FE3CD4A9A06}"/>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E2070F15-C02E-E16F-E3E1-02F6A37B80F9}"/>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13" name="TextBox 12">
                      <a:extLst>
                        <a:ext uri="{FF2B5EF4-FFF2-40B4-BE49-F238E27FC236}">
                          <a16:creationId xmlns:a16="http://schemas.microsoft.com/office/drawing/2014/main" id="{F801B8EA-1620-DA57-AE86-F65C42A92BC9}"/>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69" name="Group 68">
                <a:extLst>
                  <a:ext uri="{FF2B5EF4-FFF2-40B4-BE49-F238E27FC236}">
                    <a16:creationId xmlns:a16="http://schemas.microsoft.com/office/drawing/2014/main" id="{037717F6-985F-038C-B858-25A05D015B07}"/>
                  </a:ext>
                </a:extLst>
              </p:cNvPr>
              <p:cNvGrpSpPr/>
              <p:nvPr/>
            </p:nvGrpSpPr>
            <p:grpSpPr>
              <a:xfrm>
                <a:off x="2855964" y="3609002"/>
                <a:ext cx="720008" cy="576404"/>
                <a:chOff x="3125967" y="2528990"/>
                <a:chExt cx="720008" cy="576404"/>
              </a:xfrm>
            </p:grpSpPr>
            <p:sp>
              <p:nvSpPr>
                <p:cNvPr id="70" name="Oval 69">
                  <a:extLst>
                    <a:ext uri="{FF2B5EF4-FFF2-40B4-BE49-F238E27FC236}">
                      <a16:creationId xmlns:a16="http://schemas.microsoft.com/office/drawing/2014/main" id="{91ABB13D-9327-8FBD-150F-4D134FA46A5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DB418DB-4C39-BE34-25ED-6FF6B2485116}"/>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11" name="TextBox 10">
                      <a:extLst>
                        <a:ext uri="{FF2B5EF4-FFF2-40B4-BE49-F238E27FC236}">
                          <a16:creationId xmlns:a16="http://schemas.microsoft.com/office/drawing/2014/main" id="{5DDFC95C-7C79-B6BF-AC87-5A08F85229EB}"/>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9"/>
                      <a:stretch>
                        <a:fillRect/>
                      </a:stretch>
                    </a:blipFill>
                  </p:spPr>
                  <p:txBody>
                    <a:bodyPr/>
                    <a:lstStyle/>
                    <a:p>
                      <a:r>
                        <a:rPr lang="en-GB">
                          <a:noFill/>
                        </a:rPr>
                        <a:t> </a:t>
                      </a:r>
                    </a:p>
                  </p:txBody>
                </p:sp>
              </mc:Fallback>
            </mc:AlternateContent>
          </p:grpSp>
        </p:grpSp>
        <p:grpSp>
          <p:nvGrpSpPr>
            <p:cNvPr id="6" name="Group 5">
              <a:extLst>
                <a:ext uri="{FF2B5EF4-FFF2-40B4-BE49-F238E27FC236}">
                  <a16:creationId xmlns:a16="http://schemas.microsoft.com/office/drawing/2014/main" id="{A0CE3786-3856-5BFF-B8E3-D2089598A259}"/>
                </a:ext>
              </a:extLst>
            </p:cNvPr>
            <p:cNvGrpSpPr/>
            <p:nvPr/>
          </p:nvGrpSpPr>
          <p:grpSpPr>
            <a:xfrm>
              <a:off x="5230976" y="3834000"/>
              <a:ext cx="1730048" cy="1867514"/>
              <a:chOff x="5015988" y="2258987"/>
              <a:chExt cx="2160024" cy="2331655"/>
            </a:xfrm>
          </p:grpSpPr>
          <p:cxnSp>
            <p:nvCxnSpPr>
              <p:cNvPr id="50" name="Straight Connector 49">
                <a:extLst>
                  <a:ext uri="{FF2B5EF4-FFF2-40B4-BE49-F238E27FC236}">
                    <a16:creationId xmlns:a16="http://schemas.microsoft.com/office/drawing/2014/main" id="{99D6F7FB-72FE-6554-BDD4-4906A947C9A3}"/>
                  </a:ext>
                </a:extLst>
              </p:cNvPr>
              <p:cNvCxnSpPr>
                <a:cxnSpLocks/>
              </p:cNvCxnSpPr>
              <p:nvPr/>
            </p:nvCxnSpPr>
            <p:spPr>
              <a:xfrm flipV="1">
                <a:off x="5375992" y="2888994"/>
                <a:ext cx="0" cy="1440016"/>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0DEF0E3-C133-E7E8-41F3-F7B5CC749F8D}"/>
                  </a:ext>
                </a:extLst>
              </p:cNvPr>
              <p:cNvCxnSpPr>
                <a:cxnSpLocks/>
              </p:cNvCxnSpPr>
              <p:nvPr/>
            </p:nvCxnSpPr>
            <p:spPr>
              <a:xfrm flipV="1">
                <a:off x="6816008" y="2528990"/>
                <a:ext cx="0" cy="1350015"/>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3D6C256C-7BC3-F965-FEE4-1999763BE0F7}"/>
                  </a:ext>
                </a:extLst>
              </p:cNvPr>
              <p:cNvGrpSpPr/>
              <p:nvPr/>
            </p:nvGrpSpPr>
            <p:grpSpPr>
              <a:xfrm>
                <a:off x="5015988" y="2618991"/>
                <a:ext cx="720008" cy="576404"/>
                <a:chOff x="3125967" y="2528990"/>
                <a:chExt cx="720008" cy="576404"/>
              </a:xfrm>
            </p:grpSpPr>
            <p:sp>
              <p:nvSpPr>
                <p:cNvPr id="62" name="Oval 61">
                  <a:extLst>
                    <a:ext uri="{FF2B5EF4-FFF2-40B4-BE49-F238E27FC236}">
                      <a16:creationId xmlns:a16="http://schemas.microsoft.com/office/drawing/2014/main" id="{8C1E9059-F3FC-3FFA-4B81-1138061ED5A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D50E66E2-17A2-CDC3-B744-B2D22DEDE37C}"/>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44" name="TextBox 43">
                      <a:extLst>
                        <a:ext uri="{FF2B5EF4-FFF2-40B4-BE49-F238E27FC236}">
                          <a16:creationId xmlns:a16="http://schemas.microsoft.com/office/drawing/2014/main" id="{60E4209B-932A-496C-2B77-2C7AE4E96626}"/>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9FA73E35-ED78-2494-C51C-C47BAE01793F}"/>
                  </a:ext>
                </a:extLst>
              </p:cNvPr>
              <p:cNvGrpSpPr/>
              <p:nvPr/>
            </p:nvGrpSpPr>
            <p:grpSpPr>
              <a:xfrm>
                <a:off x="5015988" y="4014238"/>
                <a:ext cx="720008" cy="576404"/>
                <a:chOff x="3125967" y="2528990"/>
                <a:chExt cx="720008" cy="576404"/>
              </a:xfrm>
            </p:grpSpPr>
            <p:sp>
              <p:nvSpPr>
                <p:cNvPr id="60" name="Oval 59">
                  <a:extLst>
                    <a:ext uri="{FF2B5EF4-FFF2-40B4-BE49-F238E27FC236}">
                      <a16:creationId xmlns:a16="http://schemas.microsoft.com/office/drawing/2014/main" id="{4D0EECC7-1C22-36BB-74AB-F0A928D1F8E2}"/>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893B4EC-A204-C6CC-37D4-4453E214CF0E}"/>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42" name="TextBox 41">
                      <a:extLst>
                        <a:ext uri="{FF2B5EF4-FFF2-40B4-BE49-F238E27FC236}">
                          <a16:creationId xmlns:a16="http://schemas.microsoft.com/office/drawing/2014/main" id="{CB5E7A3F-57DE-C23B-3E72-FF7A019D0EB7}"/>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54" name="Group 53">
                <a:extLst>
                  <a:ext uri="{FF2B5EF4-FFF2-40B4-BE49-F238E27FC236}">
                    <a16:creationId xmlns:a16="http://schemas.microsoft.com/office/drawing/2014/main" id="{3E35EAF2-A34B-4498-B823-F253B33AAE82}"/>
                  </a:ext>
                </a:extLst>
              </p:cNvPr>
              <p:cNvGrpSpPr/>
              <p:nvPr/>
            </p:nvGrpSpPr>
            <p:grpSpPr>
              <a:xfrm>
                <a:off x="6456004" y="2258987"/>
                <a:ext cx="720008" cy="576404"/>
                <a:chOff x="3125967" y="2528990"/>
                <a:chExt cx="720008" cy="576404"/>
              </a:xfrm>
            </p:grpSpPr>
            <p:sp>
              <p:nvSpPr>
                <p:cNvPr id="58" name="Oval 57">
                  <a:extLst>
                    <a:ext uri="{FF2B5EF4-FFF2-40B4-BE49-F238E27FC236}">
                      <a16:creationId xmlns:a16="http://schemas.microsoft.com/office/drawing/2014/main" id="{61BC338D-4FCB-0495-8875-8C5DB993BF9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2C7FAAC-5B08-5DBA-9FB5-AFAF0983D4B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38" name="TextBox 37">
                      <a:extLst>
                        <a:ext uri="{FF2B5EF4-FFF2-40B4-BE49-F238E27FC236}">
                          <a16:creationId xmlns:a16="http://schemas.microsoft.com/office/drawing/2014/main" id="{3338DD7C-4D64-D644-9C61-57F9779744E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55" name="Group 54">
                <a:extLst>
                  <a:ext uri="{FF2B5EF4-FFF2-40B4-BE49-F238E27FC236}">
                    <a16:creationId xmlns:a16="http://schemas.microsoft.com/office/drawing/2014/main" id="{0DA6B5AF-C5EC-842B-67D8-6039762303A2}"/>
                  </a:ext>
                </a:extLst>
              </p:cNvPr>
              <p:cNvGrpSpPr/>
              <p:nvPr/>
            </p:nvGrpSpPr>
            <p:grpSpPr>
              <a:xfrm>
                <a:off x="6456004" y="3609002"/>
                <a:ext cx="720008" cy="576404"/>
                <a:chOff x="3125967" y="2528990"/>
                <a:chExt cx="720008" cy="576404"/>
              </a:xfrm>
            </p:grpSpPr>
            <p:sp>
              <p:nvSpPr>
                <p:cNvPr id="56" name="Oval 55">
                  <a:extLst>
                    <a:ext uri="{FF2B5EF4-FFF2-40B4-BE49-F238E27FC236}">
                      <a16:creationId xmlns:a16="http://schemas.microsoft.com/office/drawing/2014/main" id="{9D3DA3CE-E9BE-B574-5A52-CC578A93155E}"/>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5818EFD-3E4B-54B8-DBBD-1BF0F653B6C8}"/>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35" name="TextBox 34">
                      <a:extLst>
                        <a:ext uri="{FF2B5EF4-FFF2-40B4-BE49-F238E27FC236}">
                          <a16:creationId xmlns:a16="http://schemas.microsoft.com/office/drawing/2014/main" id="{49D5ECB4-3801-6CEB-2F55-EEE3E0E8913F}"/>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B866690-B73F-1AEF-4678-B08C0D7E37E4}"/>
                    </a:ext>
                  </a:extLst>
                </p:cNvPr>
                <p:cNvSpPr txBox="1"/>
                <p:nvPr/>
              </p:nvSpPr>
              <p:spPr>
                <a:xfrm>
                  <a:off x="4221781" y="4257173"/>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6" name="TextBox 45">
                  <a:extLst>
                    <a:ext uri="{FF2B5EF4-FFF2-40B4-BE49-F238E27FC236}">
                      <a16:creationId xmlns:a16="http://schemas.microsoft.com/office/drawing/2014/main" id="{170FEB00-4648-B1F8-0DCF-877CE577C70F}"/>
                    </a:ext>
                  </a:extLst>
                </p:cNvPr>
                <p:cNvSpPr txBox="1">
                  <a:spLocks noRot="1" noChangeAspect="1" noMove="1" noResize="1" noEditPoints="1" noAdjustHandles="1" noChangeArrowheads="1" noChangeShapeType="1" noTextEdit="1"/>
                </p:cNvSpPr>
                <p:nvPr/>
              </p:nvSpPr>
              <p:spPr>
                <a:xfrm>
                  <a:off x="4221781" y="4257173"/>
                  <a:ext cx="937109" cy="769441"/>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5A7BD6-5A16-C8BD-A159-933CF1612399}"/>
                    </a:ext>
                  </a:extLst>
                </p:cNvPr>
                <p:cNvSpPr txBox="1"/>
                <p:nvPr/>
              </p:nvSpPr>
              <p:spPr>
                <a:xfrm>
                  <a:off x="7033109" y="4266512"/>
                  <a:ext cx="937109" cy="769441"/>
                </a:xfrm>
                <a:prstGeom prst="rect">
                  <a:avLst/>
                </a:prstGeom>
                <a:noFill/>
              </p:spPr>
              <p:txBody>
                <a:bodyPr wrap="square">
                  <a:spAutoFit/>
                </a:bodyPr>
                <a:lstStyle/>
                <a:p>
                  <a:pPr/>
                  <a14:m>
                    <m:oMathPara xmlns:m="http://schemas.openxmlformats.org/officeDocument/2006/math">
                      <m:oMath>
                        <m:r>
                          <a:rPr lang="en-GB" sz="4400" b="0" i="1" smtClean="0">
                            <a:latin typeface="Cambria Math" panose="02040503050406030204" pitchFamily="18" charset="0"/>
                          </a:rPr>
                          <m:t>→</m:t>
                        </m:r>
                      </m:oMath>
                    </m:oMathPara>
                  </a14:m>
                  <a:endParaRPr lang="en-GB" sz="4400" dirty="0"/>
                </a:p>
              </p:txBody>
            </p:sp>
          </mc:Choice>
          <mc:Fallback xmlns="">
            <p:sp>
              <p:nvSpPr>
                <p:cNvPr id="48" name="TextBox 47">
                  <a:extLst>
                    <a:ext uri="{FF2B5EF4-FFF2-40B4-BE49-F238E27FC236}">
                      <a16:creationId xmlns:a16="http://schemas.microsoft.com/office/drawing/2014/main" id="{175A7A97-0F1B-3300-E2FD-B55627CE7C45}"/>
                    </a:ext>
                  </a:extLst>
                </p:cNvPr>
                <p:cNvSpPr txBox="1">
                  <a:spLocks noRot="1" noChangeAspect="1" noMove="1" noResize="1" noEditPoints="1" noAdjustHandles="1" noChangeArrowheads="1" noChangeShapeType="1" noTextEdit="1"/>
                </p:cNvSpPr>
                <p:nvPr/>
              </p:nvSpPr>
              <p:spPr>
                <a:xfrm>
                  <a:off x="7033109" y="4266512"/>
                  <a:ext cx="937109" cy="769441"/>
                </a:xfrm>
                <a:prstGeom prst="rect">
                  <a:avLst/>
                </a:prstGeom>
                <a:blipFill>
                  <a:blip r:embed="rId12"/>
                  <a:stretch>
                    <a:fillRect/>
                  </a:stretch>
                </a:blipFill>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89F2C5B4-02FB-C278-EB7E-9C2B4850E7FB}"/>
                </a:ext>
              </a:extLst>
            </p:cNvPr>
            <p:cNvCxnSpPr>
              <a:cxnSpLocks/>
            </p:cNvCxnSpPr>
            <p:nvPr/>
          </p:nvCxnSpPr>
          <p:spPr>
            <a:xfrm flipH="1">
              <a:off x="8402730" y="4050256"/>
              <a:ext cx="1153365" cy="288341"/>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6F66671-F08D-0FD9-3784-4BE06649FA2A}"/>
                </a:ext>
              </a:extLst>
            </p:cNvPr>
            <p:cNvCxnSpPr>
              <a:cxnSpLocks/>
            </p:cNvCxnSpPr>
            <p:nvPr/>
          </p:nvCxnSpPr>
          <p:spPr>
            <a:xfrm flipH="1">
              <a:off x="8402730" y="5131536"/>
              <a:ext cx="1153365" cy="324569"/>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D9F9D8B7-01C1-E099-6885-348693A1EFAF}"/>
                </a:ext>
              </a:extLst>
            </p:cNvPr>
            <p:cNvGrpSpPr/>
            <p:nvPr/>
          </p:nvGrpSpPr>
          <p:grpSpPr>
            <a:xfrm>
              <a:off x="8114388" y="4122341"/>
              <a:ext cx="576683" cy="461664"/>
              <a:chOff x="3125967" y="2528990"/>
              <a:chExt cx="720008" cy="576404"/>
            </a:xfrm>
          </p:grpSpPr>
          <p:sp>
            <p:nvSpPr>
              <p:cNvPr id="48" name="Oval 47">
                <a:extLst>
                  <a:ext uri="{FF2B5EF4-FFF2-40B4-BE49-F238E27FC236}">
                    <a16:creationId xmlns:a16="http://schemas.microsoft.com/office/drawing/2014/main" id="{13F8A7F5-EBD9-FE0D-1394-E8CFD67CC0A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E4559BC-BF88-1DBE-593D-413BDEF79444}"/>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53" name="TextBox 52">
                    <a:extLst>
                      <a:ext uri="{FF2B5EF4-FFF2-40B4-BE49-F238E27FC236}">
                        <a16:creationId xmlns:a16="http://schemas.microsoft.com/office/drawing/2014/main" id="{0CAA4047-62D2-C327-5EB7-E170E6F37C58}"/>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16" name="Group 15">
              <a:extLst>
                <a:ext uri="{FF2B5EF4-FFF2-40B4-BE49-F238E27FC236}">
                  <a16:creationId xmlns:a16="http://schemas.microsoft.com/office/drawing/2014/main" id="{A5EA7774-B4B5-48AB-1559-E759B249B950}"/>
                </a:ext>
              </a:extLst>
            </p:cNvPr>
            <p:cNvGrpSpPr/>
            <p:nvPr/>
          </p:nvGrpSpPr>
          <p:grpSpPr>
            <a:xfrm>
              <a:off x="8114388" y="5239849"/>
              <a:ext cx="576683" cy="461664"/>
              <a:chOff x="3125967" y="2528990"/>
              <a:chExt cx="720008" cy="576404"/>
            </a:xfrm>
          </p:grpSpPr>
          <p:sp>
            <p:nvSpPr>
              <p:cNvPr id="46" name="Oval 45">
                <a:extLst>
                  <a:ext uri="{FF2B5EF4-FFF2-40B4-BE49-F238E27FC236}">
                    <a16:creationId xmlns:a16="http://schemas.microsoft.com/office/drawing/2014/main" id="{2675D5FC-F5A2-6851-DBC0-63CC40B5504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403BD7C-BE05-1D0C-F2C1-7D4F5E7E91D6}"/>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56" name="TextBox 55">
                    <a:extLst>
                      <a:ext uri="{FF2B5EF4-FFF2-40B4-BE49-F238E27FC236}">
                        <a16:creationId xmlns:a16="http://schemas.microsoft.com/office/drawing/2014/main" id="{3A309E96-C69E-A05D-02A2-3C661FC7A45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C9E5F607-377D-C91C-C310-9812B4610D22}"/>
                </a:ext>
              </a:extLst>
            </p:cNvPr>
            <p:cNvGrpSpPr/>
            <p:nvPr/>
          </p:nvGrpSpPr>
          <p:grpSpPr>
            <a:xfrm>
              <a:off x="9267753" y="3834000"/>
              <a:ext cx="576683" cy="461664"/>
              <a:chOff x="3125967" y="2528990"/>
              <a:chExt cx="720008" cy="576404"/>
            </a:xfrm>
          </p:grpSpPr>
          <p:sp>
            <p:nvSpPr>
              <p:cNvPr id="44" name="Oval 43">
                <a:extLst>
                  <a:ext uri="{FF2B5EF4-FFF2-40B4-BE49-F238E27FC236}">
                    <a16:creationId xmlns:a16="http://schemas.microsoft.com/office/drawing/2014/main" id="{90F9D7E9-B421-2C6F-8272-F1B939EFDA7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68062B7-538C-FFCD-146B-8D70B5AB746E}"/>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59" name="TextBox 58">
                    <a:extLst>
                      <a:ext uri="{FF2B5EF4-FFF2-40B4-BE49-F238E27FC236}">
                        <a16:creationId xmlns:a16="http://schemas.microsoft.com/office/drawing/2014/main" id="{AD5E7A05-2BB0-9728-1EF0-BBC7292CCE3E}"/>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20C699D5-3625-3C2D-D547-24B3F927E898}"/>
                </a:ext>
              </a:extLst>
            </p:cNvPr>
            <p:cNvGrpSpPr/>
            <p:nvPr/>
          </p:nvGrpSpPr>
          <p:grpSpPr>
            <a:xfrm>
              <a:off x="9267753" y="4915280"/>
              <a:ext cx="576683" cy="461664"/>
              <a:chOff x="3125967" y="2528990"/>
              <a:chExt cx="720008" cy="576404"/>
            </a:xfrm>
          </p:grpSpPr>
          <p:sp>
            <p:nvSpPr>
              <p:cNvPr id="42" name="Oval 41">
                <a:extLst>
                  <a:ext uri="{FF2B5EF4-FFF2-40B4-BE49-F238E27FC236}">
                    <a16:creationId xmlns:a16="http://schemas.microsoft.com/office/drawing/2014/main" id="{FC09E76A-39A5-F28F-7B34-838FFB9C08F8}"/>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C450EA0-03C8-7AD7-784D-6FC0E286A539}"/>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62" name="TextBox 61">
                    <a:extLst>
                      <a:ext uri="{FF2B5EF4-FFF2-40B4-BE49-F238E27FC236}">
                        <a16:creationId xmlns:a16="http://schemas.microsoft.com/office/drawing/2014/main" id="{29564151-75A5-783A-190C-6C81B8658680}"/>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p:cxnSp>
          <p:nvCxnSpPr>
            <p:cNvPr id="22" name="Straight Connector 21">
              <a:extLst>
                <a:ext uri="{FF2B5EF4-FFF2-40B4-BE49-F238E27FC236}">
                  <a16:creationId xmlns:a16="http://schemas.microsoft.com/office/drawing/2014/main" id="{D8322A84-4969-60E1-A875-E8412795BFEF}"/>
                </a:ext>
              </a:extLst>
            </p:cNvPr>
            <p:cNvCxnSpPr>
              <a:cxnSpLocks/>
            </p:cNvCxnSpPr>
            <p:nvPr/>
          </p:nvCxnSpPr>
          <p:spPr>
            <a:xfrm flipV="1">
              <a:off x="8402730" y="4338597"/>
              <a:ext cx="0" cy="1153365"/>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EC82DEA-7C04-2E80-B3E7-C694962A016B}"/>
                </a:ext>
              </a:extLst>
            </p:cNvPr>
            <p:cNvCxnSpPr>
              <a:cxnSpLocks/>
            </p:cNvCxnSpPr>
            <p:nvPr/>
          </p:nvCxnSpPr>
          <p:spPr>
            <a:xfrm flipV="1">
              <a:off x="9556095" y="4050256"/>
              <a:ext cx="0" cy="108128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7A611B4D-C22B-7AD3-1725-D6CDB4828ED0}"/>
                </a:ext>
              </a:extLst>
            </p:cNvPr>
            <p:cNvGrpSpPr/>
            <p:nvPr/>
          </p:nvGrpSpPr>
          <p:grpSpPr>
            <a:xfrm>
              <a:off x="8114388" y="4122341"/>
              <a:ext cx="576683" cy="461664"/>
              <a:chOff x="3125967" y="2528990"/>
              <a:chExt cx="720008" cy="576404"/>
            </a:xfrm>
          </p:grpSpPr>
          <p:sp>
            <p:nvSpPr>
              <p:cNvPr id="40" name="Oval 39">
                <a:extLst>
                  <a:ext uri="{FF2B5EF4-FFF2-40B4-BE49-F238E27FC236}">
                    <a16:creationId xmlns:a16="http://schemas.microsoft.com/office/drawing/2014/main" id="{69505B41-9D99-A543-10A1-71C025460C25}"/>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0447169-2723-E651-9720-7C2B487E5D02}"/>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𝑋</m:t>
                          </m:r>
                        </m:oMath>
                      </m:oMathPara>
                    </a14:m>
                    <a:endParaRPr lang="en-GB" sz="1400" dirty="0">
                      <a:solidFill>
                        <a:schemeClr val="tx1"/>
                      </a:solidFill>
                    </a:endParaRPr>
                  </a:p>
                </p:txBody>
              </p:sp>
            </mc:Choice>
            <mc:Fallback xmlns="">
              <p:sp>
                <p:nvSpPr>
                  <p:cNvPr id="67" name="TextBox 66">
                    <a:extLst>
                      <a:ext uri="{FF2B5EF4-FFF2-40B4-BE49-F238E27FC236}">
                        <a16:creationId xmlns:a16="http://schemas.microsoft.com/office/drawing/2014/main" id="{5D8E3587-3D56-7F3B-B460-F1C91706BCDC}"/>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6"/>
                    <a:stretch>
                      <a:fillRect/>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896DE266-6C35-5569-D0F8-93784D9CA0FD}"/>
                </a:ext>
              </a:extLst>
            </p:cNvPr>
            <p:cNvGrpSpPr/>
            <p:nvPr/>
          </p:nvGrpSpPr>
          <p:grpSpPr>
            <a:xfrm>
              <a:off x="8114388" y="5239849"/>
              <a:ext cx="576683" cy="461664"/>
              <a:chOff x="3125967" y="2528990"/>
              <a:chExt cx="720008" cy="576404"/>
            </a:xfrm>
          </p:grpSpPr>
          <p:sp>
            <p:nvSpPr>
              <p:cNvPr id="38" name="Oval 37">
                <a:extLst>
                  <a:ext uri="{FF2B5EF4-FFF2-40B4-BE49-F238E27FC236}">
                    <a16:creationId xmlns:a16="http://schemas.microsoft.com/office/drawing/2014/main" id="{AC474C67-4BEA-F215-556F-4276E5CBD67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60F5602-98EB-BCD9-FBF2-9104972BBB18}"/>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𝑍</m:t>
                          </m:r>
                        </m:oMath>
                      </m:oMathPara>
                    </a14:m>
                    <a:endParaRPr lang="en-GB" sz="1400" dirty="0">
                      <a:solidFill>
                        <a:schemeClr val="tx1"/>
                      </a:solidFill>
                    </a:endParaRPr>
                  </a:p>
                </p:txBody>
              </p:sp>
            </mc:Choice>
            <mc:Fallback xmlns="">
              <p:sp>
                <p:nvSpPr>
                  <p:cNvPr id="70" name="TextBox 69">
                    <a:extLst>
                      <a:ext uri="{FF2B5EF4-FFF2-40B4-BE49-F238E27FC236}">
                        <a16:creationId xmlns:a16="http://schemas.microsoft.com/office/drawing/2014/main" id="{9741AA8E-55FD-9DF8-6CBC-1D384CE87F7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7"/>
                    <a:stretch>
                      <a:fillRect/>
                    </a:stretch>
                  </a:blipFill>
                </p:spPr>
                <p:txBody>
                  <a:bodyPr/>
                  <a:lstStyle/>
                  <a:p>
                    <a:r>
                      <a:rPr lang="en-GB">
                        <a:noFill/>
                      </a:rPr>
                      <a:t> </a:t>
                    </a:r>
                  </a:p>
                </p:txBody>
              </p:sp>
            </mc:Fallback>
          </mc:AlternateContent>
        </p:grpSp>
        <p:grpSp>
          <p:nvGrpSpPr>
            <p:cNvPr id="27" name="Group 26">
              <a:extLst>
                <a:ext uri="{FF2B5EF4-FFF2-40B4-BE49-F238E27FC236}">
                  <a16:creationId xmlns:a16="http://schemas.microsoft.com/office/drawing/2014/main" id="{CC7F8E78-E0CD-471E-C0CE-D01BA0137B80}"/>
                </a:ext>
              </a:extLst>
            </p:cNvPr>
            <p:cNvGrpSpPr/>
            <p:nvPr/>
          </p:nvGrpSpPr>
          <p:grpSpPr>
            <a:xfrm>
              <a:off x="9267753" y="3834000"/>
              <a:ext cx="576683" cy="461664"/>
              <a:chOff x="3125967" y="2528990"/>
              <a:chExt cx="720008" cy="576404"/>
            </a:xfrm>
          </p:grpSpPr>
          <p:sp>
            <p:nvSpPr>
              <p:cNvPr id="36" name="Oval 35">
                <a:extLst>
                  <a:ext uri="{FF2B5EF4-FFF2-40B4-BE49-F238E27FC236}">
                    <a16:creationId xmlns:a16="http://schemas.microsoft.com/office/drawing/2014/main" id="{16655EA7-BCED-5DC7-D70A-BDFA452BBA97}"/>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6A09449-9AA7-89C9-F039-C471DBF9F875}"/>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𝑌</m:t>
                          </m:r>
                        </m:oMath>
                      </m:oMathPara>
                    </a14:m>
                    <a:endParaRPr lang="en-GB" sz="1400" dirty="0">
                      <a:solidFill>
                        <a:schemeClr val="tx1"/>
                      </a:solidFill>
                    </a:endParaRPr>
                  </a:p>
                </p:txBody>
              </p:sp>
            </mc:Choice>
            <mc:Fallback xmlns="">
              <p:sp>
                <p:nvSpPr>
                  <p:cNvPr id="73" name="TextBox 72">
                    <a:extLst>
                      <a:ext uri="{FF2B5EF4-FFF2-40B4-BE49-F238E27FC236}">
                        <a16:creationId xmlns:a16="http://schemas.microsoft.com/office/drawing/2014/main" id="{65443ECC-74BC-C2E7-F136-FF35EDF93421}"/>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8"/>
                    <a:stretch>
                      <a:fillRect/>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D8314560-0E78-5D3D-C418-9758E2261CD8}"/>
                </a:ext>
              </a:extLst>
            </p:cNvPr>
            <p:cNvGrpSpPr/>
            <p:nvPr/>
          </p:nvGrpSpPr>
          <p:grpSpPr>
            <a:xfrm>
              <a:off x="9267753" y="4915280"/>
              <a:ext cx="576683" cy="461664"/>
              <a:chOff x="3125967" y="2528990"/>
              <a:chExt cx="720008" cy="576404"/>
            </a:xfrm>
          </p:grpSpPr>
          <p:sp>
            <p:nvSpPr>
              <p:cNvPr id="34" name="Oval 33">
                <a:extLst>
                  <a:ext uri="{FF2B5EF4-FFF2-40B4-BE49-F238E27FC236}">
                    <a16:creationId xmlns:a16="http://schemas.microsoft.com/office/drawing/2014/main" id="{50250E02-EAFD-69DB-773D-6AFBC6329A1A}"/>
                  </a:ext>
                </a:extLst>
              </p:cNvPr>
              <p:cNvSpPr/>
              <p:nvPr/>
            </p:nvSpPr>
            <p:spPr>
              <a:xfrm>
                <a:off x="3215968" y="2528990"/>
                <a:ext cx="540006" cy="540006"/>
              </a:xfrm>
              <a:prstGeom prst="ellipse">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79F4C65-BCAC-ACC7-AE5C-325B878B46F3}"/>
                      </a:ext>
                    </a:extLst>
                  </p:cNvPr>
                  <p:cNvSpPr txBox="1"/>
                  <p:nvPr/>
                </p:nvSpPr>
                <p:spPr>
                  <a:xfrm>
                    <a:off x="3125967" y="2528990"/>
                    <a:ext cx="720008" cy="576404"/>
                  </a:xfrm>
                  <a:prstGeom prst="rect">
                    <a:avLst/>
                  </a:prstGeom>
                  <a:noFill/>
                </p:spPr>
                <p:txBody>
                  <a:bodyPr wrap="square" rtlCol="0">
                    <a:spAutoFit/>
                  </a:bodyPr>
                  <a:lstStyle/>
                  <a:p>
                    <a:pPr/>
                    <a14:m>
                      <m:oMathPara xmlns:m="http://schemas.openxmlformats.org/officeDocument/2006/math">
                        <m:oMath>
                          <m:r>
                            <a:rPr lang="en-GB" sz="2400" b="0" i="1" smtClean="0">
                              <a:solidFill>
                                <a:schemeClr val="tx1"/>
                              </a:solidFill>
                              <a:latin typeface="Cambria Math" panose="02040503050406030204" pitchFamily="18" charset="0"/>
                            </a:rPr>
                            <m:t>𝑊</m:t>
                          </m:r>
                        </m:oMath>
                      </m:oMathPara>
                    </a14:m>
                    <a:endParaRPr lang="en-GB" sz="1400" dirty="0">
                      <a:solidFill>
                        <a:schemeClr val="tx1"/>
                      </a:solidFill>
                    </a:endParaRPr>
                  </a:p>
                </p:txBody>
              </p:sp>
            </mc:Choice>
            <mc:Fallback xmlns="">
              <p:sp>
                <p:nvSpPr>
                  <p:cNvPr id="76" name="TextBox 75">
                    <a:extLst>
                      <a:ext uri="{FF2B5EF4-FFF2-40B4-BE49-F238E27FC236}">
                        <a16:creationId xmlns:a16="http://schemas.microsoft.com/office/drawing/2014/main" id="{76D10693-004E-C10D-068C-873A1830F4C3}"/>
                      </a:ext>
                    </a:extLst>
                  </p:cNvPr>
                  <p:cNvSpPr txBox="1">
                    <a:spLocks noRot="1" noChangeAspect="1" noMove="1" noResize="1" noEditPoints="1" noAdjustHandles="1" noChangeArrowheads="1" noChangeShapeType="1" noTextEdit="1"/>
                  </p:cNvSpPr>
                  <p:nvPr/>
                </p:nvSpPr>
                <p:spPr>
                  <a:xfrm>
                    <a:off x="3125967" y="2528990"/>
                    <a:ext cx="720008" cy="576404"/>
                  </a:xfrm>
                  <a:prstGeom prst="rect">
                    <a:avLst/>
                  </a:prstGeom>
                  <a:blipFill>
                    <a:blip r:embed="rId10"/>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C3B6464-830D-D0E4-F883-D4FAF1993317}"/>
                    </a:ext>
                  </a:extLst>
                </p:cNvPr>
                <p:cNvSpPr txBox="1"/>
                <p:nvPr/>
              </p:nvSpPr>
              <p:spPr>
                <a:xfrm>
                  <a:off x="2419648"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7" name="TextBox 76">
                  <a:extLst>
                    <a:ext uri="{FF2B5EF4-FFF2-40B4-BE49-F238E27FC236}">
                      <a16:creationId xmlns:a16="http://schemas.microsoft.com/office/drawing/2014/main" id="{AB3C3E5A-56A6-310E-9F95-3DCE3B0F7142}"/>
                    </a:ext>
                  </a:extLst>
                </p:cNvPr>
                <p:cNvSpPr txBox="1">
                  <a:spLocks noRot="1" noChangeAspect="1" noMove="1" noResize="1" noEditPoints="1" noAdjustHandles="1" noChangeArrowheads="1" noChangeShapeType="1" noTextEdit="1"/>
                </p:cNvSpPr>
                <p:nvPr/>
              </p:nvSpPr>
              <p:spPr>
                <a:xfrm>
                  <a:off x="2419648" y="5769000"/>
                  <a:ext cx="1585877" cy="76091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4AE00E5-8F19-0B22-8712-FEB6FC6A780A}"/>
                    </a:ext>
                  </a:extLst>
                </p:cNvPr>
                <p:cNvSpPr txBox="1"/>
                <p:nvPr/>
              </p:nvSpPr>
              <p:spPr>
                <a:xfrm>
                  <a:off x="5303061" y="5769000"/>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𝑀</m:t>
                                </m:r>
                              </m:e>
                              <m:sub>
                                <m:r>
                                  <a:rPr lang="en-GB" sz="4000" b="0" i="1" smtClean="0">
                                    <a:latin typeface="Cambria Math" panose="02040503050406030204" pitchFamily="18" charset="0"/>
                                  </a:rPr>
                                  <m:t>2</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8" name="TextBox 77">
                  <a:extLst>
                    <a:ext uri="{FF2B5EF4-FFF2-40B4-BE49-F238E27FC236}">
                      <a16:creationId xmlns:a16="http://schemas.microsoft.com/office/drawing/2014/main" id="{82228917-5DE8-11D5-9644-509AD3FE9F7F}"/>
                    </a:ext>
                  </a:extLst>
                </p:cNvPr>
                <p:cNvSpPr txBox="1">
                  <a:spLocks noRot="1" noChangeAspect="1" noMove="1" noResize="1" noEditPoints="1" noAdjustHandles="1" noChangeArrowheads="1" noChangeShapeType="1" noTextEdit="1"/>
                </p:cNvSpPr>
                <p:nvPr/>
              </p:nvSpPr>
              <p:spPr>
                <a:xfrm>
                  <a:off x="5303061" y="5769000"/>
                  <a:ext cx="1585877" cy="76091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C354AE9-6255-3937-6D76-2D4145F79C00}"/>
                    </a:ext>
                  </a:extLst>
                </p:cNvPr>
                <p:cNvSpPr txBox="1"/>
                <p:nvPr/>
              </p:nvSpPr>
              <p:spPr>
                <a:xfrm>
                  <a:off x="8186474" y="5773432"/>
                  <a:ext cx="1585877" cy="760914"/>
                </a:xfrm>
                <a:prstGeom prst="rect">
                  <a:avLst/>
                </a:prstGeom>
                <a:noFill/>
              </p:spPr>
              <p:txBody>
                <a:bodyPr wrap="square">
                  <a:spAutoFit/>
                </a:bodyPr>
                <a:lstStyle/>
                <a:p>
                  <a:pPr/>
                  <a14:m>
                    <m:oMathPara xmlns:m="http://schemas.openxmlformats.org/officeDocument/2006/math">
                      <m:o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𝑇</m:t>
                            </m:r>
                          </m:e>
                          <m:sub>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𝐶</m:t>
                                </m:r>
                              </m:e>
                              <m:sub>
                                <m:r>
                                  <a:rPr lang="en-GB" sz="4000" b="0" i="1" smtClean="0">
                                    <a:latin typeface="Cambria Math" panose="02040503050406030204" pitchFamily="18" charset="0"/>
                                  </a:rPr>
                                  <m:t>4</m:t>
                                </m:r>
                              </m:sub>
                            </m:sSub>
                            <m:r>
                              <a:rPr lang="en-GB" sz="4000" b="0" i="1" smtClean="0">
                                <a:latin typeface="Cambria Math" panose="02040503050406030204" pitchFamily="18" charset="0"/>
                              </a:rPr>
                              <m:t>,</m:t>
                            </m:r>
                            <m:r>
                              <a:rPr lang="en-GB" sz="4000" b="0" i="1" smtClean="0">
                                <a:latin typeface="Cambria Math" panose="02040503050406030204" pitchFamily="18" charset="0"/>
                              </a:rPr>
                              <m:t>𝑛</m:t>
                            </m:r>
                          </m:sub>
                        </m:sSub>
                      </m:oMath>
                    </m:oMathPara>
                  </a14:m>
                  <a:endParaRPr lang="en-GB" sz="4000" dirty="0"/>
                </a:p>
              </p:txBody>
            </p:sp>
          </mc:Choice>
          <mc:Fallback xmlns="">
            <p:sp>
              <p:nvSpPr>
                <p:cNvPr id="79" name="TextBox 78">
                  <a:extLst>
                    <a:ext uri="{FF2B5EF4-FFF2-40B4-BE49-F238E27FC236}">
                      <a16:creationId xmlns:a16="http://schemas.microsoft.com/office/drawing/2014/main" id="{0234EE10-C393-532D-9515-1E8B455EC58D}"/>
                    </a:ext>
                  </a:extLst>
                </p:cNvPr>
                <p:cNvSpPr txBox="1">
                  <a:spLocks noRot="1" noChangeAspect="1" noMove="1" noResize="1" noEditPoints="1" noAdjustHandles="1" noChangeArrowheads="1" noChangeShapeType="1" noTextEdit="1"/>
                </p:cNvSpPr>
                <p:nvPr/>
              </p:nvSpPr>
              <p:spPr>
                <a:xfrm>
                  <a:off x="8186474" y="5773432"/>
                  <a:ext cx="1585877" cy="76091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795AA14-41BF-1EA3-6284-92A6B638E1EA}"/>
                    </a:ext>
                  </a:extLst>
                </p:cNvPr>
                <p:cNvSpPr txBox="1"/>
                <p:nvPr/>
              </p:nvSpPr>
              <p:spPr>
                <a:xfrm>
                  <a:off x="4221781"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0" name="TextBox 79">
                  <a:extLst>
                    <a:ext uri="{FF2B5EF4-FFF2-40B4-BE49-F238E27FC236}">
                      <a16:creationId xmlns:a16="http://schemas.microsoft.com/office/drawing/2014/main" id="{1E148852-B78D-418C-02F0-679FA9A7451F}"/>
                    </a:ext>
                  </a:extLst>
                </p:cNvPr>
                <p:cNvSpPr txBox="1">
                  <a:spLocks noRot="1" noChangeAspect="1" noMove="1" noResize="1" noEditPoints="1" noAdjustHandles="1" noChangeArrowheads="1" noChangeShapeType="1" noTextEdit="1"/>
                </p:cNvSpPr>
                <p:nvPr/>
              </p:nvSpPr>
              <p:spPr>
                <a:xfrm>
                  <a:off x="4221781" y="5769000"/>
                  <a:ext cx="937109"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B73E0E3-EA50-1129-9B03-EA83DB7C83AF}"/>
                    </a:ext>
                  </a:extLst>
                </p:cNvPr>
                <p:cNvSpPr txBox="1"/>
                <p:nvPr/>
              </p:nvSpPr>
              <p:spPr>
                <a:xfrm>
                  <a:off x="7033109" y="5769000"/>
                  <a:ext cx="937109" cy="707886"/>
                </a:xfrm>
                <a:prstGeom prst="rect">
                  <a:avLst/>
                </a:prstGeom>
                <a:noFill/>
              </p:spPr>
              <p:txBody>
                <a:bodyPr wrap="square">
                  <a:spAutoFit/>
                </a:bodyPr>
                <a:lstStyle/>
                <a:p>
                  <a:pPr/>
                  <a14:m>
                    <m:oMathPara xmlns:m="http://schemas.openxmlformats.org/officeDocument/2006/math">
                      <m:oMath>
                        <m:r>
                          <a:rPr lang="en-GB" sz="4000" b="0" i="1" smtClean="0">
                            <a:latin typeface="Cambria Math" panose="02040503050406030204" pitchFamily="18" charset="0"/>
                          </a:rPr>
                          <m:t>=</m:t>
                        </m:r>
                      </m:oMath>
                    </m:oMathPara>
                  </a14:m>
                  <a:endParaRPr lang="en-GB" sz="4000" dirty="0"/>
                </a:p>
              </p:txBody>
            </p:sp>
          </mc:Choice>
          <mc:Fallback xmlns="">
            <p:sp>
              <p:nvSpPr>
                <p:cNvPr id="81" name="TextBox 80">
                  <a:extLst>
                    <a:ext uri="{FF2B5EF4-FFF2-40B4-BE49-F238E27FC236}">
                      <a16:creationId xmlns:a16="http://schemas.microsoft.com/office/drawing/2014/main" id="{A62346A2-18F1-90D9-D857-6A3C00E29ADC}"/>
                    </a:ext>
                  </a:extLst>
                </p:cNvPr>
                <p:cNvSpPr txBox="1">
                  <a:spLocks noRot="1" noChangeAspect="1" noMove="1" noResize="1" noEditPoints="1" noAdjustHandles="1" noChangeArrowheads="1" noChangeShapeType="1" noTextEdit="1"/>
                </p:cNvSpPr>
                <p:nvPr/>
              </p:nvSpPr>
              <p:spPr>
                <a:xfrm>
                  <a:off x="7033109" y="5769000"/>
                  <a:ext cx="937109" cy="707886"/>
                </a:xfrm>
                <a:prstGeom prst="rect">
                  <a:avLst/>
                </a:prstGeom>
                <a:blipFill>
                  <a:blip r:embed="rId17"/>
                  <a:stretch>
                    <a:fillRect/>
                  </a:stretch>
                </a:blipFill>
              </p:spPr>
              <p:txBody>
                <a:bodyPr/>
                <a:lstStyle/>
                <a:p>
                  <a:r>
                    <a:rPr lang="en-GB">
                      <a:noFill/>
                    </a:rPr>
                    <a:t> </a:t>
                  </a:r>
                </a:p>
              </p:txBody>
            </p:sp>
          </mc:Fallback>
        </mc:AlternateContent>
      </p:grpSp>
      <p:sp>
        <p:nvSpPr>
          <p:cNvPr id="10" name="Rectangle 9">
            <a:extLst>
              <a:ext uri="{FF2B5EF4-FFF2-40B4-BE49-F238E27FC236}">
                <a16:creationId xmlns:a16="http://schemas.microsoft.com/office/drawing/2014/main" id="{EDB24CE4-CC74-7F4A-C013-84E2712C41AC}"/>
              </a:ext>
            </a:extLst>
          </p:cNvPr>
          <p:cNvSpPr/>
          <p:nvPr/>
        </p:nvSpPr>
        <p:spPr>
          <a:xfrm>
            <a:off x="3620972" y="4059007"/>
            <a:ext cx="4950055" cy="189002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More applications of graph tensors?</a:t>
            </a:r>
            <a:endParaRPr lang="en-GB" sz="3600" dirty="0">
              <a:solidFill>
                <a:schemeClr val="tx1"/>
              </a:solidFill>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9275962-2E4D-3B2A-28C1-E3570D8E38B4}"/>
                  </a:ext>
                </a:extLst>
              </p:cNvPr>
              <p:cNvSpPr/>
              <p:nvPr/>
            </p:nvSpPr>
            <p:spPr>
              <a:xfrm>
                <a:off x="1415948" y="4509012"/>
                <a:ext cx="9270103" cy="1620018"/>
              </a:xfrm>
              <a:prstGeom prst="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tx1"/>
                    </a:solidFill>
                  </a:rPr>
                  <a:t>No </a:t>
                </a:r>
                <a14:m>
                  <m:oMath xmlns:m="http://schemas.openxmlformats.org/officeDocument/2006/math">
                    <m:acc>
                      <m:accPr>
                        <m:chr m:val="̃"/>
                        <m:ctrlPr>
                          <a:rPr lang="en-GB" sz="3600" b="0" i="1" smtClean="0">
                            <a:solidFill>
                              <a:schemeClr val="tx1"/>
                            </a:solidFill>
                            <a:latin typeface="Cambria Math" panose="02040503050406030204" pitchFamily="18" charset="0"/>
                          </a:rPr>
                        </m:ctrlPr>
                      </m:accPr>
                      <m:e>
                        <m:r>
                          <a:rPr lang="en-GB" sz="3600" b="0" i="1" smtClean="0">
                            <a:solidFill>
                              <a:schemeClr val="tx1"/>
                            </a:solidFill>
                            <a:latin typeface="Cambria Math" panose="02040503050406030204" pitchFamily="18" charset="0"/>
                          </a:rPr>
                          <m:t>𝑂</m:t>
                        </m:r>
                      </m:e>
                    </m:acc>
                    <m:d>
                      <m:dPr>
                        <m:ctrlPr>
                          <a:rPr lang="en-GB" sz="3600" b="0" i="1" smtClean="0">
                            <a:solidFill>
                              <a:schemeClr val="tx1"/>
                            </a:solidFill>
                            <a:latin typeface="Cambria Math" panose="02040503050406030204" pitchFamily="18" charset="0"/>
                          </a:rPr>
                        </m:ctrlPr>
                      </m:dPr>
                      <m:e>
                        <m:sSup>
                          <m:sSupPr>
                            <m:ctrlPr>
                              <a:rPr lang="en-GB" sz="3600" b="0" i="1" smtClean="0">
                                <a:solidFill>
                                  <a:schemeClr val="tx1"/>
                                </a:solidFill>
                                <a:latin typeface="Cambria Math" panose="02040503050406030204" pitchFamily="18" charset="0"/>
                              </a:rPr>
                            </m:ctrlPr>
                          </m:sSupPr>
                          <m:e>
                            <m:r>
                              <a:rPr lang="en-GB" sz="3600" b="0" i="1" smtClean="0">
                                <a:solidFill>
                                  <a:schemeClr val="tx1"/>
                                </a:solidFill>
                                <a:latin typeface="Cambria Math" panose="02040503050406030204" pitchFamily="18" charset="0"/>
                              </a:rPr>
                              <m:t>𝑛</m:t>
                            </m:r>
                          </m:e>
                          <m:sup>
                            <m:r>
                              <a:rPr lang="en-GB" sz="3600" b="0" i="1" smtClean="0">
                                <a:solidFill>
                                  <a:schemeClr val="tx1"/>
                                </a:solidFill>
                                <a:latin typeface="Cambria Math" panose="02040503050406030204" pitchFamily="18" charset="0"/>
                              </a:rPr>
                              <m:t>𝑐</m:t>
                            </m:r>
                          </m:sup>
                        </m:sSup>
                      </m:e>
                    </m:d>
                  </m:oMath>
                </a14:m>
                <a:r>
                  <a:rPr lang="en-GB" sz="3600" dirty="0">
                    <a:solidFill>
                      <a:schemeClr val="tx1"/>
                    </a:solidFill>
                  </a:rPr>
                  <a:t> algorithm for counting planar perfect matchings for any </a:t>
                </a:r>
                <a14:m>
                  <m:oMath xmlns:m="http://schemas.openxmlformats.org/officeDocument/2006/math">
                    <m:r>
                      <a:rPr lang="en-GB" sz="3600" b="0" i="1" smtClean="0">
                        <a:solidFill>
                          <a:schemeClr val="tx1"/>
                        </a:solidFill>
                        <a:latin typeface="Cambria Math" panose="02040503050406030204" pitchFamily="18" charset="0"/>
                      </a:rPr>
                      <m:t>𝑐</m:t>
                    </m:r>
                    <m:r>
                      <a:rPr lang="en-GB" sz="3600" b="0" i="1" smtClean="0">
                        <a:solidFill>
                          <a:schemeClr val="tx1"/>
                        </a:solidFill>
                        <a:latin typeface="Cambria Math" panose="02040503050406030204" pitchFamily="18" charset="0"/>
                      </a:rPr>
                      <m:t>&lt;</m:t>
                    </m:r>
                    <m:r>
                      <a:rPr lang="en-GB" sz="3600" b="0" i="1" smtClean="0">
                        <a:solidFill>
                          <a:schemeClr val="tx1"/>
                        </a:solidFill>
                        <a:latin typeface="Cambria Math" panose="02040503050406030204" pitchFamily="18" charset="0"/>
                      </a:rPr>
                      <m:t>𝜔</m:t>
                    </m:r>
                    <m:r>
                      <a:rPr lang="en-GB" sz="3600" b="0" i="1" smtClean="0">
                        <a:solidFill>
                          <a:schemeClr val="tx1"/>
                        </a:solidFill>
                        <a:latin typeface="Cambria Math" panose="02040503050406030204" pitchFamily="18" charset="0"/>
                      </a:rPr>
                      <m:t>/2</m:t>
                    </m:r>
                  </m:oMath>
                </a14:m>
                <a:r>
                  <a:rPr lang="en-GB" sz="3600" dirty="0">
                    <a:solidFill>
                      <a:schemeClr val="tx1"/>
                    </a:solidFill>
                  </a:rPr>
                  <a:t> </a:t>
                </a:r>
              </a:p>
            </p:txBody>
          </p:sp>
        </mc:Choice>
        <mc:Fallback xmlns="">
          <p:sp>
            <p:nvSpPr>
              <p:cNvPr id="12" name="Rectangle 11">
                <a:extLst>
                  <a:ext uri="{FF2B5EF4-FFF2-40B4-BE49-F238E27FC236}">
                    <a16:creationId xmlns:a16="http://schemas.microsoft.com/office/drawing/2014/main" id="{49275962-2E4D-3B2A-28C1-E3570D8E38B4}"/>
                  </a:ext>
                </a:extLst>
              </p:cNvPr>
              <p:cNvSpPr>
                <a:spLocks noRot="1" noChangeAspect="1" noMove="1" noResize="1" noEditPoints="1" noAdjustHandles="1" noChangeArrowheads="1" noChangeShapeType="1" noTextEdit="1"/>
              </p:cNvSpPr>
              <p:nvPr/>
            </p:nvSpPr>
            <p:spPr>
              <a:xfrm>
                <a:off x="1415948" y="4509012"/>
                <a:ext cx="9270103" cy="1620018"/>
              </a:xfrm>
              <a:prstGeom prst="rect">
                <a:avLst/>
              </a:prstGeom>
              <a:blipFill>
                <a:blip r:embed="rId18"/>
                <a:stretch>
                  <a:fillRect b="-370"/>
                </a:stretch>
              </a:blipFill>
              <a:ln w="28575">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30727828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2"/>
                                        </p:tgtEl>
                                        <p:attrNameLst>
                                          <p:attrName>ppt_x</p:attrName>
                                        </p:attrNameLst>
                                      </p:cBhvr>
                                      <p:tavLst>
                                        <p:tav tm="0">
                                          <p:val>
                                            <p:strVal val="ppt_x"/>
                                          </p:val>
                                        </p:tav>
                                        <p:tav tm="100000">
                                          <p:val>
                                            <p:strVal val="ppt_x"/>
                                          </p:val>
                                        </p:tav>
                                      </p:tavLst>
                                    </p:anim>
                                    <p:anim calcmode="lin" valueType="num">
                                      <p:cBhvr additive="base">
                                        <p:cTn id="13" dur="500"/>
                                        <p:tgtEl>
                                          <p:spTgt spid="12"/>
                                        </p:tgtEl>
                                        <p:attrNameLst>
                                          <p:attrName>ppt_y</p:attrName>
                                        </p:attrNameLst>
                                      </p:cBhvr>
                                      <p:tavLst>
                                        <p:tav tm="0">
                                          <p:val>
                                            <p:strVal val="ppt_y"/>
                                          </p:val>
                                        </p:tav>
                                        <p:tav tm="100000">
                                          <p:val>
                                            <p:strVal val="1+ppt_h/2"/>
                                          </p:val>
                                        </p:tav>
                                      </p:tavLst>
                                    </p:anim>
                                    <p:set>
                                      <p:cBhvr>
                                        <p:cTn id="14"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561414-2A29-6128-0DDA-366F70A04AD6}"/>
              </a:ext>
            </a:extLst>
          </p:cNvPr>
          <p:cNvSpPr txBox="1"/>
          <p:nvPr/>
        </p:nvSpPr>
        <p:spPr>
          <a:xfrm>
            <a:off x="1775952" y="2678676"/>
            <a:ext cx="8640096" cy="1200329"/>
          </a:xfrm>
          <a:prstGeom prst="rect">
            <a:avLst/>
          </a:prstGeom>
          <a:noFill/>
        </p:spPr>
        <p:txBody>
          <a:bodyPr wrap="square">
            <a:spAutoFit/>
          </a:bodyPr>
          <a:lstStyle/>
          <a:p>
            <a:pPr algn="ctr"/>
            <a:r>
              <a:rPr lang="en-GB" sz="7200" i="1" dirty="0">
                <a:solidFill>
                  <a:schemeClr val="tx1"/>
                </a:solidFill>
              </a:rPr>
              <a:t>Thank you!</a:t>
            </a:r>
            <a:endParaRPr lang="en-GB" sz="7200" dirty="0">
              <a:solidFill>
                <a:schemeClr val="tx1"/>
              </a:solidFill>
            </a:endParaRPr>
          </a:p>
        </p:txBody>
      </p:sp>
      <p:graphicFrame>
        <p:nvGraphicFramePr>
          <p:cNvPr id="2" name="Object 1">
            <a:extLst>
              <a:ext uri="{FF2B5EF4-FFF2-40B4-BE49-F238E27FC236}">
                <a16:creationId xmlns:a16="http://schemas.microsoft.com/office/drawing/2014/main" id="{F04B1D91-4A43-9A46-0EA8-5830293C1265}"/>
              </a:ext>
            </a:extLst>
          </p:cNvPr>
          <p:cNvGraphicFramePr>
            <a:graphicFrameLocks noChangeAspect="1"/>
          </p:cNvGraphicFramePr>
          <p:nvPr>
            <p:extLst>
              <p:ext uri="{D42A27DB-BD31-4B8C-83A1-F6EECF244321}">
                <p14:modId xmlns:p14="http://schemas.microsoft.com/office/powerpoint/2010/main" val="3280769230"/>
              </p:ext>
            </p:extLst>
          </p:nvPr>
        </p:nvGraphicFramePr>
        <p:xfrm>
          <a:off x="10146045" y="5949028"/>
          <a:ext cx="1658476" cy="680878"/>
        </p:xfrm>
        <a:graphic>
          <a:graphicData uri="http://schemas.openxmlformats.org/presentationml/2006/ole">
            <mc:AlternateContent xmlns:mc="http://schemas.openxmlformats.org/markup-compatibility/2006">
              <mc:Choice xmlns:v="urn:schemas-microsoft-com:vml" Requires="v">
                <p:oleObj name="Acrobat Document" r:id="rId2" imgW="5661625" imgH="2323801" progId="Acrobat.Document.DC">
                  <p:embed/>
                </p:oleObj>
              </mc:Choice>
              <mc:Fallback>
                <p:oleObj name="Acrobat Document" r:id="rId2" imgW="5661625" imgH="2323801" progId="Acrobat.Document.DC">
                  <p:embed/>
                  <p:pic>
                    <p:nvPicPr>
                      <p:cNvPr id="0" name=""/>
                      <p:cNvPicPr/>
                      <p:nvPr/>
                    </p:nvPicPr>
                    <p:blipFill>
                      <a:blip r:embed="rId3"/>
                      <a:stretch>
                        <a:fillRect/>
                      </a:stretch>
                    </p:blipFill>
                    <p:spPr>
                      <a:xfrm>
                        <a:off x="10146045" y="5949028"/>
                        <a:ext cx="1658476" cy="68087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99DB4717-7AE0-8216-CF2E-008EB565D6F7}"/>
              </a:ext>
            </a:extLst>
          </p:cNvPr>
          <p:cNvSpPr txBox="1"/>
          <p:nvPr/>
        </p:nvSpPr>
        <p:spPr>
          <a:xfrm>
            <a:off x="3485971" y="5949028"/>
            <a:ext cx="6570072" cy="646331"/>
          </a:xfrm>
          <a:prstGeom prst="rect">
            <a:avLst/>
          </a:prstGeom>
          <a:noFill/>
        </p:spPr>
        <p:txBody>
          <a:bodyPr wrap="square">
            <a:spAutoFit/>
          </a:bodyPr>
          <a:lstStyle/>
          <a:p>
            <a:pPr algn="r"/>
            <a:r>
              <a:rPr lang="en-US" sz="1200" dirty="0"/>
              <a:t>This project is funded by the European Union (ERC, </a:t>
            </a:r>
            <a:r>
              <a:rPr lang="en-US" sz="1200" dirty="0" err="1"/>
              <a:t>CountHom</a:t>
            </a:r>
            <a:r>
              <a:rPr lang="en-US" sz="1200" dirty="0"/>
              <a:t>, 101077083). Views and opinions expressed are however those of the authors of the research article only and do not necessarily reflect those of the European Union or the European Research Council Executive Agency.</a:t>
            </a:r>
            <a:endParaRPr lang="en-GB" sz="1200" dirty="0">
              <a:solidFill>
                <a:schemeClr val="tx1"/>
              </a:solidFill>
            </a:endParaRPr>
          </a:p>
        </p:txBody>
      </p:sp>
    </p:spTree>
    <p:extLst>
      <p:ext uri="{BB962C8B-B14F-4D97-AF65-F5344CB8AC3E}">
        <p14:creationId xmlns:p14="http://schemas.microsoft.com/office/powerpoint/2010/main" val="39017162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520D07-6B1B-0424-AA2C-0644D6693F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145751-8ABA-DA1E-BF7C-8DC1C74A819E}"/>
                  </a:ext>
                </a:extLst>
              </p:cNvPr>
              <p:cNvSpPr txBox="1"/>
              <p:nvPr/>
            </p:nvSpPr>
            <p:spPr>
              <a:xfrm>
                <a:off x="-5694132" y="908972"/>
                <a:ext cx="5040057" cy="1711302"/>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𝑇</m:t>
                      </m:r>
                      <m:r>
                        <a:rPr lang="en-GB" sz="3600" b="0" i="1" smtClean="0">
                          <a:latin typeface="Cambria Math" panose="02040503050406030204" pitchFamily="18" charset="0"/>
                        </a:rPr>
                        <m:t>≔</m:t>
                      </m:r>
                      <m:nary>
                        <m:naryPr>
                          <m:chr m:val="∑"/>
                          <m:ctrlPr>
                            <a:rPr lang="en-GB" sz="3600" b="0" i="1" smtClean="0">
                              <a:solidFill>
                                <a:schemeClr val="accent6"/>
                              </a:solidFill>
                              <a:latin typeface="Cambria Math" panose="02040503050406030204" pitchFamily="18" charset="0"/>
                            </a:rPr>
                          </m:ctrlPr>
                        </m:naryPr>
                        <m:sub>
                          <m:r>
                            <m:rPr>
                              <m:brk m:alnAt="23"/>
                            </m:rPr>
                            <a:rPr lang="en-GB" sz="3600" b="0" i="1" smtClean="0">
                              <a:solidFill>
                                <a:schemeClr val="accent6"/>
                              </a:solidFill>
                              <a:latin typeface="Cambria Math" panose="02040503050406030204" pitchFamily="18" charset="0"/>
                            </a:rPr>
                            <m:t>𝑖</m:t>
                          </m:r>
                          <m:r>
                            <a:rPr lang="en-GB" sz="3600" b="0" i="1" smtClean="0">
                              <a:solidFill>
                                <a:schemeClr val="accent6"/>
                              </a:solidFill>
                              <a:latin typeface="Cambria Math" panose="02040503050406030204" pitchFamily="18" charset="0"/>
                            </a:rPr>
                            <m:t>=0</m:t>
                          </m:r>
                        </m:sub>
                        <m:sup>
                          <m:r>
                            <a:rPr lang="en-GB" sz="3600" b="0" i="1" smtClean="0">
                              <a:solidFill>
                                <a:schemeClr val="accent6"/>
                              </a:solidFill>
                              <a:latin typeface="Cambria Math" panose="02040503050406030204" pitchFamily="18" charset="0"/>
                            </a:rPr>
                            <m:t>1</m:t>
                          </m:r>
                        </m:sup>
                        <m:e>
                          <m:nary>
                            <m:naryPr>
                              <m:chr m:val="∑"/>
                              <m:ctrlPr>
                                <a:rPr lang="en-GB" sz="3600" b="0" i="1" smtClean="0">
                                  <a:solidFill>
                                    <a:schemeClr val="accent2">
                                      <a:lumMod val="75000"/>
                                    </a:schemeClr>
                                  </a:solidFill>
                                  <a:latin typeface="Cambria Math" panose="02040503050406030204" pitchFamily="18" charset="0"/>
                                </a:rPr>
                              </m:ctrlPr>
                            </m:naryPr>
                            <m:sub>
                              <m:r>
                                <m:rPr>
                                  <m:brk m:alnAt="23"/>
                                </m:rPr>
                                <a:rPr lang="en-GB" sz="3600" b="0" i="1" smtClean="0">
                                  <a:solidFill>
                                    <a:schemeClr val="accent2">
                                      <a:lumMod val="75000"/>
                                    </a:schemeClr>
                                  </a:solidFill>
                                  <a:latin typeface="Cambria Math" panose="02040503050406030204" pitchFamily="18" charset="0"/>
                                </a:rPr>
                                <m:t>𝑗</m:t>
                              </m:r>
                              <m:r>
                                <a:rPr lang="en-GB" sz="3600" b="0" i="1" smtClean="0">
                                  <a:solidFill>
                                    <a:schemeClr val="accent2">
                                      <a:lumMod val="75000"/>
                                    </a:schemeClr>
                                  </a:solidFill>
                                  <a:latin typeface="Cambria Math" panose="02040503050406030204" pitchFamily="18" charset="0"/>
                                </a:rPr>
                                <m:t>=0</m:t>
                              </m:r>
                            </m:sub>
                            <m:sup>
                              <m:r>
                                <a:rPr lang="en-GB" sz="3600" b="0" i="1" smtClean="0">
                                  <a:solidFill>
                                    <a:schemeClr val="accent2">
                                      <a:lumMod val="75000"/>
                                    </a:schemeClr>
                                  </a:solidFill>
                                  <a:latin typeface="Cambria Math" panose="02040503050406030204" pitchFamily="18" charset="0"/>
                                </a:rPr>
                                <m:t>1</m:t>
                              </m:r>
                            </m:sup>
                            <m:e>
                              <m:nary>
                                <m:naryPr>
                                  <m:chr m:val="∑"/>
                                  <m:ctrlPr>
                                    <a:rPr lang="en-GB" sz="3600" b="0" i="1" smtClean="0">
                                      <a:solidFill>
                                        <a:schemeClr val="accent1"/>
                                      </a:solidFill>
                                      <a:latin typeface="Cambria Math" panose="02040503050406030204" pitchFamily="18" charset="0"/>
                                    </a:rPr>
                                  </m:ctrlPr>
                                </m:naryPr>
                                <m:sub>
                                  <m:r>
                                    <m:rPr>
                                      <m:brk m:alnAt="23"/>
                                    </m:rPr>
                                    <a:rPr lang="en-GB" sz="3600" b="0" i="1" smtClean="0">
                                      <a:solidFill>
                                        <a:schemeClr val="accent1"/>
                                      </a:solidFill>
                                      <a:latin typeface="Cambria Math" panose="02040503050406030204" pitchFamily="18" charset="0"/>
                                    </a:rPr>
                                    <m:t>𝑘</m:t>
                                  </m:r>
                                  <m:r>
                                    <a:rPr lang="en-GB" sz="3600" b="0" i="1" smtClean="0">
                                      <a:solidFill>
                                        <a:schemeClr val="accent1"/>
                                      </a:solidFill>
                                      <a:latin typeface="Cambria Math" panose="02040503050406030204" pitchFamily="18" charset="0"/>
                                    </a:rPr>
                                    <m:t>=0</m:t>
                                  </m:r>
                                </m:sub>
                                <m:sup>
                                  <m:r>
                                    <a:rPr lang="en-GB" sz="3600" b="0" i="1" smtClean="0">
                                      <a:solidFill>
                                        <a:schemeClr val="accent1"/>
                                      </a:solidFill>
                                      <a:latin typeface="Cambria Math" panose="02040503050406030204" pitchFamily="18" charset="0"/>
                                    </a:rPr>
                                    <m:t>1</m:t>
                                  </m:r>
                                </m:sup>
                                <m:e>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𝑋</m:t>
                                      </m:r>
                                    </m:e>
                                    <m:sub>
                                      <m:r>
                                        <a:rPr lang="en-GB" sz="3600" b="0" i="1" smtClean="0">
                                          <a:solidFill>
                                            <a:schemeClr val="accent6"/>
                                          </a:solidFill>
                                          <a:latin typeface="Cambria Math" panose="02040503050406030204" pitchFamily="18" charset="0"/>
                                        </a:rPr>
                                        <m:t>𝑖</m:t>
                                      </m:r>
                                      <m:r>
                                        <a:rPr lang="en-GB" sz="3600" b="0" i="1" smtClean="0">
                                          <a:solidFill>
                                            <a:schemeClr val="accent2">
                                              <a:lumMod val="75000"/>
                                            </a:schemeClr>
                                          </a:solidFill>
                                          <a:latin typeface="Cambria Math" panose="02040503050406030204" pitchFamily="18" charset="0"/>
                                        </a:rPr>
                                        <m:t>𝑗</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𝑗</m:t>
                                      </m:r>
                                      <m:r>
                                        <a:rPr lang="en-GB" sz="3600" b="0" i="1" smtClean="0">
                                          <a:solidFill>
                                            <a:schemeClr val="accent1"/>
                                          </a:solidFill>
                                          <a:latin typeface="Cambria Math" panose="02040503050406030204" pitchFamily="18" charset="0"/>
                                        </a:rPr>
                                        <m:t>𝑘</m:t>
                                      </m:r>
                                    </m:sub>
                                  </m:sSub>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𝑍</m:t>
                                      </m:r>
                                    </m:e>
                                    <m:sub>
                                      <m:r>
                                        <a:rPr lang="en-GB" sz="3600" b="0" i="1" smtClean="0">
                                          <a:solidFill>
                                            <a:schemeClr val="accent1"/>
                                          </a:solidFill>
                                          <a:latin typeface="Cambria Math" panose="02040503050406030204" pitchFamily="18" charset="0"/>
                                        </a:rPr>
                                        <m:t>𝑘</m:t>
                                      </m:r>
                                      <m:r>
                                        <a:rPr lang="en-GB" sz="3600" b="0" i="1" smtClean="0">
                                          <a:solidFill>
                                            <a:schemeClr val="accent6"/>
                                          </a:solidFill>
                                          <a:latin typeface="Cambria Math" panose="02040503050406030204" pitchFamily="18" charset="0"/>
                                        </a:rPr>
                                        <m:t>𝑖</m:t>
                                      </m:r>
                                    </m:sub>
                                  </m:sSub>
                                </m:e>
                              </m:nary>
                            </m:e>
                          </m:nary>
                        </m:e>
                      </m:nary>
                    </m:oMath>
                  </m:oMathPara>
                </a14:m>
                <a:endParaRPr lang="en-GB" sz="3600" dirty="0"/>
              </a:p>
            </p:txBody>
          </p:sp>
        </mc:Choice>
        <mc:Fallback xmlns="">
          <p:sp>
            <p:nvSpPr>
              <p:cNvPr id="7" name="TextBox 6">
                <a:extLst>
                  <a:ext uri="{FF2B5EF4-FFF2-40B4-BE49-F238E27FC236}">
                    <a16:creationId xmlns:a16="http://schemas.microsoft.com/office/drawing/2014/main" id="{29145751-8ABA-DA1E-BF7C-8DC1C74A819E}"/>
                  </a:ext>
                </a:extLst>
              </p:cNvPr>
              <p:cNvSpPr txBox="1">
                <a:spLocks noRot="1" noChangeAspect="1" noMove="1" noResize="1" noEditPoints="1" noAdjustHandles="1" noChangeArrowheads="1" noChangeShapeType="1" noTextEdit="1"/>
              </p:cNvSpPr>
              <p:nvPr/>
            </p:nvSpPr>
            <p:spPr>
              <a:xfrm>
                <a:off x="-5694132" y="908972"/>
                <a:ext cx="5040057" cy="171130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3F26DE9-3D80-9240-68D5-B82F86FE6568}"/>
                  </a:ext>
                </a:extLst>
              </p:cNvPr>
              <p:cNvSpPr txBox="1"/>
              <p:nvPr/>
            </p:nvSpPr>
            <p:spPr>
              <a:xfrm>
                <a:off x="-6234137" y="3248998"/>
                <a:ext cx="5850065" cy="2270045"/>
              </a:xfrm>
              <a:prstGeom prst="rect">
                <a:avLst/>
              </a:prstGeom>
              <a:noFill/>
            </p:spPr>
            <p:txBody>
              <a:bodyPr wrap="square" rtlCol="0">
                <a:spAutoFit/>
              </a:bodyPr>
              <a:lstStyle/>
              <a:p>
                <a:pPr/>
                <a14:m>
                  <m:oMathPara xmlns:m="http://schemas.openxmlformats.org/officeDocument/2006/math">
                    <m:oMath>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b="0" i="1" smtClean="0">
                          <a:solidFill>
                            <a:schemeClr val="tx1"/>
                          </a:solidFill>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0</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0</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0</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0</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0</m:t>
                          </m:r>
                          <m:r>
                            <a:rPr lang="en-GB" sz="3600" b="0" i="1" smtClean="0">
                              <a:solidFill>
                                <a:schemeClr val="accent6"/>
                              </a:solidFill>
                              <a:latin typeface="Cambria Math" panose="02040503050406030204" pitchFamily="18" charset="0"/>
                            </a:rPr>
                            <m:t>1</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𝑋</m:t>
                          </m:r>
                        </m:e>
                        <m:sub>
                          <m:r>
                            <a:rPr lang="en-GB" sz="3600" b="0" i="1" smtClean="0">
                              <a:solidFill>
                                <a:schemeClr val="accent6"/>
                              </a:solidFill>
                              <a:latin typeface="Cambria Math" panose="02040503050406030204" pitchFamily="18" charset="0"/>
                            </a:rPr>
                            <m:t>1</m:t>
                          </m:r>
                          <m:r>
                            <a:rPr lang="en-GB" sz="3600" b="0" i="1" smtClean="0">
                              <a:solidFill>
                                <a:schemeClr val="accent2">
                                  <a:lumMod val="75000"/>
                                </a:schemeClr>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𝑌</m:t>
                          </m:r>
                        </m:e>
                        <m:sub>
                          <m:r>
                            <a:rPr lang="en-GB" sz="3600" b="0" i="1" smtClean="0">
                              <a:solidFill>
                                <a:schemeClr val="accent2">
                                  <a:lumMod val="75000"/>
                                </a:schemeClr>
                              </a:solidFill>
                              <a:latin typeface="Cambria Math" panose="02040503050406030204" pitchFamily="18" charset="0"/>
                            </a:rPr>
                            <m:t>1</m:t>
                          </m:r>
                          <m:r>
                            <a:rPr lang="en-GB" sz="3600" b="0" i="1" smtClean="0">
                              <a:solidFill>
                                <a:schemeClr val="accent1"/>
                              </a:solidFill>
                              <a:latin typeface="Cambria Math" panose="02040503050406030204" pitchFamily="18" charset="0"/>
                            </a:rPr>
                            <m:t>1</m:t>
                          </m:r>
                        </m:sub>
                      </m:sSub>
                      <m:sSub>
                        <m:sSubPr>
                          <m:ctrlPr>
                            <a:rPr lang="en-GB" sz="3600" i="1">
                              <a:latin typeface="Cambria Math" panose="02040503050406030204" pitchFamily="18" charset="0"/>
                            </a:rPr>
                          </m:ctrlPr>
                        </m:sSubPr>
                        <m:e>
                          <m:r>
                            <a:rPr lang="en-GB" sz="3600" i="1">
                              <a:latin typeface="Cambria Math" panose="02040503050406030204" pitchFamily="18" charset="0"/>
                            </a:rPr>
                            <m:t>𝑍</m:t>
                          </m:r>
                        </m:e>
                        <m:sub>
                          <m:r>
                            <a:rPr lang="en-GB" sz="3600" b="0" i="1" smtClean="0">
                              <a:solidFill>
                                <a:schemeClr val="accent1"/>
                              </a:solidFill>
                              <a:latin typeface="Cambria Math" panose="02040503050406030204" pitchFamily="18" charset="0"/>
                            </a:rPr>
                            <m:t>1</m:t>
                          </m:r>
                          <m:r>
                            <a:rPr lang="en-GB" sz="3600" b="0" i="1" smtClean="0">
                              <a:solidFill>
                                <a:schemeClr val="accent6"/>
                              </a:solidFill>
                              <a:latin typeface="Cambria Math" panose="02040503050406030204" pitchFamily="18" charset="0"/>
                            </a:rPr>
                            <m:t>1</m:t>
                          </m:r>
                        </m:sub>
                      </m:sSub>
                    </m:oMath>
                  </m:oMathPara>
                </a14:m>
                <a:endParaRPr lang="en-GB" sz="3600" dirty="0"/>
              </a:p>
            </p:txBody>
          </p:sp>
        </mc:Choice>
        <mc:Fallback xmlns="">
          <p:sp>
            <p:nvSpPr>
              <p:cNvPr id="9" name="TextBox 8">
                <a:extLst>
                  <a:ext uri="{FF2B5EF4-FFF2-40B4-BE49-F238E27FC236}">
                    <a16:creationId xmlns:a16="http://schemas.microsoft.com/office/drawing/2014/main" id="{13F26DE9-3D80-9240-68D5-B82F86FE6568}"/>
                  </a:ext>
                </a:extLst>
              </p:cNvPr>
              <p:cNvSpPr txBox="1">
                <a:spLocks noRot="1" noChangeAspect="1" noMove="1" noResize="1" noEditPoints="1" noAdjustHandles="1" noChangeArrowheads="1" noChangeShapeType="1" noTextEdit="1"/>
              </p:cNvSpPr>
              <p:nvPr/>
            </p:nvSpPr>
            <p:spPr>
              <a:xfrm>
                <a:off x="-6234137" y="3248998"/>
                <a:ext cx="5850065" cy="227004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B1EFF7-767E-3FC6-E15C-7318FF1F22C3}"/>
                  </a:ext>
                </a:extLst>
              </p:cNvPr>
              <p:cNvSpPr txBox="1"/>
              <p:nvPr/>
            </p:nvSpPr>
            <p:spPr>
              <a:xfrm>
                <a:off x="-3984112" y="2618991"/>
                <a:ext cx="990011" cy="646331"/>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GB" sz="3600" dirty="0"/>
              </a:p>
            </p:txBody>
          </p:sp>
        </mc:Choice>
        <mc:Fallback xmlns="">
          <p:sp>
            <p:nvSpPr>
              <p:cNvPr id="11" name="TextBox 10">
                <a:extLst>
                  <a:ext uri="{FF2B5EF4-FFF2-40B4-BE49-F238E27FC236}">
                    <a16:creationId xmlns:a16="http://schemas.microsoft.com/office/drawing/2014/main" id="{27B1EFF7-767E-3FC6-E15C-7318FF1F22C3}"/>
                  </a:ext>
                </a:extLst>
              </p:cNvPr>
              <p:cNvSpPr txBox="1">
                <a:spLocks noRot="1" noChangeAspect="1" noMove="1" noResize="1" noEditPoints="1" noAdjustHandles="1" noChangeArrowheads="1" noChangeShapeType="1" noTextEdit="1"/>
              </p:cNvSpPr>
              <p:nvPr/>
            </p:nvSpPr>
            <p:spPr>
              <a:xfrm>
                <a:off x="-3984112" y="2618991"/>
                <a:ext cx="990011" cy="646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F212F6B2-6341-5D02-E7E7-79EA04149C3C}"/>
                  </a:ext>
                </a:extLst>
              </p:cNvPr>
              <p:cNvSpPr/>
              <p:nvPr/>
            </p:nvSpPr>
            <p:spPr>
              <a:xfrm>
                <a:off x="4611044" y="684018"/>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𝑍</m:t>
                          </m:r>
                        </m:e>
                        <m:sub>
                          <m:r>
                            <a:rPr lang="en-GB" sz="2800" i="1">
                              <a:solidFill>
                                <a:schemeClr val="accent1">
                                  <a:alpha val="0"/>
                                </a:schemeClr>
                              </a:solidFill>
                              <a:latin typeface="Cambria Math" panose="02040503050406030204" pitchFamily="18" charset="0"/>
                            </a:rPr>
                            <m:t>0</m:t>
                          </m:r>
                          <m:r>
                            <a:rPr lang="en-GB" sz="2800" i="1">
                              <a:solidFill>
                                <a:schemeClr val="accent6">
                                  <a:alpha val="0"/>
                                </a:schemeClr>
                              </a:solidFill>
                              <a:latin typeface="Cambria Math" panose="02040503050406030204" pitchFamily="18" charset="0"/>
                            </a:rPr>
                            <m:t>0</m:t>
                          </m:r>
                        </m:sub>
                      </m:sSub>
                    </m:oMath>
                  </m:oMathPara>
                </a14:m>
                <a:endParaRPr lang="en-GB" sz="2800" dirty="0">
                  <a:solidFill>
                    <a:schemeClr val="tx1"/>
                  </a:solidFill>
                </a:endParaRPr>
              </a:p>
            </p:txBody>
          </p:sp>
        </mc:Choice>
        <mc:Fallback xmlns="">
          <p:sp>
            <p:nvSpPr>
              <p:cNvPr id="44" name="Rectangle 43">
                <a:extLst>
                  <a:ext uri="{FF2B5EF4-FFF2-40B4-BE49-F238E27FC236}">
                    <a16:creationId xmlns:a16="http://schemas.microsoft.com/office/drawing/2014/main" id="{F212F6B2-6341-5D02-E7E7-79EA04149C3C}"/>
                  </a:ext>
                </a:extLst>
              </p:cNvPr>
              <p:cNvSpPr>
                <a:spLocks noRot="1" noChangeAspect="1" noMove="1" noResize="1" noEditPoints="1" noAdjustHandles="1" noChangeArrowheads="1" noChangeShapeType="1" noTextEdit="1"/>
              </p:cNvSpPr>
              <p:nvPr/>
            </p:nvSpPr>
            <p:spPr>
              <a:xfrm>
                <a:off x="4611044" y="684018"/>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CFF2CE79-A3B5-2D12-CBF9-4A647D752A48}"/>
                  </a:ext>
                </a:extLst>
              </p:cNvPr>
              <p:cNvSpPr/>
              <p:nvPr/>
            </p:nvSpPr>
            <p:spPr>
              <a:xfrm>
                <a:off x="4611044" y="1224024"/>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𝑍</m:t>
                          </m:r>
                        </m:e>
                        <m:sub>
                          <m:r>
                            <a:rPr lang="en-GB" sz="2800" i="1">
                              <a:solidFill>
                                <a:schemeClr val="accent1">
                                  <a:alpha val="0"/>
                                </a:schemeClr>
                              </a:solidFill>
                              <a:latin typeface="Cambria Math" panose="02040503050406030204" pitchFamily="18" charset="0"/>
                            </a:rPr>
                            <m:t>0</m:t>
                          </m:r>
                          <m:r>
                            <a:rPr lang="en-US" sz="2800" b="0" i="1" smtClean="0">
                              <a:solidFill>
                                <a:schemeClr val="accent6">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46" name="Rectangle 45">
                <a:extLst>
                  <a:ext uri="{FF2B5EF4-FFF2-40B4-BE49-F238E27FC236}">
                    <a16:creationId xmlns:a16="http://schemas.microsoft.com/office/drawing/2014/main" id="{CFF2CE79-A3B5-2D12-CBF9-4A647D752A48}"/>
                  </a:ext>
                </a:extLst>
              </p:cNvPr>
              <p:cNvSpPr>
                <a:spLocks noRot="1" noChangeAspect="1" noMove="1" noResize="1" noEditPoints="1" noAdjustHandles="1" noChangeArrowheads="1" noChangeShapeType="1" noTextEdit="1"/>
              </p:cNvSpPr>
              <p:nvPr/>
            </p:nvSpPr>
            <p:spPr>
              <a:xfrm>
                <a:off x="4611044" y="1224024"/>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534400D8-9E30-986D-3B53-5CC426DEB83C}"/>
                  </a:ext>
                </a:extLst>
              </p:cNvPr>
              <p:cNvSpPr/>
              <p:nvPr/>
            </p:nvSpPr>
            <p:spPr>
              <a:xfrm>
                <a:off x="4611044" y="1764030"/>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𝑍</m:t>
                          </m:r>
                        </m:e>
                        <m:sub>
                          <m:r>
                            <a:rPr lang="en-US" sz="2800" b="0" i="1" smtClean="0">
                              <a:solidFill>
                                <a:schemeClr val="accent1">
                                  <a:alpha val="0"/>
                                </a:schemeClr>
                              </a:solidFill>
                              <a:latin typeface="Cambria Math" panose="02040503050406030204" pitchFamily="18" charset="0"/>
                            </a:rPr>
                            <m:t>1</m:t>
                          </m:r>
                          <m:r>
                            <a:rPr lang="en-GB" sz="2800" i="1">
                              <a:solidFill>
                                <a:schemeClr val="accent6">
                                  <a:alpha val="0"/>
                                </a:schemeClr>
                              </a:solidFill>
                              <a:latin typeface="Cambria Math" panose="02040503050406030204" pitchFamily="18" charset="0"/>
                            </a:rPr>
                            <m:t>0</m:t>
                          </m:r>
                        </m:sub>
                      </m:sSub>
                    </m:oMath>
                  </m:oMathPara>
                </a14:m>
                <a:endParaRPr lang="en-GB" sz="2800" dirty="0">
                  <a:solidFill>
                    <a:schemeClr val="tx1">
                      <a:alpha val="0"/>
                    </a:schemeClr>
                  </a:solidFill>
                </a:endParaRPr>
              </a:p>
            </p:txBody>
          </p:sp>
        </mc:Choice>
        <mc:Fallback xmlns="">
          <p:sp>
            <p:nvSpPr>
              <p:cNvPr id="48" name="Rectangle 47">
                <a:extLst>
                  <a:ext uri="{FF2B5EF4-FFF2-40B4-BE49-F238E27FC236}">
                    <a16:creationId xmlns:a16="http://schemas.microsoft.com/office/drawing/2014/main" id="{534400D8-9E30-986D-3B53-5CC426DEB83C}"/>
                  </a:ext>
                </a:extLst>
              </p:cNvPr>
              <p:cNvSpPr>
                <a:spLocks noRot="1" noChangeAspect="1" noMove="1" noResize="1" noEditPoints="1" noAdjustHandles="1" noChangeArrowheads="1" noChangeShapeType="1" noTextEdit="1"/>
              </p:cNvSpPr>
              <p:nvPr/>
            </p:nvSpPr>
            <p:spPr>
              <a:xfrm>
                <a:off x="4611044" y="1764030"/>
                <a:ext cx="720008" cy="720008"/>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A2FB3C8-407F-D824-72D3-0D44B2E8BAC0}"/>
                  </a:ext>
                </a:extLst>
              </p:cNvPr>
              <p:cNvSpPr/>
              <p:nvPr/>
            </p:nvSpPr>
            <p:spPr>
              <a:xfrm>
                <a:off x="4611044" y="2304036"/>
                <a:ext cx="720008" cy="7200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𝑍</m:t>
                          </m:r>
                        </m:e>
                        <m:sub>
                          <m:r>
                            <a:rPr lang="en-US" sz="2800" b="0" i="1" smtClean="0">
                              <a:solidFill>
                                <a:schemeClr val="accent1">
                                  <a:alpha val="0"/>
                                </a:schemeClr>
                              </a:solidFill>
                              <a:latin typeface="Cambria Math" panose="02040503050406030204" pitchFamily="18" charset="0"/>
                            </a:rPr>
                            <m:t>1</m:t>
                          </m:r>
                          <m:r>
                            <a:rPr lang="en-US" sz="2800" b="0" i="1" smtClean="0">
                              <a:solidFill>
                                <a:schemeClr val="accent6">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50" name="Rectangle 49">
                <a:extLst>
                  <a:ext uri="{FF2B5EF4-FFF2-40B4-BE49-F238E27FC236}">
                    <a16:creationId xmlns:a16="http://schemas.microsoft.com/office/drawing/2014/main" id="{5A2FB3C8-407F-D824-72D3-0D44B2E8BAC0}"/>
                  </a:ext>
                </a:extLst>
              </p:cNvPr>
              <p:cNvSpPr>
                <a:spLocks noRot="1" noChangeAspect="1" noMove="1" noResize="1" noEditPoints="1" noAdjustHandles="1" noChangeArrowheads="1" noChangeShapeType="1" noTextEdit="1"/>
              </p:cNvSpPr>
              <p:nvPr/>
            </p:nvSpPr>
            <p:spPr>
              <a:xfrm>
                <a:off x="4611044" y="2304036"/>
                <a:ext cx="720008" cy="720008"/>
              </a:xfrm>
              <a:prstGeom prst="rect">
                <a:avLst/>
              </a:prstGeom>
              <a:blipFill>
                <a:blip r:embed="rId5"/>
                <a:stretch>
                  <a:fillRect/>
                </a:stretch>
              </a:blipFill>
              <a:ln>
                <a:noFill/>
              </a:ln>
            </p:spPr>
            <p:txBody>
              <a:bodyPr/>
              <a:lstStyle/>
              <a:p>
                <a:r>
                  <a:rPr lang="en-GB">
                    <a:noFill/>
                  </a:rPr>
                  <a:t> </a:t>
                </a:r>
              </a:p>
            </p:txBody>
          </p:sp>
        </mc:Fallback>
      </mc:AlternateContent>
      <p:grpSp>
        <p:nvGrpSpPr>
          <p:cNvPr id="242" name="Group 241">
            <a:extLst>
              <a:ext uri="{FF2B5EF4-FFF2-40B4-BE49-F238E27FC236}">
                <a16:creationId xmlns:a16="http://schemas.microsoft.com/office/drawing/2014/main" id="{7A9D48F5-FF8D-D1D5-4AE9-00E432A944F6}"/>
              </a:ext>
            </a:extLst>
          </p:cNvPr>
          <p:cNvGrpSpPr/>
          <p:nvPr/>
        </p:nvGrpSpPr>
        <p:grpSpPr>
          <a:xfrm>
            <a:off x="651000" y="414015"/>
            <a:ext cx="3600040" cy="3600040"/>
            <a:chOff x="6816008" y="548968"/>
            <a:chExt cx="3600040" cy="3600040"/>
          </a:xfrm>
          <a:scene3d>
            <a:camera prst="perspectiveFront" fov="0">
              <a:rot lat="18600000" lon="2400000" rev="19620000"/>
            </a:camera>
            <a:lightRig rig="threePt" dir="t"/>
          </a:scene3d>
        </p:grpSpPr>
        <p:sp>
          <p:nvSpPr>
            <p:cNvPr id="243" name="Rectangle 242">
              <a:extLst>
                <a:ext uri="{FF2B5EF4-FFF2-40B4-BE49-F238E27FC236}">
                  <a16:creationId xmlns:a16="http://schemas.microsoft.com/office/drawing/2014/main" id="{CBD40D1A-3402-2774-0320-BB4141935E3E}"/>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4" name="Rectangle 243">
              <a:extLst>
                <a:ext uri="{FF2B5EF4-FFF2-40B4-BE49-F238E27FC236}">
                  <a16:creationId xmlns:a16="http://schemas.microsoft.com/office/drawing/2014/main" id="{040DA3A9-0131-55CC-70E4-57ABFCEA3518}"/>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5" name="Rectangle 244">
              <a:extLst>
                <a:ext uri="{FF2B5EF4-FFF2-40B4-BE49-F238E27FC236}">
                  <a16:creationId xmlns:a16="http://schemas.microsoft.com/office/drawing/2014/main" id="{E7F16EFC-1188-4931-04B6-019347E27E41}"/>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6" name="Rectangle 245">
              <a:extLst>
                <a:ext uri="{FF2B5EF4-FFF2-40B4-BE49-F238E27FC236}">
                  <a16:creationId xmlns:a16="http://schemas.microsoft.com/office/drawing/2014/main" id="{2DFC843F-2818-EFE9-673E-A94F8016D07F}"/>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7" name="Rectangle 246">
              <a:extLst>
                <a:ext uri="{FF2B5EF4-FFF2-40B4-BE49-F238E27FC236}">
                  <a16:creationId xmlns:a16="http://schemas.microsoft.com/office/drawing/2014/main" id="{F4409489-F5E8-A8F4-2D84-91D3B63E0E79}"/>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8" name="Rectangle 247">
              <a:extLst>
                <a:ext uri="{FF2B5EF4-FFF2-40B4-BE49-F238E27FC236}">
                  <a16:creationId xmlns:a16="http://schemas.microsoft.com/office/drawing/2014/main" id="{776D30FF-5703-92D7-1AA3-1C97AF9CBD75}"/>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49" name="Rectangle 248">
              <a:extLst>
                <a:ext uri="{FF2B5EF4-FFF2-40B4-BE49-F238E27FC236}">
                  <a16:creationId xmlns:a16="http://schemas.microsoft.com/office/drawing/2014/main" id="{719E600F-0689-AEEE-848D-05E5DF830BE5}"/>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50" name="Rectangle 249">
              <a:extLst>
                <a:ext uri="{FF2B5EF4-FFF2-40B4-BE49-F238E27FC236}">
                  <a16:creationId xmlns:a16="http://schemas.microsoft.com/office/drawing/2014/main" id="{F482D3A8-38EC-A3DF-F1DD-9B9C444AEC66}"/>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51" name="Rectangle 250">
              <a:extLst>
                <a:ext uri="{FF2B5EF4-FFF2-40B4-BE49-F238E27FC236}">
                  <a16:creationId xmlns:a16="http://schemas.microsoft.com/office/drawing/2014/main" id="{FE94E27E-5E4A-A988-B1A5-9BD741AB3BD7}"/>
                </a:ext>
              </a:extLst>
            </p:cNvPr>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2" name="Rectangle 251">
              <a:extLst>
                <a:ext uri="{FF2B5EF4-FFF2-40B4-BE49-F238E27FC236}">
                  <a16:creationId xmlns:a16="http://schemas.microsoft.com/office/drawing/2014/main" id="{EC8E3A1F-525F-F4FC-F75F-754BC5CE43BE}"/>
                </a:ext>
              </a:extLst>
            </p:cNvPr>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3" name="Rectangle 252">
              <a:extLst>
                <a:ext uri="{FF2B5EF4-FFF2-40B4-BE49-F238E27FC236}">
                  <a16:creationId xmlns:a16="http://schemas.microsoft.com/office/drawing/2014/main" id="{63121A1B-B496-07F2-48E5-31CA7AE6DFF0}"/>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4" name="Rectangle 253">
              <a:extLst>
                <a:ext uri="{FF2B5EF4-FFF2-40B4-BE49-F238E27FC236}">
                  <a16:creationId xmlns:a16="http://schemas.microsoft.com/office/drawing/2014/main" id="{16ED7274-8F98-26B8-EA48-7A046196ADFC}"/>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5" name="Rectangle 254">
              <a:extLst>
                <a:ext uri="{FF2B5EF4-FFF2-40B4-BE49-F238E27FC236}">
                  <a16:creationId xmlns:a16="http://schemas.microsoft.com/office/drawing/2014/main" id="{5C56E6E3-D36F-D729-DC0E-0DD44E526D51}"/>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6" name="Rectangle 255">
              <a:extLst>
                <a:ext uri="{FF2B5EF4-FFF2-40B4-BE49-F238E27FC236}">
                  <a16:creationId xmlns:a16="http://schemas.microsoft.com/office/drawing/2014/main" id="{9F3D398A-E7E7-4644-9CD0-230BD6472DB9}"/>
                </a:ext>
              </a:extLst>
            </p:cNvPr>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7" name="Rectangle 256">
              <a:extLst>
                <a:ext uri="{FF2B5EF4-FFF2-40B4-BE49-F238E27FC236}">
                  <a16:creationId xmlns:a16="http://schemas.microsoft.com/office/drawing/2014/main" id="{CF7616A9-6CA1-82FB-9838-5BD619EC1373}"/>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8" name="Rectangle 257">
              <a:extLst>
                <a:ext uri="{FF2B5EF4-FFF2-40B4-BE49-F238E27FC236}">
                  <a16:creationId xmlns:a16="http://schemas.microsoft.com/office/drawing/2014/main" id="{B72D3820-0397-74A4-5E04-3E3C5616F46B}"/>
                </a:ext>
              </a:extLst>
            </p:cNvPr>
            <p:cNvSpPr/>
            <p:nvPr/>
          </p:nvSpPr>
          <p:spPr>
            <a:xfrm>
              <a:off x="8976032" y="1988984"/>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59" name="Rectangle 258">
              <a:extLst>
                <a:ext uri="{FF2B5EF4-FFF2-40B4-BE49-F238E27FC236}">
                  <a16:creationId xmlns:a16="http://schemas.microsoft.com/office/drawing/2014/main" id="{A5636059-361D-D5A2-2D94-5D2FF1C0218A}"/>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0" name="Rectangle 259">
              <a:extLst>
                <a:ext uri="{FF2B5EF4-FFF2-40B4-BE49-F238E27FC236}">
                  <a16:creationId xmlns:a16="http://schemas.microsoft.com/office/drawing/2014/main" id="{8ABA1570-8696-E5AF-8B27-D644A36F78CB}"/>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1" name="Rectangle 260">
              <a:extLst>
                <a:ext uri="{FF2B5EF4-FFF2-40B4-BE49-F238E27FC236}">
                  <a16:creationId xmlns:a16="http://schemas.microsoft.com/office/drawing/2014/main" id="{7D989A19-35AB-4A68-2D9D-ED38DD156D51}"/>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2" name="Rectangle 261">
              <a:extLst>
                <a:ext uri="{FF2B5EF4-FFF2-40B4-BE49-F238E27FC236}">
                  <a16:creationId xmlns:a16="http://schemas.microsoft.com/office/drawing/2014/main" id="{2F005CBF-3178-7563-B46A-4B77DA3143C6}"/>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3" name="Rectangle 262">
              <a:extLst>
                <a:ext uri="{FF2B5EF4-FFF2-40B4-BE49-F238E27FC236}">
                  <a16:creationId xmlns:a16="http://schemas.microsoft.com/office/drawing/2014/main" id="{2AAC9CA4-2A46-122D-7229-783471F18FF9}"/>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4" name="Rectangle 263">
              <a:extLst>
                <a:ext uri="{FF2B5EF4-FFF2-40B4-BE49-F238E27FC236}">
                  <a16:creationId xmlns:a16="http://schemas.microsoft.com/office/drawing/2014/main" id="{8CE83D1D-3419-096A-AE6C-4F137B2A5FD6}"/>
                </a:ext>
              </a:extLst>
            </p:cNvPr>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5" name="Rectangle 264">
              <a:extLst>
                <a:ext uri="{FF2B5EF4-FFF2-40B4-BE49-F238E27FC236}">
                  <a16:creationId xmlns:a16="http://schemas.microsoft.com/office/drawing/2014/main" id="{5DCCDBF8-984E-C873-8632-BC87BAEB9E31}"/>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6" name="Rectangle 265">
              <a:extLst>
                <a:ext uri="{FF2B5EF4-FFF2-40B4-BE49-F238E27FC236}">
                  <a16:creationId xmlns:a16="http://schemas.microsoft.com/office/drawing/2014/main" id="{61A3CB78-350D-C18B-DEE3-50BE7EA338D9}"/>
                </a:ext>
              </a:extLst>
            </p:cNvPr>
            <p:cNvSpPr/>
            <p:nvPr/>
          </p:nvSpPr>
          <p:spPr>
            <a:xfrm>
              <a:off x="9696040" y="3429000"/>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grpSp>
      <p:grpSp>
        <p:nvGrpSpPr>
          <p:cNvPr id="217" name="Group 216">
            <a:extLst>
              <a:ext uri="{FF2B5EF4-FFF2-40B4-BE49-F238E27FC236}">
                <a16:creationId xmlns:a16="http://schemas.microsoft.com/office/drawing/2014/main" id="{CD365F1E-4B0A-112E-6482-A242AAB4201B}"/>
              </a:ext>
            </a:extLst>
          </p:cNvPr>
          <p:cNvGrpSpPr/>
          <p:nvPr/>
        </p:nvGrpSpPr>
        <p:grpSpPr>
          <a:xfrm>
            <a:off x="651000" y="-35990"/>
            <a:ext cx="3600040" cy="3600040"/>
            <a:chOff x="6816008" y="548968"/>
            <a:chExt cx="3600040" cy="3600040"/>
          </a:xfrm>
          <a:scene3d>
            <a:camera prst="perspectiveFront" fov="0">
              <a:rot lat="18600000" lon="2400000" rev="19620000"/>
            </a:camera>
            <a:lightRig rig="threePt" dir="t"/>
          </a:scene3d>
        </p:grpSpPr>
        <p:sp>
          <p:nvSpPr>
            <p:cNvPr id="218" name="Rectangle 217">
              <a:extLst>
                <a:ext uri="{FF2B5EF4-FFF2-40B4-BE49-F238E27FC236}">
                  <a16:creationId xmlns:a16="http://schemas.microsoft.com/office/drawing/2014/main" id="{078A6879-5F6E-2824-5828-17B4BE7E3519}"/>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19" name="Rectangle 218">
              <a:extLst>
                <a:ext uri="{FF2B5EF4-FFF2-40B4-BE49-F238E27FC236}">
                  <a16:creationId xmlns:a16="http://schemas.microsoft.com/office/drawing/2014/main" id="{B75BA688-1011-61D1-D322-F3DC95CD35B3}"/>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0" name="Rectangle 219">
              <a:extLst>
                <a:ext uri="{FF2B5EF4-FFF2-40B4-BE49-F238E27FC236}">
                  <a16:creationId xmlns:a16="http://schemas.microsoft.com/office/drawing/2014/main" id="{403FD801-871E-B131-48B8-8D64F062427D}"/>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1" name="Rectangle 220">
              <a:extLst>
                <a:ext uri="{FF2B5EF4-FFF2-40B4-BE49-F238E27FC236}">
                  <a16:creationId xmlns:a16="http://schemas.microsoft.com/office/drawing/2014/main" id="{55CCF221-221A-EFC0-05A3-BAB433B9D71A}"/>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2" name="Rectangle 221">
              <a:extLst>
                <a:ext uri="{FF2B5EF4-FFF2-40B4-BE49-F238E27FC236}">
                  <a16:creationId xmlns:a16="http://schemas.microsoft.com/office/drawing/2014/main" id="{4325F504-35C5-B6CB-FDFE-EADB0BD74C94}"/>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3" name="Rectangle 222">
              <a:extLst>
                <a:ext uri="{FF2B5EF4-FFF2-40B4-BE49-F238E27FC236}">
                  <a16:creationId xmlns:a16="http://schemas.microsoft.com/office/drawing/2014/main" id="{BDE78FE5-30D8-5CA0-AB1B-EC3C68B4C8FC}"/>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4" name="Rectangle 223">
              <a:extLst>
                <a:ext uri="{FF2B5EF4-FFF2-40B4-BE49-F238E27FC236}">
                  <a16:creationId xmlns:a16="http://schemas.microsoft.com/office/drawing/2014/main" id="{ABF3D35A-3C1A-FCD9-7913-5BFD4558DD93}"/>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5" name="Rectangle 224">
              <a:extLst>
                <a:ext uri="{FF2B5EF4-FFF2-40B4-BE49-F238E27FC236}">
                  <a16:creationId xmlns:a16="http://schemas.microsoft.com/office/drawing/2014/main" id="{6ABDB97F-A751-EC4B-E7FB-AAAFB043F8F2}"/>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26" name="Rectangle 225">
              <a:extLst>
                <a:ext uri="{FF2B5EF4-FFF2-40B4-BE49-F238E27FC236}">
                  <a16:creationId xmlns:a16="http://schemas.microsoft.com/office/drawing/2014/main" id="{137DF030-F7FA-9780-1A07-83E6B5356623}"/>
                </a:ext>
              </a:extLst>
            </p:cNvPr>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7" name="Rectangle 226">
              <a:extLst>
                <a:ext uri="{FF2B5EF4-FFF2-40B4-BE49-F238E27FC236}">
                  <a16:creationId xmlns:a16="http://schemas.microsoft.com/office/drawing/2014/main" id="{988BDCD6-801A-4EE3-2B17-62D35812B5EA}"/>
                </a:ext>
              </a:extLst>
            </p:cNvPr>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8" name="Rectangle 227">
              <a:extLst>
                <a:ext uri="{FF2B5EF4-FFF2-40B4-BE49-F238E27FC236}">
                  <a16:creationId xmlns:a16="http://schemas.microsoft.com/office/drawing/2014/main" id="{934FB993-9429-E7D2-6439-9B156F336656}"/>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9" name="Rectangle 228">
              <a:extLst>
                <a:ext uri="{FF2B5EF4-FFF2-40B4-BE49-F238E27FC236}">
                  <a16:creationId xmlns:a16="http://schemas.microsoft.com/office/drawing/2014/main" id="{AAEE74CF-695A-EA39-3A37-8F16D93EE6A6}"/>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0" name="Rectangle 229">
              <a:extLst>
                <a:ext uri="{FF2B5EF4-FFF2-40B4-BE49-F238E27FC236}">
                  <a16:creationId xmlns:a16="http://schemas.microsoft.com/office/drawing/2014/main" id="{A0C62888-811F-10C2-0467-29C4302562DB}"/>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1" name="Rectangle 230">
              <a:extLst>
                <a:ext uri="{FF2B5EF4-FFF2-40B4-BE49-F238E27FC236}">
                  <a16:creationId xmlns:a16="http://schemas.microsoft.com/office/drawing/2014/main" id="{D3D827CD-AC94-F82E-079F-F1CBF326D78B}"/>
                </a:ext>
              </a:extLst>
            </p:cNvPr>
            <p:cNvSpPr/>
            <p:nvPr/>
          </p:nvSpPr>
          <p:spPr>
            <a:xfrm>
              <a:off x="7536016" y="1988984"/>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32" name="Rectangle 231">
              <a:extLst>
                <a:ext uri="{FF2B5EF4-FFF2-40B4-BE49-F238E27FC236}">
                  <a16:creationId xmlns:a16="http://schemas.microsoft.com/office/drawing/2014/main" id="{DBAA60B6-2F88-9220-97DA-84D10935DF5A}"/>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3" name="Rectangle 232">
              <a:extLst>
                <a:ext uri="{FF2B5EF4-FFF2-40B4-BE49-F238E27FC236}">
                  <a16:creationId xmlns:a16="http://schemas.microsoft.com/office/drawing/2014/main" id="{7BC71BEA-E4F4-9018-09CA-12D991F0B379}"/>
                </a:ext>
              </a:extLst>
            </p:cNvPr>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4" name="Rectangle 233">
              <a:extLst>
                <a:ext uri="{FF2B5EF4-FFF2-40B4-BE49-F238E27FC236}">
                  <a16:creationId xmlns:a16="http://schemas.microsoft.com/office/drawing/2014/main" id="{07CCC26D-9EAD-67B2-8FDA-3D449CB1F3A7}"/>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5" name="Rectangle 234">
              <a:extLst>
                <a:ext uri="{FF2B5EF4-FFF2-40B4-BE49-F238E27FC236}">
                  <a16:creationId xmlns:a16="http://schemas.microsoft.com/office/drawing/2014/main" id="{4D9C77A8-5AE4-814D-B805-72BA68703DE6}"/>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6" name="Rectangle 235">
              <a:extLst>
                <a:ext uri="{FF2B5EF4-FFF2-40B4-BE49-F238E27FC236}">
                  <a16:creationId xmlns:a16="http://schemas.microsoft.com/office/drawing/2014/main" id="{31BFCE1E-E0BF-E276-85DB-8D3C62A64559}"/>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7" name="Rectangle 236">
              <a:extLst>
                <a:ext uri="{FF2B5EF4-FFF2-40B4-BE49-F238E27FC236}">
                  <a16:creationId xmlns:a16="http://schemas.microsoft.com/office/drawing/2014/main" id="{F119A81A-6697-B5AE-6AFB-A96ED67FDDCC}"/>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8" name="Rectangle 237">
              <a:extLst>
                <a:ext uri="{FF2B5EF4-FFF2-40B4-BE49-F238E27FC236}">
                  <a16:creationId xmlns:a16="http://schemas.microsoft.com/office/drawing/2014/main" id="{64942EE4-2E20-E1CB-FB8D-01A39C597A9D}"/>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9" name="Rectangle 238">
              <a:extLst>
                <a:ext uri="{FF2B5EF4-FFF2-40B4-BE49-F238E27FC236}">
                  <a16:creationId xmlns:a16="http://schemas.microsoft.com/office/drawing/2014/main" id="{A1CBDCE1-E0D3-C767-76EB-E89ACC05CCA0}"/>
                </a:ext>
              </a:extLst>
            </p:cNvPr>
            <p:cNvSpPr/>
            <p:nvPr/>
          </p:nvSpPr>
          <p:spPr>
            <a:xfrm>
              <a:off x="8256024" y="3429000"/>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40" name="Rectangle 239">
              <a:extLst>
                <a:ext uri="{FF2B5EF4-FFF2-40B4-BE49-F238E27FC236}">
                  <a16:creationId xmlns:a16="http://schemas.microsoft.com/office/drawing/2014/main" id="{CF2EA7CE-0A44-938B-E776-EA523467EF3F}"/>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41" name="Rectangle 240">
              <a:extLst>
                <a:ext uri="{FF2B5EF4-FFF2-40B4-BE49-F238E27FC236}">
                  <a16:creationId xmlns:a16="http://schemas.microsoft.com/office/drawing/2014/main" id="{1047FB87-69BA-EC46-46CA-DEF55EBFBE3A}"/>
                </a:ext>
              </a:extLst>
            </p:cNvPr>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192" name="Group 191">
            <a:extLst>
              <a:ext uri="{FF2B5EF4-FFF2-40B4-BE49-F238E27FC236}">
                <a16:creationId xmlns:a16="http://schemas.microsoft.com/office/drawing/2014/main" id="{ADC0F68E-AC7E-9B76-7802-B587ECEC3ABE}"/>
              </a:ext>
            </a:extLst>
          </p:cNvPr>
          <p:cNvGrpSpPr>
            <a:grpSpLocks/>
          </p:cNvGrpSpPr>
          <p:nvPr/>
        </p:nvGrpSpPr>
        <p:grpSpPr>
          <a:xfrm>
            <a:off x="651000" y="-485995"/>
            <a:ext cx="3600040" cy="3600040"/>
            <a:chOff x="6816008" y="548968"/>
            <a:chExt cx="3600040" cy="3600040"/>
          </a:xfrm>
          <a:scene3d>
            <a:camera prst="perspectiveFront" fov="0">
              <a:rot lat="18600000" lon="2400000" rev="19620000"/>
            </a:camera>
            <a:lightRig rig="threePt" dir="t"/>
          </a:scene3d>
        </p:grpSpPr>
        <p:sp>
          <p:nvSpPr>
            <p:cNvPr id="193" name="Rectangle 192">
              <a:extLst>
                <a:ext uri="{FF2B5EF4-FFF2-40B4-BE49-F238E27FC236}">
                  <a16:creationId xmlns:a16="http://schemas.microsoft.com/office/drawing/2014/main" id="{20B39A6A-7941-6B80-B1E7-45D3ADD256DF}"/>
                </a:ext>
              </a:extLst>
            </p:cNvPr>
            <p:cNvSpPr>
              <a:spLocks/>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4" name="Rectangle 193">
              <a:extLst>
                <a:ext uri="{FF2B5EF4-FFF2-40B4-BE49-F238E27FC236}">
                  <a16:creationId xmlns:a16="http://schemas.microsoft.com/office/drawing/2014/main" id="{3DD5AE6A-869E-3CD6-07C7-03B5B86E7E83}"/>
                </a:ext>
              </a:extLst>
            </p:cNvPr>
            <p:cNvSpPr>
              <a:spLocks/>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5" name="Rectangle 194">
              <a:extLst>
                <a:ext uri="{FF2B5EF4-FFF2-40B4-BE49-F238E27FC236}">
                  <a16:creationId xmlns:a16="http://schemas.microsoft.com/office/drawing/2014/main" id="{1248830B-06CA-FC64-D671-B714A29EE8C0}"/>
                </a:ext>
              </a:extLst>
            </p:cNvPr>
            <p:cNvSpPr>
              <a:spLocks/>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6" name="Rectangle 195">
              <a:extLst>
                <a:ext uri="{FF2B5EF4-FFF2-40B4-BE49-F238E27FC236}">
                  <a16:creationId xmlns:a16="http://schemas.microsoft.com/office/drawing/2014/main" id="{D6BDE811-F7B2-5BC9-DB79-5DBC674F645D}"/>
                </a:ext>
              </a:extLst>
            </p:cNvPr>
            <p:cNvSpPr>
              <a:spLocks/>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7" name="Rectangle 196">
              <a:extLst>
                <a:ext uri="{FF2B5EF4-FFF2-40B4-BE49-F238E27FC236}">
                  <a16:creationId xmlns:a16="http://schemas.microsoft.com/office/drawing/2014/main" id="{8E3FAFB9-4C19-2BE0-2D05-AEEDB6FAA073}"/>
                </a:ext>
              </a:extLst>
            </p:cNvPr>
            <p:cNvSpPr>
              <a:spLocks/>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8" name="Rectangle 197">
              <a:extLst>
                <a:ext uri="{FF2B5EF4-FFF2-40B4-BE49-F238E27FC236}">
                  <a16:creationId xmlns:a16="http://schemas.microsoft.com/office/drawing/2014/main" id="{BF455A26-6619-2468-C579-A6D507AE2297}"/>
                </a:ext>
              </a:extLst>
            </p:cNvPr>
            <p:cNvSpPr>
              <a:spLocks/>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199" name="Rectangle 198">
              <a:extLst>
                <a:ext uri="{FF2B5EF4-FFF2-40B4-BE49-F238E27FC236}">
                  <a16:creationId xmlns:a16="http://schemas.microsoft.com/office/drawing/2014/main" id="{515BB30A-BCA7-A129-0F00-363486875988}"/>
                </a:ext>
              </a:extLst>
            </p:cNvPr>
            <p:cNvSpPr>
              <a:spLocks/>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00" name="Rectangle 199">
              <a:extLst>
                <a:ext uri="{FF2B5EF4-FFF2-40B4-BE49-F238E27FC236}">
                  <a16:creationId xmlns:a16="http://schemas.microsoft.com/office/drawing/2014/main" id="{A82A88C0-CEBD-1920-C0EF-EF63496B0124}"/>
                </a:ext>
              </a:extLst>
            </p:cNvPr>
            <p:cNvSpPr>
              <a:spLocks/>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201" name="Rectangle 200">
              <a:extLst>
                <a:ext uri="{FF2B5EF4-FFF2-40B4-BE49-F238E27FC236}">
                  <a16:creationId xmlns:a16="http://schemas.microsoft.com/office/drawing/2014/main" id="{DF501849-6E28-89FE-E233-F114E76D621C}"/>
                </a:ext>
              </a:extLst>
            </p:cNvPr>
            <p:cNvSpPr>
              <a:spLocks/>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2" name="Rectangle 201">
              <a:extLst>
                <a:ext uri="{FF2B5EF4-FFF2-40B4-BE49-F238E27FC236}">
                  <a16:creationId xmlns:a16="http://schemas.microsoft.com/office/drawing/2014/main" id="{D0E1C9D6-CC27-A0BA-F19F-B8728A37FF5A}"/>
                </a:ext>
              </a:extLst>
            </p:cNvPr>
            <p:cNvSpPr>
              <a:spLocks/>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3" name="Rectangle 202">
              <a:extLst>
                <a:ext uri="{FF2B5EF4-FFF2-40B4-BE49-F238E27FC236}">
                  <a16:creationId xmlns:a16="http://schemas.microsoft.com/office/drawing/2014/main" id="{448B8279-F61B-81D6-5478-566D87F23576}"/>
                </a:ext>
              </a:extLst>
            </p:cNvPr>
            <p:cNvSpPr>
              <a:spLocks/>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4" name="Rectangle 203">
              <a:extLst>
                <a:ext uri="{FF2B5EF4-FFF2-40B4-BE49-F238E27FC236}">
                  <a16:creationId xmlns:a16="http://schemas.microsoft.com/office/drawing/2014/main" id="{F335C318-E8B9-42DF-549D-B468FA7AE16E}"/>
                </a:ext>
              </a:extLst>
            </p:cNvPr>
            <p:cNvSpPr>
              <a:spLocks/>
            </p:cNvSpPr>
            <p:nvPr/>
          </p:nvSpPr>
          <p:spPr>
            <a:xfrm>
              <a:off x="8976032" y="1268976"/>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05" name="Rectangle 204">
              <a:extLst>
                <a:ext uri="{FF2B5EF4-FFF2-40B4-BE49-F238E27FC236}">
                  <a16:creationId xmlns:a16="http://schemas.microsoft.com/office/drawing/2014/main" id="{B2C3C70A-4189-576E-7FB9-65C694BBDA00}"/>
                </a:ext>
              </a:extLst>
            </p:cNvPr>
            <p:cNvSpPr>
              <a:spLocks/>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6" name="Rectangle 205">
              <a:extLst>
                <a:ext uri="{FF2B5EF4-FFF2-40B4-BE49-F238E27FC236}">
                  <a16:creationId xmlns:a16="http://schemas.microsoft.com/office/drawing/2014/main" id="{D39C58B5-EC69-7185-2404-5BDAA6508600}"/>
                </a:ext>
              </a:extLst>
            </p:cNvPr>
            <p:cNvSpPr>
              <a:spLocks/>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7" name="Rectangle 206">
              <a:extLst>
                <a:ext uri="{FF2B5EF4-FFF2-40B4-BE49-F238E27FC236}">
                  <a16:creationId xmlns:a16="http://schemas.microsoft.com/office/drawing/2014/main" id="{F2D7BF47-8BC0-01C1-28A0-76C2072D0AAD}"/>
                </a:ext>
              </a:extLst>
            </p:cNvPr>
            <p:cNvSpPr>
              <a:spLocks/>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8" name="Rectangle 207">
              <a:extLst>
                <a:ext uri="{FF2B5EF4-FFF2-40B4-BE49-F238E27FC236}">
                  <a16:creationId xmlns:a16="http://schemas.microsoft.com/office/drawing/2014/main" id="{5BFCBEDB-2236-B744-32A5-08DC1453129D}"/>
                </a:ext>
              </a:extLst>
            </p:cNvPr>
            <p:cNvSpPr>
              <a:spLocks/>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9" name="Rectangle 208">
              <a:extLst>
                <a:ext uri="{FF2B5EF4-FFF2-40B4-BE49-F238E27FC236}">
                  <a16:creationId xmlns:a16="http://schemas.microsoft.com/office/drawing/2014/main" id="{E21EBDC3-9671-E49A-24B2-70185DEE1316}"/>
                </a:ext>
              </a:extLst>
            </p:cNvPr>
            <p:cNvSpPr>
              <a:spLocks/>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0" name="Rectangle 209">
              <a:extLst>
                <a:ext uri="{FF2B5EF4-FFF2-40B4-BE49-F238E27FC236}">
                  <a16:creationId xmlns:a16="http://schemas.microsoft.com/office/drawing/2014/main" id="{E10B31F2-F87B-E308-EF74-B300034A060D}"/>
                </a:ext>
              </a:extLst>
            </p:cNvPr>
            <p:cNvSpPr>
              <a:spLocks/>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1" name="Rectangle 210">
              <a:extLst>
                <a:ext uri="{FF2B5EF4-FFF2-40B4-BE49-F238E27FC236}">
                  <a16:creationId xmlns:a16="http://schemas.microsoft.com/office/drawing/2014/main" id="{EB7E0ADF-91B7-BA7E-A33D-92961805E751}"/>
                </a:ext>
              </a:extLst>
            </p:cNvPr>
            <p:cNvSpPr>
              <a:spLocks/>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2" name="Rectangle 211">
              <a:extLst>
                <a:ext uri="{FF2B5EF4-FFF2-40B4-BE49-F238E27FC236}">
                  <a16:creationId xmlns:a16="http://schemas.microsoft.com/office/drawing/2014/main" id="{99199886-E180-4E61-A675-7CAF2EFD58CD}"/>
                </a:ext>
              </a:extLst>
            </p:cNvPr>
            <p:cNvSpPr>
              <a:spLocks/>
            </p:cNvSpPr>
            <p:nvPr/>
          </p:nvSpPr>
          <p:spPr>
            <a:xfrm>
              <a:off x="9696040" y="2708992"/>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13" name="Rectangle 212">
              <a:extLst>
                <a:ext uri="{FF2B5EF4-FFF2-40B4-BE49-F238E27FC236}">
                  <a16:creationId xmlns:a16="http://schemas.microsoft.com/office/drawing/2014/main" id="{FFE37482-F2BD-A839-44A6-0D873394A0E6}"/>
                </a:ext>
              </a:extLst>
            </p:cNvPr>
            <p:cNvSpPr>
              <a:spLocks/>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4" name="Rectangle 213">
              <a:extLst>
                <a:ext uri="{FF2B5EF4-FFF2-40B4-BE49-F238E27FC236}">
                  <a16:creationId xmlns:a16="http://schemas.microsoft.com/office/drawing/2014/main" id="{DBFADE74-C288-8354-56D5-7C4DD9B8D9B7}"/>
                </a:ext>
              </a:extLst>
            </p:cNvPr>
            <p:cNvSpPr>
              <a:spLocks/>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5" name="Rectangle 214">
              <a:extLst>
                <a:ext uri="{FF2B5EF4-FFF2-40B4-BE49-F238E27FC236}">
                  <a16:creationId xmlns:a16="http://schemas.microsoft.com/office/drawing/2014/main" id="{B256DB8B-5F58-6357-E81D-B0D95F241E8A}"/>
                </a:ext>
              </a:extLst>
            </p:cNvPr>
            <p:cNvSpPr>
              <a:spLocks/>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6" name="Rectangle 215">
              <a:extLst>
                <a:ext uri="{FF2B5EF4-FFF2-40B4-BE49-F238E27FC236}">
                  <a16:creationId xmlns:a16="http://schemas.microsoft.com/office/drawing/2014/main" id="{B8F0DFF9-E80F-6ABB-2FF0-D396B079EDBD}"/>
                </a:ext>
              </a:extLst>
            </p:cNvPr>
            <p:cNvSpPr>
              <a:spLocks/>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91" name="Group 90">
            <a:extLst>
              <a:ext uri="{FF2B5EF4-FFF2-40B4-BE49-F238E27FC236}">
                <a16:creationId xmlns:a16="http://schemas.microsoft.com/office/drawing/2014/main" id="{249B6C7A-A2AF-4F32-7EBB-91B3DC6C7C15}"/>
              </a:ext>
            </a:extLst>
          </p:cNvPr>
          <p:cNvGrpSpPr/>
          <p:nvPr/>
        </p:nvGrpSpPr>
        <p:grpSpPr>
          <a:xfrm>
            <a:off x="651000" y="-936000"/>
            <a:ext cx="3600040" cy="3600040"/>
            <a:chOff x="6816008" y="548968"/>
            <a:chExt cx="3600040" cy="3600040"/>
          </a:xfrm>
          <a:scene3d>
            <a:camera prst="perspectiveFront" fov="0">
              <a:rot lat="18600000" lon="2400000" rev="19620000"/>
            </a:camera>
            <a:lightRig rig="threePt" dir="t"/>
          </a:scene3d>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2001A6E2-16BC-7394-36F7-55E9D110B475}"/>
                    </a:ext>
                  </a:extLst>
                </p:cNvPr>
                <p:cNvSpPr/>
                <p:nvPr/>
              </p:nvSpPr>
              <p:spPr>
                <a:xfrm>
                  <a:off x="7536016"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𝑋</m:t>
                            </m:r>
                          </m:e>
                          <m:sub>
                            <m:r>
                              <a:rPr lang="en-GB" sz="2800" i="1">
                                <a:solidFill>
                                  <a:schemeClr val="accent6">
                                    <a:alpha val="0"/>
                                  </a:schemeClr>
                                </a:solidFill>
                                <a:latin typeface="Cambria Math" panose="02040503050406030204" pitchFamily="18" charset="0"/>
                              </a:rPr>
                              <m:t>0</m:t>
                            </m:r>
                            <m:r>
                              <a:rPr lang="en-GB" sz="2800" i="1">
                                <a:solidFill>
                                  <a:schemeClr val="accent2">
                                    <a:lumMod val="75000"/>
                                    <a:alpha val="0"/>
                                  </a:schemeClr>
                                </a:solidFill>
                                <a:latin typeface="Cambria Math" panose="02040503050406030204" pitchFamily="18" charset="0"/>
                              </a:rPr>
                              <m:t>0</m:t>
                            </m:r>
                          </m:sub>
                        </m:sSub>
                      </m:oMath>
                    </m:oMathPara>
                  </a14:m>
                  <a:endParaRPr lang="en-GB" sz="2800" dirty="0">
                    <a:solidFill>
                      <a:schemeClr val="tx1">
                        <a:alpha val="0"/>
                      </a:schemeClr>
                    </a:solidFill>
                  </a:endParaRPr>
                </a:p>
              </p:txBody>
            </p:sp>
          </mc:Choice>
          <mc:Fallback xmlns="">
            <p:sp>
              <p:nvSpPr>
                <p:cNvPr id="22" name="Rectangle 21">
                  <a:extLst>
                    <a:ext uri="{FF2B5EF4-FFF2-40B4-BE49-F238E27FC236}">
                      <a16:creationId xmlns:a16="http://schemas.microsoft.com/office/drawing/2014/main" id="{2001A6E2-16BC-7394-36F7-55E9D110B475}"/>
                    </a:ext>
                  </a:extLst>
                </p:cNvPr>
                <p:cNvSpPr>
                  <a:spLocks noRot="1" noChangeAspect="1" noMove="1" noResize="1" noEditPoints="1" noAdjustHandles="1" noChangeArrowheads="1" noChangeShapeType="1" noTextEdit="1"/>
                </p:cNvSpPr>
                <p:nvPr/>
              </p:nvSpPr>
              <p:spPr>
                <a:xfrm>
                  <a:off x="7536016" y="548968"/>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26B5385C-DE76-B634-B492-4B2739FB68EB}"/>
                    </a:ext>
                  </a:extLst>
                </p:cNvPr>
                <p:cNvSpPr/>
                <p:nvPr/>
              </p:nvSpPr>
              <p:spPr>
                <a:xfrm>
                  <a:off x="8256024"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𝑋</m:t>
                            </m:r>
                          </m:e>
                          <m:sub>
                            <m:r>
                              <a:rPr lang="en-GB" sz="2800" i="1">
                                <a:solidFill>
                                  <a:schemeClr val="accent6">
                                    <a:alpha val="0"/>
                                  </a:schemeClr>
                                </a:solidFill>
                                <a:latin typeface="Cambria Math" panose="02040503050406030204" pitchFamily="18" charset="0"/>
                              </a:rPr>
                              <m:t>0</m:t>
                            </m:r>
                            <m:r>
                              <a:rPr lang="en-US" sz="2800" b="0" i="1" smtClean="0">
                                <a:solidFill>
                                  <a:schemeClr val="accent2">
                                    <a:lumMod val="75000"/>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24" name="Rectangle 23">
                  <a:extLst>
                    <a:ext uri="{FF2B5EF4-FFF2-40B4-BE49-F238E27FC236}">
                      <a16:creationId xmlns:a16="http://schemas.microsoft.com/office/drawing/2014/main" id="{26B5385C-DE76-B634-B492-4B2739FB68EB}"/>
                    </a:ext>
                  </a:extLst>
                </p:cNvPr>
                <p:cNvSpPr>
                  <a:spLocks noRot="1" noChangeAspect="1" noMove="1" noResize="1" noEditPoints="1" noAdjustHandles="1" noChangeArrowheads="1" noChangeShapeType="1" noTextEdit="1"/>
                </p:cNvSpPr>
                <p:nvPr/>
              </p:nvSpPr>
              <p:spPr>
                <a:xfrm>
                  <a:off x="8256024" y="548968"/>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60B94443-498B-B732-87BB-FB85A28E5F37}"/>
                    </a:ext>
                  </a:extLst>
                </p:cNvPr>
                <p:cNvSpPr/>
                <p:nvPr/>
              </p:nvSpPr>
              <p:spPr>
                <a:xfrm>
                  <a:off x="8976032"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𝑋</m:t>
                            </m:r>
                          </m:e>
                          <m:sub>
                            <m:r>
                              <a:rPr lang="en-US" sz="2800" b="0" i="1" smtClean="0">
                                <a:solidFill>
                                  <a:schemeClr val="accent6">
                                    <a:alpha val="0"/>
                                  </a:schemeClr>
                                </a:solidFill>
                                <a:latin typeface="Cambria Math" panose="02040503050406030204" pitchFamily="18" charset="0"/>
                              </a:rPr>
                              <m:t>1</m:t>
                            </m:r>
                            <m:r>
                              <a:rPr lang="en-GB" sz="2800" i="1">
                                <a:solidFill>
                                  <a:schemeClr val="accent2">
                                    <a:lumMod val="75000"/>
                                    <a:alpha val="0"/>
                                  </a:schemeClr>
                                </a:solidFill>
                                <a:latin typeface="Cambria Math" panose="02040503050406030204" pitchFamily="18" charset="0"/>
                              </a:rPr>
                              <m:t>0</m:t>
                            </m:r>
                          </m:sub>
                        </m:sSub>
                      </m:oMath>
                    </m:oMathPara>
                  </a14:m>
                  <a:endParaRPr lang="en-GB" sz="2800" dirty="0">
                    <a:solidFill>
                      <a:schemeClr val="tx1">
                        <a:alpha val="0"/>
                      </a:schemeClr>
                    </a:solidFill>
                  </a:endParaRPr>
                </a:p>
              </p:txBody>
            </p:sp>
          </mc:Choice>
          <mc:Fallback xmlns="">
            <p:sp>
              <p:nvSpPr>
                <p:cNvPr id="26" name="Rectangle 25">
                  <a:extLst>
                    <a:ext uri="{FF2B5EF4-FFF2-40B4-BE49-F238E27FC236}">
                      <a16:creationId xmlns:a16="http://schemas.microsoft.com/office/drawing/2014/main" id="{60B94443-498B-B732-87BB-FB85A28E5F37}"/>
                    </a:ext>
                  </a:extLst>
                </p:cNvPr>
                <p:cNvSpPr>
                  <a:spLocks noRot="1" noChangeAspect="1" noMove="1" noResize="1" noEditPoints="1" noAdjustHandles="1" noChangeArrowheads="1" noChangeShapeType="1" noTextEdit="1"/>
                </p:cNvSpPr>
                <p:nvPr/>
              </p:nvSpPr>
              <p:spPr>
                <a:xfrm>
                  <a:off x="8976032" y="548968"/>
                  <a:ext cx="720008" cy="720008"/>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26700054-B687-2739-CAF4-545EEFB72ABE}"/>
                    </a:ext>
                  </a:extLst>
                </p:cNvPr>
                <p:cNvSpPr/>
                <p:nvPr/>
              </p:nvSpPr>
              <p:spPr>
                <a:xfrm>
                  <a:off x="9696040" y="548968"/>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𝑋</m:t>
                            </m:r>
                          </m:e>
                          <m:sub>
                            <m:r>
                              <a:rPr lang="en-US" sz="2800" b="0" i="1" smtClean="0">
                                <a:solidFill>
                                  <a:schemeClr val="accent6">
                                    <a:alpha val="0"/>
                                  </a:schemeClr>
                                </a:solidFill>
                                <a:latin typeface="Cambria Math" panose="02040503050406030204" pitchFamily="18" charset="0"/>
                              </a:rPr>
                              <m:t>1</m:t>
                            </m:r>
                            <m:r>
                              <a:rPr lang="en-US" sz="2800" b="0" i="1" smtClean="0">
                                <a:solidFill>
                                  <a:schemeClr val="accent2">
                                    <a:lumMod val="75000"/>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28" name="Rectangle 27">
                  <a:extLst>
                    <a:ext uri="{FF2B5EF4-FFF2-40B4-BE49-F238E27FC236}">
                      <a16:creationId xmlns:a16="http://schemas.microsoft.com/office/drawing/2014/main" id="{26700054-B687-2739-CAF4-545EEFB72ABE}"/>
                    </a:ext>
                  </a:extLst>
                </p:cNvPr>
                <p:cNvSpPr>
                  <a:spLocks noRot="1" noChangeAspect="1" noMove="1" noResize="1" noEditPoints="1" noAdjustHandles="1" noChangeArrowheads="1" noChangeShapeType="1" noTextEdit="1"/>
                </p:cNvSpPr>
                <p:nvPr/>
              </p:nvSpPr>
              <p:spPr>
                <a:xfrm>
                  <a:off x="9696040" y="548968"/>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E16EC9D-18AB-CBC9-716A-3A9D4920D83C}"/>
                    </a:ext>
                  </a:extLst>
                </p:cNvPr>
                <p:cNvSpPr/>
                <p:nvPr/>
              </p:nvSpPr>
              <p:spPr>
                <a:xfrm>
                  <a:off x="6816008" y="1268976"/>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𝑌</m:t>
                            </m:r>
                          </m:e>
                          <m:sub>
                            <m:r>
                              <a:rPr lang="en-GB" sz="2800" i="1">
                                <a:solidFill>
                                  <a:schemeClr val="accent2">
                                    <a:lumMod val="75000"/>
                                    <a:alpha val="0"/>
                                  </a:schemeClr>
                                </a:solidFill>
                                <a:latin typeface="Cambria Math" panose="02040503050406030204" pitchFamily="18" charset="0"/>
                              </a:rPr>
                              <m:t>0</m:t>
                            </m:r>
                            <m:r>
                              <a:rPr lang="en-GB" sz="2800" i="1">
                                <a:solidFill>
                                  <a:schemeClr val="accent1">
                                    <a:alpha val="0"/>
                                  </a:schemeClr>
                                </a:solidFill>
                                <a:latin typeface="Cambria Math" panose="02040503050406030204" pitchFamily="18" charset="0"/>
                              </a:rPr>
                              <m:t>0</m:t>
                            </m:r>
                          </m:sub>
                        </m:sSub>
                      </m:oMath>
                    </m:oMathPara>
                  </a14:m>
                  <a:endParaRPr lang="en-GB" sz="2800" dirty="0">
                    <a:solidFill>
                      <a:schemeClr val="tx1">
                        <a:alpha val="0"/>
                      </a:schemeClr>
                    </a:solidFill>
                  </a:endParaRPr>
                </a:p>
              </p:txBody>
            </p:sp>
          </mc:Choice>
          <mc:Fallback xmlns="">
            <p:sp>
              <p:nvSpPr>
                <p:cNvPr id="30" name="Rectangle 29">
                  <a:extLst>
                    <a:ext uri="{FF2B5EF4-FFF2-40B4-BE49-F238E27FC236}">
                      <a16:creationId xmlns:a16="http://schemas.microsoft.com/office/drawing/2014/main" id="{6E16EC9D-18AB-CBC9-716A-3A9D4920D83C}"/>
                    </a:ext>
                  </a:extLst>
                </p:cNvPr>
                <p:cNvSpPr>
                  <a:spLocks noRot="1" noChangeAspect="1" noMove="1" noResize="1" noEditPoints="1" noAdjustHandles="1" noChangeArrowheads="1" noChangeShapeType="1" noTextEdit="1"/>
                </p:cNvSpPr>
                <p:nvPr/>
              </p:nvSpPr>
              <p:spPr>
                <a:xfrm>
                  <a:off x="6816008" y="1268976"/>
                  <a:ext cx="720008" cy="720008"/>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21FC92C9-45C5-229B-1538-B101BC84FBDE}"/>
                    </a:ext>
                  </a:extLst>
                </p:cNvPr>
                <p:cNvSpPr/>
                <p:nvPr/>
              </p:nvSpPr>
              <p:spPr>
                <a:xfrm>
                  <a:off x="6816008" y="1988984"/>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𝑌</m:t>
                            </m:r>
                          </m:e>
                          <m:sub>
                            <m:r>
                              <a:rPr lang="en-GB" sz="2800" i="1">
                                <a:solidFill>
                                  <a:schemeClr val="accent2">
                                    <a:lumMod val="75000"/>
                                    <a:alpha val="0"/>
                                  </a:schemeClr>
                                </a:solidFill>
                                <a:latin typeface="Cambria Math" panose="02040503050406030204" pitchFamily="18" charset="0"/>
                              </a:rPr>
                              <m:t>0</m:t>
                            </m:r>
                            <m:r>
                              <a:rPr lang="en-US" sz="2800" b="0" i="1" smtClean="0">
                                <a:solidFill>
                                  <a:schemeClr val="accent1">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38" name="Rectangle 37">
                  <a:extLst>
                    <a:ext uri="{FF2B5EF4-FFF2-40B4-BE49-F238E27FC236}">
                      <a16:creationId xmlns:a16="http://schemas.microsoft.com/office/drawing/2014/main" id="{21FC92C9-45C5-229B-1538-B101BC84FBDE}"/>
                    </a:ext>
                  </a:extLst>
                </p:cNvPr>
                <p:cNvSpPr>
                  <a:spLocks noRot="1" noChangeAspect="1" noMove="1" noResize="1" noEditPoints="1" noAdjustHandles="1" noChangeArrowheads="1" noChangeShapeType="1" noTextEdit="1"/>
                </p:cNvSpPr>
                <p:nvPr/>
              </p:nvSpPr>
              <p:spPr>
                <a:xfrm>
                  <a:off x="6816008" y="1988984"/>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54311CFC-3462-3A4E-CF94-40284D2ADCE7}"/>
                    </a:ext>
                  </a:extLst>
                </p:cNvPr>
                <p:cNvSpPr/>
                <p:nvPr/>
              </p:nvSpPr>
              <p:spPr>
                <a:xfrm>
                  <a:off x="6816008" y="2708992"/>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𝑌</m:t>
                            </m:r>
                          </m:e>
                          <m:sub>
                            <m:r>
                              <a:rPr lang="en-US" sz="2800" b="0" i="1" smtClean="0">
                                <a:solidFill>
                                  <a:schemeClr val="accent2">
                                    <a:lumMod val="75000"/>
                                    <a:alpha val="0"/>
                                  </a:schemeClr>
                                </a:solidFill>
                                <a:latin typeface="Cambria Math" panose="02040503050406030204" pitchFamily="18" charset="0"/>
                              </a:rPr>
                              <m:t>1</m:t>
                            </m:r>
                            <m:r>
                              <a:rPr lang="en-GB" sz="2800" i="1">
                                <a:solidFill>
                                  <a:schemeClr val="accent1">
                                    <a:alpha val="0"/>
                                  </a:schemeClr>
                                </a:solidFill>
                                <a:latin typeface="Cambria Math" panose="02040503050406030204" pitchFamily="18" charset="0"/>
                              </a:rPr>
                              <m:t>0</m:t>
                            </m:r>
                          </m:sub>
                        </m:sSub>
                      </m:oMath>
                    </m:oMathPara>
                  </a14:m>
                  <a:endParaRPr lang="en-GB" sz="2800" dirty="0">
                    <a:solidFill>
                      <a:schemeClr val="tx1">
                        <a:alpha val="0"/>
                      </a:schemeClr>
                    </a:solidFill>
                  </a:endParaRPr>
                </a:p>
              </p:txBody>
            </p:sp>
          </mc:Choice>
          <mc:Fallback xmlns="">
            <p:sp>
              <p:nvSpPr>
                <p:cNvPr id="40" name="Rectangle 39">
                  <a:extLst>
                    <a:ext uri="{FF2B5EF4-FFF2-40B4-BE49-F238E27FC236}">
                      <a16:creationId xmlns:a16="http://schemas.microsoft.com/office/drawing/2014/main" id="{54311CFC-3462-3A4E-CF94-40284D2ADCE7}"/>
                    </a:ext>
                  </a:extLst>
                </p:cNvPr>
                <p:cNvSpPr>
                  <a:spLocks noRot="1" noChangeAspect="1" noMove="1" noResize="1" noEditPoints="1" noAdjustHandles="1" noChangeArrowheads="1" noChangeShapeType="1" noTextEdit="1"/>
                </p:cNvSpPr>
                <p:nvPr/>
              </p:nvSpPr>
              <p:spPr>
                <a:xfrm>
                  <a:off x="6816008" y="2708992"/>
                  <a:ext cx="720008" cy="720008"/>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356D10E8-2383-A95A-5C0E-8D21D31B51FD}"/>
                    </a:ext>
                  </a:extLst>
                </p:cNvPr>
                <p:cNvSpPr/>
                <p:nvPr/>
              </p:nvSpPr>
              <p:spPr>
                <a:xfrm>
                  <a:off x="6816008" y="3429000"/>
                  <a:ext cx="720008" cy="720008"/>
                </a:xfrm>
                <a:prstGeom prst="rect">
                  <a:avLst/>
                </a:prstGeom>
                <a:noFill/>
                <a:ln>
                  <a:no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800" b="0" i="1" smtClean="0">
                                <a:solidFill>
                                  <a:schemeClr val="tx1">
                                    <a:alpha val="0"/>
                                  </a:schemeClr>
                                </a:solidFill>
                                <a:latin typeface="Cambria Math" panose="02040503050406030204" pitchFamily="18" charset="0"/>
                              </a:rPr>
                            </m:ctrlPr>
                          </m:sSubPr>
                          <m:e>
                            <m:r>
                              <a:rPr lang="en-US" sz="2800" b="0" i="1" smtClean="0">
                                <a:solidFill>
                                  <a:schemeClr val="tx1">
                                    <a:alpha val="0"/>
                                  </a:schemeClr>
                                </a:solidFill>
                                <a:latin typeface="Cambria Math" panose="02040503050406030204" pitchFamily="18" charset="0"/>
                              </a:rPr>
                              <m:t>𝑌</m:t>
                            </m:r>
                          </m:e>
                          <m:sub>
                            <m:r>
                              <a:rPr lang="en-US" sz="2800" b="0" i="1" smtClean="0">
                                <a:solidFill>
                                  <a:schemeClr val="accent2">
                                    <a:lumMod val="75000"/>
                                    <a:alpha val="0"/>
                                  </a:schemeClr>
                                </a:solidFill>
                                <a:latin typeface="Cambria Math" panose="02040503050406030204" pitchFamily="18" charset="0"/>
                              </a:rPr>
                              <m:t>1</m:t>
                            </m:r>
                            <m:r>
                              <a:rPr lang="en-US" sz="2800" b="0" i="1" smtClean="0">
                                <a:solidFill>
                                  <a:schemeClr val="accent1">
                                    <a:alpha val="0"/>
                                  </a:schemeClr>
                                </a:solidFill>
                                <a:latin typeface="Cambria Math" panose="02040503050406030204" pitchFamily="18" charset="0"/>
                              </a:rPr>
                              <m:t>1</m:t>
                            </m:r>
                          </m:sub>
                        </m:sSub>
                      </m:oMath>
                    </m:oMathPara>
                  </a14:m>
                  <a:endParaRPr lang="en-GB" sz="2800" dirty="0">
                    <a:solidFill>
                      <a:schemeClr val="tx1">
                        <a:alpha val="0"/>
                      </a:schemeClr>
                    </a:solidFill>
                  </a:endParaRPr>
                </a:p>
              </p:txBody>
            </p:sp>
          </mc:Choice>
          <mc:Fallback xmlns="">
            <p:sp>
              <p:nvSpPr>
                <p:cNvPr id="42" name="Rectangle 41">
                  <a:extLst>
                    <a:ext uri="{FF2B5EF4-FFF2-40B4-BE49-F238E27FC236}">
                      <a16:creationId xmlns:a16="http://schemas.microsoft.com/office/drawing/2014/main" id="{356D10E8-2383-A95A-5C0E-8D21D31B51FD}"/>
                    </a:ext>
                  </a:extLst>
                </p:cNvPr>
                <p:cNvSpPr>
                  <a:spLocks noRot="1" noChangeAspect="1" noMove="1" noResize="1" noEditPoints="1" noAdjustHandles="1" noChangeArrowheads="1" noChangeShapeType="1" noTextEdit="1"/>
                </p:cNvSpPr>
                <p:nvPr/>
              </p:nvSpPr>
              <p:spPr>
                <a:xfrm>
                  <a:off x="6816008" y="3429000"/>
                  <a:ext cx="720008" cy="720008"/>
                </a:xfrm>
                <a:prstGeom prst="rect">
                  <a:avLst/>
                </a:prstGeom>
                <a:blipFill>
                  <a:blip r:embed="rId7"/>
                  <a:stretch>
                    <a:fillRect/>
                  </a:stretch>
                </a:blipFill>
                <a:ln>
                  <a:noFill/>
                </a:ln>
              </p:spPr>
              <p:txBody>
                <a:bodyPr/>
                <a:lstStyle/>
                <a:p>
                  <a:r>
                    <a:rPr lang="en-GB">
                      <a:noFill/>
                    </a:rPr>
                    <a:t> </a:t>
                  </a:r>
                </a:p>
              </p:txBody>
            </p:sp>
          </mc:Fallback>
        </mc:AlternateContent>
        <p:sp>
          <p:nvSpPr>
            <p:cNvPr id="56" name="Rectangle 55">
              <a:extLst>
                <a:ext uri="{FF2B5EF4-FFF2-40B4-BE49-F238E27FC236}">
                  <a16:creationId xmlns:a16="http://schemas.microsoft.com/office/drawing/2014/main" id="{889F4D00-B211-C5EA-8DDA-28679C05F0D5}"/>
                </a:ext>
              </a:extLst>
            </p:cNvPr>
            <p:cNvSpPr/>
            <p:nvPr/>
          </p:nvSpPr>
          <p:spPr>
            <a:xfrm>
              <a:off x="7536016" y="1268976"/>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58" name="Rectangle 57">
              <a:extLst>
                <a:ext uri="{FF2B5EF4-FFF2-40B4-BE49-F238E27FC236}">
                  <a16:creationId xmlns:a16="http://schemas.microsoft.com/office/drawing/2014/main" id="{E04049EC-F209-7D31-EB82-AF612DE2997C}"/>
                </a:ext>
              </a:extLst>
            </p:cNvPr>
            <p:cNvSpPr/>
            <p:nvPr/>
          </p:nvSpPr>
          <p:spPr>
            <a:xfrm>
              <a:off x="8256024" y="2708992"/>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62" name="Rectangle 61">
              <a:extLst>
                <a:ext uri="{FF2B5EF4-FFF2-40B4-BE49-F238E27FC236}">
                  <a16:creationId xmlns:a16="http://schemas.microsoft.com/office/drawing/2014/main" id="{52160DCE-ECCC-D59D-EAFE-9548CE336A6F}"/>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6" name="Rectangle 65">
              <a:extLst>
                <a:ext uri="{FF2B5EF4-FFF2-40B4-BE49-F238E27FC236}">
                  <a16:creationId xmlns:a16="http://schemas.microsoft.com/office/drawing/2014/main" id="{AC865474-DFD7-6D68-3357-305B928BF711}"/>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8" name="Rectangle 67">
              <a:extLst>
                <a:ext uri="{FF2B5EF4-FFF2-40B4-BE49-F238E27FC236}">
                  <a16:creationId xmlns:a16="http://schemas.microsoft.com/office/drawing/2014/main" id="{B48300EA-224A-EC6D-AF29-2849ECBC6C0A}"/>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0" name="Rectangle 69">
              <a:extLst>
                <a:ext uri="{FF2B5EF4-FFF2-40B4-BE49-F238E27FC236}">
                  <a16:creationId xmlns:a16="http://schemas.microsoft.com/office/drawing/2014/main" id="{3E6240CC-6A6D-40DB-FBC6-3DBB1616AFE8}"/>
                </a:ext>
              </a:extLst>
            </p:cNvPr>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2" name="Rectangle 71">
              <a:extLst>
                <a:ext uri="{FF2B5EF4-FFF2-40B4-BE49-F238E27FC236}">
                  <a16:creationId xmlns:a16="http://schemas.microsoft.com/office/drawing/2014/main" id="{002D7D49-8EA6-CD26-39F7-148068404CA2}"/>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4" name="Rectangle 73">
              <a:extLst>
                <a:ext uri="{FF2B5EF4-FFF2-40B4-BE49-F238E27FC236}">
                  <a16:creationId xmlns:a16="http://schemas.microsoft.com/office/drawing/2014/main" id="{55348726-F6BB-CC3E-6F6B-1E7E6DE37F3A}"/>
                </a:ext>
              </a:extLst>
            </p:cNvPr>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6" name="Rectangle 75">
              <a:extLst>
                <a:ext uri="{FF2B5EF4-FFF2-40B4-BE49-F238E27FC236}">
                  <a16:creationId xmlns:a16="http://schemas.microsoft.com/office/drawing/2014/main" id="{8F1A6D1F-632D-191A-ED9F-7A19BED4C5F1}"/>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8" name="Rectangle 77">
              <a:extLst>
                <a:ext uri="{FF2B5EF4-FFF2-40B4-BE49-F238E27FC236}">
                  <a16:creationId xmlns:a16="http://schemas.microsoft.com/office/drawing/2014/main" id="{8F075590-05A2-6F0E-C154-73438CD32F88}"/>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0" name="Rectangle 79">
              <a:extLst>
                <a:ext uri="{FF2B5EF4-FFF2-40B4-BE49-F238E27FC236}">
                  <a16:creationId xmlns:a16="http://schemas.microsoft.com/office/drawing/2014/main" id="{FE42289B-39C7-0117-BA85-93FA3880C22C}"/>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2" name="Rectangle 81">
              <a:extLst>
                <a:ext uri="{FF2B5EF4-FFF2-40B4-BE49-F238E27FC236}">
                  <a16:creationId xmlns:a16="http://schemas.microsoft.com/office/drawing/2014/main" id="{191B97CC-370B-1626-0F7B-06298BFC6B77}"/>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4" name="Rectangle 83">
              <a:extLst>
                <a:ext uri="{FF2B5EF4-FFF2-40B4-BE49-F238E27FC236}">
                  <a16:creationId xmlns:a16="http://schemas.microsoft.com/office/drawing/2014/main" id="{091213E6-2577-0FDC-8B3A-19915705AC77}"/>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6" name="Rectangle 85">
              <a:extLst>
                <a:ext uri="{FF2B5EF4-FFF2-40B4-BE49-F238E27FC236}">
                  <a16:creationId xmlns:a16="http://schemas.microsoft.com/office/drawing/2014/main" id="{9F5AD7DE-83B2-CE78-7E09-6950FE92F5FE}"/>
                </a:ext>
              </a:extLst>
            </p:cNvPr>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8" name="Rectangle 87">
              <a:extLst>
                <a:ext uri="{FF2B5EF4-FFF2-40B4-BE49-F238E27FC236}">
                  <a16:creationId xmlns:a16="http://schemas.microsoft.com/office/drawing/2014/main" id="{D31AB1AB-891F-9E31-CF60-0F9228122EFA}"/>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0" name="Rectangle 89">
              <a:extLst>
                <a:ext uri="{FF2B5EF4-FFF2-40B4-BE49-F238E27FC236}">
                  <a16:creationId xmlns:a16="http://schemas.microsoft.com/office/drawing/2014/main" id="{CC9D362C-4F7C-724C-F4B7-08C12693283A}"/>
                </a:ext>
              </a:extLst>
            </p:cNvPr>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mc:AlternateContent xmlns:mc="http://schemas.openxmlformats.org/markup-compatibility/2006" xmlns:a14="http://schemas.microsoft.com/office/drawing/2010/main">
        <mc:Choice Requires="a14">
          <p:sp>
            <p:nvSpPr>
              <p:cNvPr id="268" name="TextBox 267">
                <a:extLst>
                  <a:ext uri="{FF2B5EF4-FFF2-40B4-BE49-F238E27FC236}">
                    <a16:creationId xmlns:a16="http://schemas.microsoft.com/office/drawing/2014/main" id="{50808F80-03C9-89F5-D862-014FF0A3E8E9}"/>
                  </a:ext>
                </a:extLst>
              </p:cNvPr>
              <p:cNvSpPr txBox="1"/>
              <p:nvPr/>
            </p:nvSpPr>
            <p:spPr>
              <a:xfrm>
                <a:off x="-5694131" y="5679025"/>
                <a:ext cx="4680051" cy="646331"/>
              </a:xfrm>
              <a:prstGeom prst="rect">
                <a:avLst/>
              </a:prstGeom>
              <a:noFill/>
            </p:spPr>
            <p:txBody>
              <a:bodyPr wrap="square" rtlCol="0">
                <a:spAutoFit/>
              </a:bodyPr>
              <a:lstStyle/>
              <a:p>
                <a14:m>
                  <m:oMath xmlns:m="http://schemas.openxmlformats.org/officeDocument/2006/math">
                    <m:r>
                      <a:rPr lang="en-US" sz="3600" b="0" i="1" smtClean="0">
                        <a:latin typeface="Cambria Math" panose="02040503050406030204" pitchFamily="18" charset="0"/>
                      </a:rPr>
                      <m:t>8</m:t>
                    </m:r>
                    <m:d>
                      <m:dPr>
                        <m:ctrlPr>
                          <a:rPr lang="en-US" sz="3600" b="0" i="1" smtClean="0">
                            <a:solidFill>
                              <a:schemeClr val="bg1">
                                <a:lumMod val="75000"/>
                              </a:schemeClr>
                            </a:solidFill>
                            <a:latin typeface="Cambria Math" panose="02040503050406030204" pitchFamily="18" charset="0"/>
                          </a:rPr>
                        </m:ctrlPr>
                      </m:dPr>
                      <m:e>
                        <m:r>
                          <a:rPr lang="en-US" sz="3600" b="0" i="1" smtClean="0">
                            <a:solidFill>
                              <a:schemeClr val="bg1">
                                <a:lumMod val="75000"/>
                              </a:schemeClr>
                            </a:solidFill>
                            <a:latin typeface="Cambria Math" panose="02040503050406030204" pitchFamily="18" charset="0"/>
                          </a:rPr>
                          <m:t>×2</m:t>
                        </m:r>
                      </m:e>
                    </m:d>
                  </m:oMath>
                </a14:m>
                <a:r>
                  <a:rPr lang="en-GB" sz="3600" dirty="0"/>
                  <a:t> multiplications</a:t>
                </a:r>
              </a:p>
            </p:txBody>
          </p:sp>
        </mc:Choice>
        <mc:Fallback xmlns="">
          <p:sp>
            <p:nvSpPr>
              <p:cNvPr id="268" name="TextBox 267">
                <a:extLst>
                  <a:ext uri="{FF2B5EF4-FFF2-40B4-BE49-F238E27FC236}">
                    <a16:creationId xmlns:a16="http://schemas.microsoft.com/office/drawing/2014/main" id="{50808F80-03C9-89F5-D862-014FF0A3E8E9}"/>
                  </a:ext>
                </a:extLst>
              </p:cNvPr>
              <p:cNvSpPr txBox="1">
                <a:spLocks noRot="1" noChangeAspect="1" noMove="1" noResize="1" noEditPoints="1" noAdjustHandles="1" noChangeArrowheads="1" noChangeShapeType="1" noTextEdit="1"/>
              </p:cNvSpPr>
              <p:nvPr/>
            </p:nvSpPr>
            <p:spPr>
              <a:xfrm>
                <a:off x="-5694131" y="5679025"/>
                <a:ext cx="4680051" cy="646331"/>
              </a:xfrm>
              <a:prstGeom prst="rect">
                <a:avLst/>
              </a:prstGeom>
              <a:blipFill>
                <a:blip r:embed="rId9"/>
                <a:stretch>
                  <a:fillRect t="-15094" r="-651" b="-34906"/>
                </a:stretch>
              </a:blipFill>
            </p:spPr>
            <p:txBody>
              <a:bodyPr/>
              <a:lstStyle/>
              <a:p>
                <a:r>
                  <a:rPr lang="en-GB">
                    <a:noFill/>
                  </a:rPr>
                  <a:t> </a:t>
                </a:r>
              </a:p>
            </p:txBody>
          </p:sp>
        </mc:Fallback>
      </mc:AlternateContent>
    </p:spTree>
    <p:extLst>
      <p:ext uri="{BB962C8B-B14F-4D97-AF65-F5344CB8AC3E}">
        <p14:creationId xmlns:p14="http://schemas.microsoft.com/office/powerpoint/2010/main" val="5998718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83B922-AB47-6F2F-1DBC-8FD430DAEAD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953A88A-6633-22B8-EA7F-7E73CBEB02A4}"/>
              </a:ext>
            </a:extLst>
          </p:cNvPr>
          <p:cNvGrpSpPr/>
          <p:nvPr/>
        </p:nvGrpSpPr>
        <p:grpSpPr>
          <a:xfrm>
            <a:off x="1235946" y="-351042"/>
            <a:ext cx="2790031" cy="4140046"/>
            <a:chOff x="1235946" y="-351042"/>
            <a:chExt cx="2790031" cy="4140046"/>
          </a:xfrm>
        </p:grpSpPr>
        <p:grpSp>
          <p:nvGrpSpPr>
            <p:cNvPr id="242" name="Group 241">
              <a:extLst>
                <a:ext uri="{FF2B5EF4-FFF2-40B4-BE49-F238E27FC236}">
                  <a16:creationId xmlns:a16="http://schemas.microsoft.com/office/drawing/2014/main" id="{7202D7A4-6641-97F7-4C83-3FE0A387646D}"/>
                </a:ext>
              </a:extLst>
            </p:cNvPr>
            <p:cNvGrpSpPr/>
            <p:nvPr/>
          </p:nvGrpSpPr>
          <p:grpSpPr>
            <a:xfrm>
              <a:off x="1235946" y="998973"/>
              <a:ext cx="2790031" cy="2790031"/>
              <a:chOff x="7536016" y="1268976"/>
              <a:chExt cx="2790031" cy="2790031"/>
            </a:xfrm>
            <a:scene3d>
              <a:camera prst="perspectiveFront" fov="0">
                <a:rot lat="18600000" lon="2400000" rev="19620000"/>
              </a:camera>
              <a:lightRig rig="threePt" dir="t"/>
            </a:scene3d>
          </p:grpSpPr>
          <p:sp>
            <p:nvSpPr>
              <p:cNvPr id="251" name="Rectangle 250">
                <a:extLst>
                  <a:ext uri="{FF2B5EF4-FFF2-40B4-BE49-F238E27FC236}">
                    <a16:creationId xmlns:a16="http://schemas.microsoft.com/office/drawing/2014/main" id="{B66246EE-6468-F60B-6B5C-55A48805675F}"/>
                  </a:ext>
                </a:extLst>
              </p:cNvPr>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2" name="Rectangle 251">
                <a:extLst>
                  <a:ext uri="{FF2B5EF4-FFF2-40B4-BE49-F238E27FC236}">
                    <a16:creationId xmlns:a16="http://schemas.microsoft.com/office/drawing/2014/main" id="{58EB4D8D-6280-928C-FDA2-4B20F60C6B1F}"/>
                  </a:ext>
                </a:extLst>
              </p:cNvPr>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3" name="Rectangle 252">
                <a:extLst>
                  <a:ext uri="{FF2B5EF4-FFF2-40B4-BE49-F238E27FC236}">
                    <a16:creationId xmlns:a16="http://schemas.microsoft.com/office/drawing/2014/main" id="{7B98E0BD-27A3-9220-22AF-F5C4323FBE54}"/>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4" name="Rectangle 253">
                <a:extLst>
                  <a:ext uri="{FF2B5EF4-FFF2-40B4-BE49-F238E27FC236}">
                    <a16:creationId xmlns:a16="http://schemas.microsoft.com/office/drawing/2014/main" id="{2062CC2A-A527-7D7F-C7C4-59A31A47F35D}"/>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5" name="Rectangle 254">
                <a:extLst>
                  <a:ext uri="{FF2B5EF4-FFF2-40B4-BE49-F238E27FC236}">
                    <a16:creationId xmlns:a16="http://schemas.microsoft.com/office/drawing/2014/main" id="{8A2F97B3-58A6-FE58-2E96-A3528D5C1F7F}"/>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6" name="Rectangle 255">
                <a:extLst>
                  <a:ext uri="{FF2B5EF4-FFF2-40B4-BE49-F238E27FC236}">
                    <a16:creationId xmlns:a16="http://schemas.microsoft.com/office/drawing/2014/main" id="{F445232C-FE03-F668-03C7-B8DEE020E615}"/>
                  </a:ext>
                </a:extLst>
              </p:cNvPr>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7" name="Rectangle 256">
                <a:extLst>
                  <a:ext uri="{FF2B5EF4-FFF2-40B4-BE49-F238E27FC236}">
                    <a16:creationId xmlns:a16="http://schemas.microsoft.com/office/drawing/2014/main" id="{F64FEEDE-A217-E4FF-713E-BC8315119643}"/>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58" name="Rectangle 257">
                <a:extLst>
                  <a:ext uri="{FF2B5EF4-FFF2-40B4-BE49-F238E27FC236}">
                    <a16:creationId xmlns:a16="http://schemas.microsoft.com/office/drawing/2014/main" id="{008CA2F2-B921-CCF4-4E53-00DA531A6B18}"/>
                  </a:ext>
                </a:extLst>
              </p:cNvPr>
              <p:cNvSpPr/>
              <p:nvPr/>
            </p:nvSpPr>
            <p:spPr>
              <a:xfrm>
                <a:off x="8976032" y="1988984"/>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59" name="Rectangle 258">
                <a:extLst>
                  <a:ext uri="{FF2B5EF4-FFF2-40B4-BE49-F238E27FC236}">
                    <a16:creationId xmlns:a16="http://schemas.microsoft.com/office/drawing/2014/main" id="{A91C64C5-F924-05D2-AE18-78F7371443E9}"/>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0" name="Rectangle 259">
                <a:extLst>
                  <a:ext uri="{FF2B5EF4-FFF2-40B4-BE49-F238E27FC236}">
                    <a16:creationId xmlns:a16="http://schemas.microsoft.com/office/drawing/2014/main" id="{6AF0F960-D208-521A-737B-915713A0B0A2}"/>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1" name="Rectangle 260">
                <a:extLst>
                  <a:ext uri="{FF2B5EF4-FFF2-40B4-BE49-F238E27FC236}">
                    <a16:creationId xmlns:a16="http://schemas.microsoft.com/office/drawing/2014/main" id="{00823F5D-D3E8-3D27-B7F6-F748AD88DC90}"/>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2" name="Rectangle 261">
                <a:extLst>
                  <a:ext uri="{FF2B5EF4-FFF2-40B4-BE49-F238E27FC236}">
                    <a16:creationId xmlns:a16="http://schemas.microsoft.com/office/drawing/2014/main" id="{B4598DC9-6118-633B-6182-D761F2ED8A9E}"/>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3" name="Rectangle 262">
                <a:extLst>
                  <a:ext uri="{FF2B5EF4-FFF2-40B4-BE49-F238E27FC236}">
                    <a16:creationId xmlns:a16="http://schemas.microsoft.com/office/drawing/2014/main" id="{21A61E70-DA20-2A76-8026-E9F06730BCEE}"/>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4" name="Rectangle 263">
                <a:extLst>
                  <a:ext uri="{FF2B5EF4-FFF2-40B4-BE49-F238E27FC236}">
                    <a16:creationId xmlns:a16="http://schemas.microsoft.com/office/drawing/2014/main" id="{805C24F3-8CC9-8F2B-FFE3-F6B1D214C652}"/>
                  </a:ext>
                </a:extLst>
              </p:cNvPr>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5" name="Rectangle 264">
                <a:extLst>
                  <a:ext uri="{FF2B5EF4-FFF2-40B4-BE49-F238E27FC236}">
                    <a16:creationId xmlns:a16="http://schemas.microsoft.com/office/drawing/2014/main" id="{702F3796-EC09-1C27-D2C4-610A1635B15A}"/>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66" name="Rectangle 265">
                <a:extLst>
                  <a:ext uri="{FF2B5EF4-FFF2-40B4-BE49-F238E27FC236}">
                    <a16:creationId xmlns:a16="http://schemas.microsoft.com/office/drawing/2014/main" id="{3D5EDF5C-893D-B084-7E1A-3BA8D70A79A6}"/>
                  </a:ext>
                </a:extLst>
              </p:cNvPr>
              <p:cNvSpPr/>
              <p:nvPr/>
            </p:nvSpPr>
            <p:spPr>
              <a:xfrm>
                <a:off x="9696040" y="3429000"/>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grpSp>
        <p:grpSp>
          <p:nvGrpSpPr>
            <p:cNvPr id="217" name="Group 216">
              <a:extLst>
                <a:ext uri="{FF2B5EF4-FFF2-40B4-BE49-F238E27FC236}">
                  <a16:creationId xmlns:a16="http://schemas.microsoft.com/office/drawing/2014/main" id="{4F55A7A4-8575-6A19-5BF6-3348E2D08899}"/>
                </a:ext>
              </a:extLst>
            </p:cNvPr>
            <p:cNvGrpSpPr/>
            <p:nvPr/>
          </p:nvGrpSpPr>
          <p:grpSpPr>
            <a:xfrm>
              <a:off x="1235946" y="548968"/>
              <a:ext cx="2790031" cy="2790031"/>
              <a:chOff x="7536016" y="1268976"/>
              <a:chExt cx="2790031" cy="2790031"/>
            </a:xfrm>
            <a:scene3d>
              <a:camera prst="perspectiveFront" fov="0">
                <a:rot lat="18600000" lon="2400000" rev="19620000"/>
              </a:camera>
              <a:lightRig rig="threePt" dir="t"/>
            </a:scene3d>
          </p:grpSpPr>
          <p:sp>
            <p:nvSpPr>
              <p:cNvPr id="226" name="Rectangle 225">
                <a:extLst>
                  <a:ext uri="{FF2B5EF4-FFF2-40B4-BE49-F238E27FC236}">
                    <a16:creationId xmlns:a16="http://schemas.microsoft.com/office/drawing/2014/main" id="{DF275725-1D6C-0924-AEFF-E403C72D4AE0}"/>
                  </a:ext>
                </a:extLst>
              </p:cNvPr>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7" name="Rectangle 226">
                <a:extLst>
                  <a:ext uri="{FF2B5EF4-FFF2-40B4-BE49-F238E27FC236}">
                    <a16:creationId xmlns:a16="http://schemas.microsoft.com/office/drawing/2014/main" id="{DB8C481F-E5EB-1F42-994B-01D00787F857}"/>
                  </a:ext>
                </a:extLst>
              </p:cNvPr>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8" name="Rectangle 227">
                <a:extLst>
                  <a:ext uri="{FF2B5EF4-FFF2-40B4-BE49-F238E27FC236}">
                    <a16:creationId xmlns:a16="http://schemas.microsoft.com/office/drawing/2014/main" id="{DC4C7B4A-5795-64B4-BBE4-A688AA8B53AE}"/>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29" name="Rectangle 228">
                <a:extLst>
                  <a:ext uri="{FF2B5EF4-FFF2-40B4-BE49-F238E27FC236}">
                    <a16:creationId xmlns:a16="http://schemas.microsoft.com/office/drawing/2014/main" id="{C4F3DA16-8165-8DDB-2D76-6F356AB205AC}"/>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0" name="Rectangle 229">
                <a:extLst>
                  <a:ext uri="{FF2B5EF4-FFF2-40B4-BE49-F238E27FC236}">
                    <a16:creationId xmlns:a16="http://schemas.microsoft.com/office/drawing/2014/main" id="{EFA1DE96-AC66-AC9C-2E37-6F2DC5762F6C}"/>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1" name="Rectangle 230">
                <a:extLst>
                  <a:ext uri="{FF2B5EF4-FFF2-40B4-BE49-F238E27FC236}">
                    <a16:creationId xmlns:a16="http://schemas.microsoft.com/office/drawing/2014/main" id="{8902490A-C536-DEDF-637A-E7B275EB4F83}"/>
                  </a:ext>
                </a:extLst>
              </p:cNvPr>
              <p:cNvSpPr/>
              <p:nvPr/>
            </p:nvSpPr>
            <p:spPr>
              <a:xfrm>
                <a:off x="7536016" y="1988984"/>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32" name="Rectangle 231">
                <a:extLst>
                  <a:ext uri="{FF2B5EF4-FFF2-40B4-BE49-F238E27FC236}">
                    <a16:creationId xmlns:a16="http://schemas.microsoft.com/office/drawing/2014/main" id="{3B1CCA8C-0390-8D95-8732-541044536497}"/>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3" name="Rectangle 232">
                <a:extLst>
                  <a:ext uri="{FF2B5EF4-FFF2-40B4-BE49-F238E27FC236}">
                    <a16:creationId xmlns:a16="http://schemas.microsoft.com/office/drawing/2014/main" id="{A32E916E-A502-AE07-1DE8-BB239D966819}"/>
                  </a:ext>
                </a:extLst>
              </p:cNvPr>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4" name="Rectangle 233">
                <a:extLst>
                  <a:ext uri="{FF2B5EF4-FFF2-40B4-BE49-F238E27FC236}">
                    <a16:creationId xmlns:a16="http://schemas.microsoft.com/office/drawing/2014/main" id="{11ADA5CB-6D95-F2DC-A86D-BB2AA40D84F4}"/>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5" name="Rectangle 234">
                <a:extLst>
                  <a:ext uri="{FF2B5EF4-FFF2-40B4-BE49-F238E27FC236}">
                    <a16:creationId xmlns:a16="http://schemas.microsoft.com/office/drawing/2014/main" id="{E0F35F8A-FA46-4725-3F2C-D760A6B0E92B}"/>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6" name="Rectangle 235">
                <a:extLst>
                  <a:ext uri="{FF2B5EF4-FFF2-40B4-BE49-F238E27FC236}">
                    <a16:creationId xmlns:a16="http://schemas.microsoft.com/office/drawing/2014/main" id="{2A731237-14E9-F2A7-00E4-9DD3A7BA5813}"/>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7" name="Rectangle 236">
                <a:extLst>
                  <a:ext uri="{FF2B5EF4-FFF2-40B4-BE49-F238E27FC236}">
                    <a16:creationId xmlns:a16="http://schemas.microsoft.com/office/drawing/2014/main" id="{489DD299-0DF3-CDFB-D29A-D4556F498B97}"/>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8" name="Rectangle 237">
                <a:extLst>
                  <a:ext uri="{FF2B5EF4-FFF2-40B4-BE49-F238E27FC236}">
                    <a16:creationId xmlns:a16="http://schemas.microsoft.com/office/drawing/2014/main" id="{F12EE075-4B70-1BAC-2FF9-2C4BA95AFB45}"/>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39" name="Rectangle 238">
                <a:extLst>
                  <a:ext uri="{FF2B5EF4-FFF2-40B4-BE49-F238E27FC236}">
                    <a16:creationId xmlns:a16="http://schemas.microsoft.com/office/drawing/2014/main" id="{1AD3035D-F2BA-BCF4-8269-C050D490159D}"/>
                  </a:ext>
                </a:extLst>
              </p:cNvPr>
              <p:cNvSpPr/>
              <p:nvPr/>
            </p:nvSpPr>
            <p:spPr>
              <a:xfrm>
                <a:off x="8256024" y="3429000"/>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40" name="Rectangle 239">
                <a:extLst>
                  <a:ext uri="{FF2B5EF4-FFF2-40B4-BE49-F238E27FC236}">
                    <a16:creationId xmlns:a16="http://schemas.microsoft.com/office/drawing/2014/main" id="{9D6669D2-4B67-65D4-37E9-90E8FB48132E}"/>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41" name="Rectangle 240">
                <a:extLst>
                  <a:ext uri="{FF2B5EF4-FFF2-40B4-BE49-F238E27FC236}">
                    <a16:creationId xmlns:a16="http://schemas.microsoft.com/office/drawing/2014/main" id="{8D9692F5-E048-3055-5BD9-94ED444F6C94}"/>
                  </a:ext>
                </a:extLst>
              </p:cNvPr>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192" name="Group 191">
              <a:extLst>
                <a:ext uri="{FF2B5EF4-FFF2-40B4-BE49-F238E27FC236}">
                  <a16:creationId xmlns:a16="http://schemas.microsoft.com/office/drawing/2014/main" id="{7DAF721B-6D47-61A7-D9DF-EF19E3F33420}"/>
                </a:ext>
              </a:extLst>
            </p:cNvPr>
            <p:cNvGrpSpPr>
              <a:grpSpLocks/>
            </p:cNvGrpSpPr>
            <p:nvPr/>
          </p:nvGrpSpPr>
          <p:grpSpPr>
            <a:xfrm>
              <a:off x="1235946" y="98963"/>
              <a:ext cx="2790031" cy="2790031"/>
              <a:chOff x="7536016" y="1268976"/>
              <a:chExt cx="2790031" cy="2790031"/>
            </a:xfrm>
            <a:scene3d>
              <a:camera prst="perspectiveFront" fov="0">
                <a:rot lat="18600000" lon="2400000" rev="19620000"/>
              </a:camera>
              <a:lightRig rig="threePt" dir="t"/>
            </a:scene3d>
          </p:grpSpPr>
          <p:sp>
            <p:nvSpPr>
              <p:cNvPr id="201" name="Rectangle 200">
                <a:extLst>
                  <a:ext uri="{FF2B5EF4-FFF2-40B4-BE49-F238E27FC236}">
                    <a16:creationId xmlns:a16="http://schemas.microsoft.com/office/drawing/2014/main" id="{43C28EA3-4621-D45B-50DC-B3EE01DDC0DD}"/>
                  </a:ext>
                </a:extLst>
              </p:cNvPr>
              <p:cNvSpPr>
                <a:spLocks/>
              </p:cNvSpPr>
              <p:nvPr/>
            </p:nvSpPr>
            <p:spPr>
              <a:xfrm>
                <a:off x="7536016"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2" name="Rectangle 201">
                <a:extLst>
                  <a:ext uri="{FF2B5EF4-FFF2-40B4-BE49-F238E27FC236}">
                    <a16:creationId xmlns:a16="http://schemas.microsoft.com/office/drawing/2014/main" id="{ECEF9C68-561D-CB56-B6DD-F616D236FC7B}"/>
                  </a:ext>
                </a:extLst>
              </p:cNvPr>
              <p:cNvSpPr>
                <a:spLocks/>
              </p:cNvSpPr>
              <p:nvPr/>
            </p:nvSpPr>
            <p:spPr>
              <a:xfrm>
                <a:off x="8256024"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3" name="Rectangle 202">
                <a:extLst>
                  <a:ext uri="{FF2B5EF4-FFF2-40B4-BE49-F238E27FC236}">
                    <a16:creationId xmlns:a16="http://schemas.microsoft.com/office/drawing/2014/main" id="{503CB501-C959-113C-8160-7F065A6B75F1}"/>
                  </a:ext>
                </a:extLst>
              </p:cNvPr>
              <p:cNvSpPr>
                <a:spLocks/>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4" name="Rectangle 203">
                <a:extLst>
                  <a:ext uri="{FF2B5EF4-FFF2-40B4-BE49-F238E27FC236}">
                    <a16:creationId xmlns:a16="http://schemas.microsoft.com/office/drawing/2014/main" id="{4B8AA467-BCC7-1E12-FF04-5068402ECFCE}"/>
                  </a:ext>
                </a:extLst>
              </p:cNvPr>
              <p:cNvSpPr>
                <a:spLocks/>
              </p:cNvSpPr>
              <p:nvPr/>
            </p:nvSpPr>
            <p:spPr>
              <a:xfrm>
                <a:off x="8976032" y="1268976"/>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05" name="Rectangle 204">
                <a:extLst>
                  <a:ext uri="{FF2B5EF4-FFF2-40B4-BE49-F238E27FC236}">
                    <a16:creationId xmlns:a16="http://schemas.microsoft.com/office/drawing/2014/main" id="{6C521BE4-5943-1445-9F80-E0272E53EE01}"/>
                  </a:ext>
                </a:extLst>
              </p:cNvPr>
              <p:cNvSpPr>
                <a:spLocks/>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6" name="Rectangle 205">
                <a:extLst>
                  <a:ext uri="{FF2B5EF4-FFF2-40B4-BE49-F238E27FC236}">
                    <a16:creationId xmlns:a16="http://schemas.microsoft.com/office/drawing/2014/main" id="{5D98D255-3625-9833-0679-3862B8F19B3A}"/>
                  </a:ext>
                </a:extLst>
              </p:cNvPr>
              <p:cNvSpPr>
                <a:spLocks/>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7" name="Rectangle 206">
                <a:extLst>
                  <a:ext uri="{FF2B5EF4-FFF2-40B4-BE49-F238E27FC236}">
                    <a16:creationId xmlns:a16="http://schemas.microsoft.com/office/drawing/2014/main" id="{36136DCA-A712-9276-CA3A-DB6F33971D90}"/>
                  </a:ext>
                </a:extLst>
              </p:cNvPr>
              <p:cNvSpPr>
                <a:spLocks/>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8" name="Rectangle 207">
                <a:extLst>
                  <a:ext uri="{FF2B5EF4-FFF2-40B4-BE49-F238E27FC236}">
                    <a16:creationId xmlns:a16="http://schemas.microsoft.com/office/drawing/2014/main" id="{FEEAE569-9024-2539-990B-5D6E8C5CE232}"/>
                  </a:ext>
                </a:extLst>
              </p:cNvPr>
              <p:cNvSpPr>
                <a:spLocks/>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09" name="Rectangle 208">
                <a:extLst>
                  <a:ext uri="{FF2B5EF4-FFF2-40B4-BE49-F238E27FC236}">
                    <a16:creationId xmlns:a16="http://schemas.microsoft.com/office/drawing/2014/main" id="{2EF8FD9A-1A18-4425-79E1-DFA7A0C962F7}"/>
                  </a:ext>
                </a:extLst>
              </p:cNvPr>
              <p:cNvSpPr>
                <a:spLocks/>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0" name="Rectangle 209">
                <a:extLst>
                  <a:ext uri="{FF2B5EF4-FFF2-40B4-BE49-F238E27FC236}">
                    <a16:creationId xmlns:a16="http://schemas.microsoft.com/office/drawing/2014/main" id="{507B8FDF-7E93-C9E5-280B-A3F841828A4F}"/>
                  </a:ext>
                </a:extLst>
              </p:cNvPr>
              <p:cNvSpPr>
                <a:spLocks/>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1" name="Rectangle 210">
                <a:extLst>
                  <a:ext uri="{FF2B5EF4-FFF2-40B4-BE49-F238E27FC236}">
                    <a16:creationId xmlns:a16="http://schemas.microsoft.com/office/drawing/2014/main" id="{1D1CCC60-C6A4-8415-5CF9-B96340D39FD5}"/>
                  </a:ext>
                </a:extLst>
              </p:cNvPr>
              <p:cNvSpPr>
                <a:spLocks/>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2" name="Rectangle 211">
                <a:extLst>
                  <a:ext uri="{FF2B5EF4-FFF2-40B4-BE49-F238E27FC236}">
                    <a16:creationId xmlns:a16="http://schemas.microsoft.com/office/drawing/2014/main" id="{815B60DB-D744-304A-441C-FBFD6F2FB325}"/>
                  </a:ext>
                </a:extLst>
              </p:cNvPr>
              <p:cNvSpPr>
                <a:spLocks/>
              </p:cNvSpPr>
              <p:nvPr/>
            </p:nvSpPr>
            <p:spPr>
              <a:xfrm>
                <a:off x="9696040" y="2708992"/>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213" name="Rectangle 212">
                <a:extLst>
                  <a:ext uri="{FF2B5EF4-FFF2-40B4-BE49-F238E27FC236}">
                    <a16:creationId xmlns:a16="http://schemas.microsoft.com/office/drawing/2014/main" id="{B6F750AB-752E-6542-100B-CAA26228569F}"/>
                  </a:ext>
                </a:extLst>
              </p:cNvPr>
              <p:cNvSpPr>
                <a:spLocks/>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4" name="Rectangle 213">
                <a:extLst>
                  <a:ext uri="{FF2B5EF4-FFF2-40B4-BE49-F238E27FC236}">
                    <a16:creationId xmlns:a16="http://schemas.microsoft.com/office/drawing/2014/main" id="{7D3E68EA-D57B-DA7C-EDCC-9DCF83A76004}"/>
                  </a:ext>
                </a:extLst>
              </p:cNvPr>
              <p:cNvSpPr>
                <a:spLocks/>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5" name="Rectangle 214">
                <a:extLst>
                  <a:ext uri="{FF2B5EF4-FFF2-40B4-BE49-F238E27FC236}">
                    <a16:creationId xmlns:a16="http://schemas.microsoft.com/office/drawing/2014/main" id="{2EBD2655-677A-E0BC-AAC0-56FFF7FB08A1}"/>
                  </a:ext>
                </a:extLst>
              </p:cNvPr>
              <p:cNvSpPr>
                <a:spLocks/>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216" name="Rectangle 215">
                <a:extLst>
                  <a:ext uri="{FF2B5EF4-FFF2-40B4-BE49-F238E27FC236}">
                    <a16:creationId xmlns:a16="http://schemas.microsoft.com/office/drawing/2014/main" id="{EC192215-1BE5-50A3-2C29-719ABF44158D}"/>
                  </a:ext>
                </a:extLst>
              </p:cNvPr>
              <p:cNvSpPr>
                <a:spLocks/>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nvGrpSpPr>
            <p:cNvPr id="91" name="Group 90">
              <a:extLst>
                <a:ext uri="{FF2B5EF4-FFF2-40B4-BE49-F238E27FC236}">
                  <a16:creationId xmlns:a16="http://schemas.microsoft.com/office/drawing/2014/main" id="{B82A75E8-8D36-E18F-4747-E195E1AC26B7}"/>
                </a:ext>
              </a:extLst>
            </p:cNvPr>
            <p:cNvGrpSpPr/>
            <p:nvPr/>
          </p:nvGrpSpPr>
          <p:grpSpPr>
            <a:xfrm>
              <a:off x="1235946" y="-351042"/>
              <a:ext cx="2790031" cy="2790031"/>
              <a:chOff x="7536016" y="1268976"/>
              <a:chExt cx="2790031" cy="2790031"/>
            </a:xfrm>
            <a:scene3d>
              <a:camera prst="perspectiveFront" fov="0">
                <a:rot lat="18600000" lon="2400000" rev="19620000"/>
              </a:camera>
              <a:lightRig rig="threePt" dir="t"/>
            </a:scene3d>
          </p:grpSpPr>
          <p:sp>
            <p:nvSpPr>
              <p:cNvPr id="56" name="Rectangle 55">
                <a:extLst>
                  <a:ext uri="{FF2B5EF4-FFF2-40B4-BE49-F238E27FC236}">
                    <a16:creationId xmlns:a16="http://schemas.microsoft.com/office/drawing/2014/main" id="{51BD07C7-9FC5-86B2-8D3C-3035DF58A7F3}"/>
                  </a:ext>
                </a:extLst>
              </p:cNvPr>
              <p:cNvSpPr/>
              <p:nvPr/>
            </p:nvSpPr>
            <p:spPr>
              <a:xfrm>
                <a:off x="7536016" y="1268976"/>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58" name="Rectangle 57">
                <a:extLst>
                  <a:ext uri="{FF2B5EF4-FFF2-40B4-BE49-F238E27FC236}">
                    <a16:creationId xmlns:a16="http://schemas.microsoft.com/office/drawing/2014/main" id="{054DC5A6-65C2-E158-2ECB-BBE8EFF42576}"/>
                  </a:ext>
                </a:extLst>
              </p:cNvPr>
              <p:cNvSpPr/>
              <p:nvPr/>
            </p:nvSpPr>
            <p:spPr>
              <a:xfrm>
                <a:off x="8256024" y="2708992"/>
                <a:ext cx="630007" cy="630007"/>
              </a:xfrm>
              <a:prstGeom prst="rect">
                <a:avLst/>
              </a:prstGeom>
              <a:solidFill>
                <a:schemeClr val="accent1">
                  <a:lumMod val="60000"/>
                  <a:lumOff val="40000"/>
                  <a:alpha val="85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a:t>
                </a:r>
                <a:endParaRPr lang="en-GB" sz="3600" dirty="0">
                  <a:solidFill>
                    <a:schemeClr val="tx1"/>
                  </a:solidFill>
                </a:endParaRPr>
              </a:p>
            </p:txBody>
          </p:sp>
          <p:sp>
            <p:nvSpPr>
              <p:cNvPr id="62" name="Rectangle 61">
                <a:extLst>
                  <a:ext uri="{FF2B5EF4-FFF2-40B4-BE49-F238E27FC236}">
                    <a16:creationId xmlns:a16="http://schemas.microsoft.com/office/drawing/2014/main" id="{F0D89EFE-9DC6-DD68-E75E-D09F8BBE0A87}"/>
                  </a:ext>
                </a:extLst>
              </p:cNvPr>
              <p:cNvSpPr/>
              <p:nvPr/>
            </p:nvSpPr>
            <p:spPr>
              <a:xfrm>
                <a:off x="8256024"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6" name="Rectangle 65">
                <a:extLst>
                  <a:ext uri="{FF2B5EF4-FFF2-40B4-BE49-F238E27FC236}">
                    <a16:creationId xmlns:a16="http://schemas.microsoft.com/office/drawing/2014/main" id="{98DF3E2C-06C7-56D3-AA34-88278606C4F8}"/>
                  </a:ext>
                </a:extLst>
              </p:cNvPr>
              <p:cNvSpPr/>
              <p:nvPr/>
            </p:nvSpPr>
            <p:spPr>
              <a:xfrm>
                <a:off x="8976032"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68" name="Rectangle 67">
                <a:extLst>
                  <a:ext uri="{FF2B5EF4-FFF2-40B4-BE49-F238E27FC236}">
                    <a16:creationId xmlns:a16="http://schemas.microsoft.com/office/drawing/2014/main" id="{8E90447B-BDA0-7C09-E9BA-8424E595F3A7}"/>
                  </a:ext>
                </a:extLst>
              </p:cNvPr>
              <p:cNvSpPr/>
              <p:nvPr/>
            </p:nvSpPr>
            <p:spPr>
              <a:xfrm>
                <a:off x="9696040" y="1268976"/>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0" name="Rectangle 69">
                <a:extLst>
                  <a:ext uri="{FF2B5EF4-FFF2-40B4-BE49-F238E27FC236}">
                    <a16:creationId xmlns:a16="http://schemas.microsoft.com/office/drawing/2014/main" id="{6E8F9402-4F9E-B06C-EB54-46A6767C4051}"/>
                  </a:ext>
                </a:extLst>
              </p:cNvPr>
              <p:cNvSpPr/>
              <p:nvPr/>
            </p:nvSpPr>
            <p:spPr>
              <a:xfrm>
                <a:off x="7536016"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2" name="Rectangle 71">
                <a:extLst>
                  <a:ext uri="{FF2B5EF4-FFF2-40B4-BE49-F238E27FC236}">
                    <a16:creationId xmlns:a16="http://schemas.microsoft.com/office/drawing/2014/main" id="{0AA17663-BDC5-BCF4-C938-E160F6C21D87}"/>
                  </a:ext>
                </a:extLst>
              </p:cNvPr>
              <p:cNvSpPr/>
              <p:nvPr/>
            </p:nvSpPr>
            <p:spPr>
              <a:xfrm>
                <a:off x="8256024"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4" name="Rectangle 73">
                <a:extLst>
                  <a:ext uri="{FF2B5EF4-FFF2-40B4-BE49-F238E27FC236}">
                    <a16:creationId xmlns:a16="http://schemas.microsoft.com/office/drawing/2014/main" id="{216D1B7E-6156-0064-C347-A6DD286295C6}"/>
                  </a:ext>
                </a:extLst>
              </p:cNvPr>
              <p:cNvSpPr/>
              <p:nvPr/>
            </p:nvSpPr>
            <p:spPr>
              <a:xfrm>
                <a:off x="8976032"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6" name="Rectangle 75">
                <a:extLst>
                  <a:ext uri="{FF2B5EF4-FFF2-40B4-BE49-F238E27FC236}">
                    <a16:creationId xmlns:a16="http://schemas.microsoft.com/office/drawing/2014/main" id="{1E424D08-5C79-4B53-A6B6-C37BEE99EDDC}"/>
                  </a:ext>
                </a:extLst>
              </p:cNvPr>
              <p:cNvSpPr/>
              <p:nvPr/>
            </p:nvSpPr>
            <p:spPr>
              <a:xfrm>
                <a:off x="9696040" y="1988984"/>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78" name="Rectangle 77">
                <a:extLst>
                  <a:ext uri="{FF2B5EF4-FFF2-40B4-BE49-F238E27FC236}">
                    <a16:creationId xmlns:a16="http://schemas.microsoft.com/office/drawing/2014/main" id="{82CC4A79-0BA2-0FEE-B9E9-90E55BD9D3BA}"/>
                  </a:ext>
                </a:extLst>
              </p:cNvPr>
              <p:cNvSpPr/>
              <p:nvPr/>
            </p:nvSpPr>
            <p:spPr>
              <a:xfrm>
                <a:off x="7536016"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0" name="Rectangle 79">
                <a:extLst>
                  <a:ext uri="{FF2B5EF4-FFF2-40B4-BE49-F238E27FC236}">
                    <a16:creationId xmlns:a16="http://schemas.microsoft.com/office/drawing/2014/main" id="{640D8B53-5C87-DD6F-0ECF-90973B8597AA}"/>
                  </a:ext>
                </a:extLst>
              </p:cNvPr>
              <p:cNvSpPr/>
              <p:nvPr/>
            </p:nvSpPr>
            <p:spPr>
              <a:xfrm>
                <a:off x="8976032"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2" name="Rectangle 81">
                <a:extLst>
                  <a:ext uri="{FF2B5EF4-FFF2-40B4-BE49-F238E27FC236}">
                    <a16:creationId xmlns:a16="http://schemas.microsoft.com/office/drawing/2014/main" id="{A64E41F1-3F5E-C60E-5D86-0B9A7F5F3485}"/>
                  </a:ext>
                </a:extLst>
              </p:cNvPr>
              <p:cNvSpPr/>
              <p:nvPr/>
            </p:nvSpPr>
            <p:spPr>
              <a:xfrm>
                <a:off x="9696040" y="2708992"/>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4" name="Rectangle 83">
                <a:extLst>
                  <a:ext uri="{FF2B5EF4-FFF2-40B4-BE49-F238E27FC236}">
                    <a16:creationId xmlns:a16="http://schemas.microsoft.com/office/drawing/2014/main" id="{12BFB254-7AB7-9F5A-A410-2C7869E2A407}"/>
                  </a:ext>
                </a:extLst>
              </p:cNvPr>
              <p:cNvSpPr/>
              <p:nvPr/>
            </p:nvSpPr>
            <p:spPr>
              <a:xfrm>
                <a:off x="7536016"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6" name="Rectangle 85">
                <a:extLst>
                  <a:ext uri="{FF2B5EF4-FFF2-40B4-BE49-F238E27FC236}">
                    <a16:creationId xmlns:a16="http://schemas.microsoft.com/office/drawing/2014/main" id="{5350BFE1-0368-FA6D-0C13-08F1EE89BACE}"/>
                  </a:ext>
                </a:extLst>
              </p:cNvPr>
              <p:cNvSpPr/>
              <p:nvPr/>
            </p:nvSpPr>
            <p:spPr>
              <a:xfrm>
                <a:off x="8256024"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88" name="Rectangle 87">
                <a:extLst>
                  <a:ext uri="{FF2B5EF4-FFF2-40B4-BE49-F238E27FC236}">
                    <a16:creationId xmlns:a16="http://schemas.microsoft.com/office/drawing/2014/main" id="{D5F0DD64-30DC-3D52-C6E7-EFAD87781AE2}"/>
                  </a:ext>
                </a:extLst>
              </p:cNvPr>
              <p:cNvSpPr/>
              <p:nvPr/>
            </p:nvSpPr>
            <p:spPr>
              <a:xfrm>
                <a:off x="8976032"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sp>
            <p:nvSpPr>
              <p:cNvPr id="90" name="Rectangle 89">
                <a:extLst>
                  <a:ext uri="{FF2B5EF4-FFF2-40B4-BE49-F238E27FC236}">
                    <a16:creationId xmlns:a16="http://schemas.microsoft.com/office/drawing/2014/main" id="{8D21439C-C533-B022-AA8C-32EF68BFD277}"/>
                  </a:ext>
                </a:extLst>
              </p:cNvPr>
              <p:cNvSpPr/>
              <p:nvPr/>
            </p:nvSpPr>
            <p:spPr>
              <a:xfrm>
                <a:off x="9696040" y="3429000"/>
                <a:ext cx="630007" cy="630007"/>
              </a:xfrm>
              <a:prstGeom prst="rect">
                <a:avLst/>
              </a:prstGeom>
              <a:solidFill>
                <a:schemeClr val="accent5">
                  <a:lumMod val="40000"/>
                  <a:lumOff val="60000"/>
                  <a:alpha val="70000"/>
                </a:schemeClr>
              </a:solidFill>
              <a:ln w="12700">
                <a:solidFill>
                  <a:schemeClr val="tx1">
                    <a:alpha val="50000"/>
                  </a:schemeClr>
                </a:solidFill>
              </a:ln>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dirty="0">
                  <a:solidFill>
                    <a:schemeClr val="tx1"/>
                  </a:solidFill>
                </a:endParaRPr>
              </a:p>
            </p:txBody>
          </p:sp>
        </p:grpSp>
      </p:grpSp>
    </p:spTree>
    <p:extLst>
      <p:ext uri="{BB962C8B-B14F-4D97-AF65-F5344CB8AC3E}">
        <p14:creationId xmlns:p14="http://schemas.microsoft.com/office/powerpoint/2010/main" val="1582120459"/>
      </p:ext>
    </p:extLst>
  </p:cSld>
  <p:clrMapOvr>
    <a:masterClrMapping/>
  </p:clrMapOvr>
</p:sld>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2203</TotalTime>
  <Words>2475</Words>
  <Application>Microsoft Office PowerPoint</Application>
  <PresentationFormat>Widescreen</PresentationFormat>
  <Paragraphs>1519</Paragraphs>
  <Slides>101</Slides>
  <Notes>4</Notes>
  <HiddenSlides>2</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08" baseType="lpstr">
      <vt:lpstr>Aptos</vt:lpstr>
      <vt:lpstr>Arial</vt:lpstr>
      <vt:lpstr>Calibri</vt:lpstr>
      <vt:lpstr>Cambria</vt:lpstr>
      <vt:lpstr>Cambria Math</vt:lpstr>
      <vt:lpstr>Office Theme</vt:lpstr>
      <vt:lpstr>Acrobat Document</vt:lpstr>
      <vt:lpstr>Beyond bilinear complexity: what works and what breaks with many modes?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Jiaheng Wang</dc:creator>
  <cp:lastModifiedBy>Wang, Jiaheng</cp:lastModifiedBy>
  <cp:revision>161</cp:revision>
  <dcterms:created xsi:type="dcterms:W3CDTF">2024-02-13T14:20:29Z</dcterms:created>
  <dcterms:modified xsi:type="dcterms:W3CDTF">2026-08-05T10:25:18Z</dcterms:modified>
</cp:coreProperties>
</file>