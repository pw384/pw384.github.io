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9"/>
  </p:handoutMasterIdLst>
  <p:sldIdLst>
    <p:sldId id="256" r:id="rId2"/>
    <p:sldId id="257" r:id="rId3"/>
    <p:sldId id="447" r:id="rId4"/>
    <p:sldId id="262" r:id="rId5"/>
    <p:sldId id="264" r:id="rId6"/>
    <p:sldId id="265" r:id="rId7"/>
    <p:sldId id="266" r:id="rId8"/>
    <p:sldId id="269" r:id="rId9"/>
    <p:sldId id="268" r:id="rId10"/>
    <p:sldId id="270" r:id="rId11"/>
    <p:sldId id="267" r:id="rId12"/>
    <p:sldId id="273" r:id="rId13"/>
    <p:sldId id="271" r:id="rId14"/>
    <p:sldId id="275" r:id="rId15"/>
    <p:sldId id="272" r:id="rId16"/>
    <p:sldId id="274" r:id="rId17"/>
    <p:sldId id="276" r:id="rId18"/>
    <p:sldId id="277" r:id="rId19"/>
    <p:sldId id="342" r:id="rId20"/>
    <p:sldId id="343" r:id="rId21"/>
    <p:sldId id="344" r:id="rId22"/>
    <p:sldId id="345" r:id="rId23"/>
    <p:sldId id="349" r:id="rId24"/>
    <p:sldId id="350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3" r:id="rId34"/>
    <p:sldId id="364" r:id="rId35"/>
    <p:sldId id="448" r:id="rId36"/>
    <p:sldId id="365" r:id="rId37"/>
    <p:sldId id="369" r:id="rId38"/>
    <p:sldId id="370" r:id="rId39"/>
    <p:sldId id="371" r:id="rId40"/>
    <p:sldId id="372" r:id="rId41"/>
    <p:sldId id="373" r:id="rId42"/>
    <p:sldId id="374" r:id="rId43"/>
    <p:sldId id="377" r:id="rId44"/>
    <p:sldId id="378" r:id="rId45"/>
    <p:sldId id="376" r:id="rId46"/>
    <p:sldId id="449" r:id="rId47"/>
    <p:sldId id="379" r:id="rId48"/>
    <p:sldId id="385" r:id="rId49"/>
    <p:sldId id="382" r:id="rId50"/>
    <p:sldId id="384" r:id="rId51"/>
    <p:sldId id="386" r:id="rId52"/>
    <p:sldId id="389" r:id="rId53"/>
    <p:sldId id="391" r:id="rId54"/>
    <p:sldId id="393" r:id="rId55"/>
    <p:sldId id="397" r:id="rId56"/>
    <p:sldId id="398" r:id="rId57"/>
    <p:sldId id="399" r:id="rId58"/>
    <p:sldId id="400" r:id="rId59"/>
    <p:sldId id="401" r:id="rId60"/>
    <p:sldId id="402" r:id="rId61"/>
    <p:sldId id="403" r:id="rId62"/>
    <p:sldId id="404" r:id="rId63"/>
    <p:sldId id="258" r:id="rId64"/>
    <p:sldId id="406" r:id="rId65"/>
    <p:sldId id="407" r:id="rId66"/>
    <p:sldId id="409" r:id="rId67"/>
    <p:sldId id="408" r:id="rId68"/>
    <p:sldId id="410" r:id="rId69"/>
    <p:sldId id="411" r:id="rId70"/>
    <p:sldId id="413" r:id="rId71"/>
    <p:sldId id="450" r:id="rId72"/>
    <p:sldId id="412" r:id="rId73"/>
    <p:sldId id="414" r:id="rId74"/>
    <p:sldId id="416" r:id="rId75"/>
    <p:sldId id="417" r:id="rId76"/>
    <p:sldId id="418" r:id="rId77"/>
    <p:sldId id="419" r:id="rId78"/>
    <p:sldId id="420" r:id="rId79"/>
    <p:sldId id="421" r:id="rId80"/>
    <p:sldId id="422" r:id="rId81"/>
    <p:sldId id="423" r:id="rId82"/>
    <p:sldId id="424" r:id="rId83"/>
    <p:sldId id="425" r:id="rId84"/>
    <p:sldId id="426" r:id="rId85"/>
    <p:sldId id="427" r:id="rId86"/>
    <p:sldId id="428" r:id="rId87"/>
    <p:sldId id="429" r:id="rId88"/>
    <p:sldId id="430" r:id="rId89"/>
    <p:sldId id="431" r:id="rId90"/>
    <p:sldId id="432" r:id="rId91"/>
    <p:sldId id="433" r:id="rId92"/>
    <p:sldId id="434" r:id="rId93"/>
    <p:sldId id="435" r:id="rId94"/>
    <p:sldId id="437" r:id="rId95"/>
    <p:sldId id="436" r:id="rId96"/>
    <p:sldId id="438" r:id="rId97"/>
    <p:sldId id="439" r:id="rId98"/>
    <p:sldId id="440" r:id="rId99"/>
    <p:sldId id="441" r:id="rId100"/>
    <p:sldId id="442" r:id="rId101"/>
    <p:sldId id="443" r:id="rId102"/>
    <p:sldId id="444" r:id="rId103"/>
    <p:sldId id="445" r:id="rId104"/>
    <p:sldId id="446" r:id="rId105"/>
    <p:sldId id="451" r:id="rId106"/>
    <p:sldId id="415" r:id="rId107"/>
    <p:sldId id="452" r:id="rId10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8AD93D-F2CF-4E64-8E52-6120297B4927}">
          <p14:sldIdLst>
            <p14:sldId id="256"/>
            <p14:sldId id="257"/>
            <p14:sldId id="447"/>
            <p14:sldId id="262"/>
            <p14:sldId id="264"/>
            <p14:sldId id="265"/>
            <p14:sldId id="266"/>
            <p14:sldId id="269"/>
            <p14:sldId id="268"/>
            <p14:sldId id="270"/>
            <p14:sldId id="267"/>
            <p14:sldId id="273"/>
            <p14:sldId id="271"/>
            <p14:sldId id="275"/>
            <p14:sldId id="272"/>
            <p14:sldId id="274"/>
            <p14:sldId id="276"/>
            <p14:sldId id="277"/>
            <p14:sldId id="342"/>
            <p14:sldId id="343"/>
            <p14:sldId id="344"/>
            <p14:sldId id="345"/>
            <p14:sldId id="349"/>
            <p14:sldId id="350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3"/>
            <p14:sldId id="364"/>
            <p14:sldId id="448"/>
            <p14:sldId id="365"/>
            <p14:sldId id="369"/>
            <p14:sldId id="370"/>
            <p14:sldId id="371"/>
            <p14:sldId id="372"/>
            <p14:sldId id="373"/>
            <p14:sldId id="374"/>
            <p14:sldId id="377"/>
            <p14:sldId id="378"/>
            <p14:sldId id="376"/>
            <p14:sldId id="449"/>
            <p14:sldId id="379"/>
            <p14:sldId id="385"/>
            <p14:sldId id="382"/>
            <p14:sldId id="384"/>
            <p14:sldId id="386"/>
            <p14:sldId id="389"/>
            <p14:sldId id="391"/>
            <p14:sldId id="393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258"/>
            <p14:sldId id="406"/>
            <p14:sldId id="407"/>
            <p14:sldId id="409"/>
            <p14:sldId id="408"/>
            <p14:sldId id="410"/>
            <p14:sldId id="411"/>
            <p14:sldId id="413"/>
            <p14:sldId id="450"/>
            <p14:sldId id="412"/>
            <p14:sldId id="414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7"/>
            <p14:sldId id="436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51"/>
            <p14:sldId id="415"/>
            <p14:sldId id="4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FFFEF3"/>
    <a:srgbClr val="E1F7FF"/>
    <a:srgbClr val="B9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>
      <p:cViewPr varScale="1">
        <p:scale>
          <a:sx n="82" d="100"/>
          <a:sy n="82" d="100"/>
        </p:scale>
        <p:origin x="28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9F0B88-8EE4-0078-4AE1-0AD3374EFA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3C3AA-BF5B-7571-9D5E-667CAD04F7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EFABC-62CA-47C4-AF5D-72EEB8852A7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7D3BD-3FD4-B317-7826-568DA02D61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1EE1-352C-29EA-0487-A5D59CE91A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B8CF-3171-4514-B346-B8A16A4742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544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DCE2-B3C9-C059-3922-AC0D489E6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C258B-E565-8093-0ED8-CD781261C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FB6F5-9765-8642-53FA-86509587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01CF-D6D2-31F7-8A14-9A0CD6E4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61FC-796C-25AB-9969-44CCBDDA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7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0C91-25EC-DEAD-5CDB-F666351B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0454C-89A5-715E-CDA1-CDCB6D03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56A8-72F9-9A4D-AE64-F2E015A6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16AE-658A-D279-EBCE-6DDF831A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06496-02DB-3B01-CBA4-5C6A9E31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3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8943-0774-81D9-141B-83CDBDF8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64289-CEF5-6692-CC55-D96D7322B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503B4-7B96-C0BE-AE63-4AE8B57A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3D2C1-BFC7-E3DA-C9BD-00D2B8B1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68DBD-5256-CDFA-9FC9-8E549F15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646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64FD-D5C8-E7AE-578F-76C06A27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32427-F3D1-493B-0F3F-9D855A64E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AC3D6-50C0-F301-CEE8-9380BD6E5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9934B-C9E8-83B9-FA97-0F38B423F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335E9-796E-CB1C-0A70-596D7D58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4E98F-962A-ABE6-31E4-343F713C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49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CB66-8562-ED6B-D64A-26FD5F9B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0290-C35D-A8CC-EB9D-1DC1D62C2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513A4-4FD6-4D97-41CE-57FBE29D9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3AA2D-B269-0A4D-224D-9E0F400FB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54AE2-CD7A-C778-8234-7791141D3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D713D-0A0F-3BE6-EB45-7452F1CE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81E1F-D251-1E91-517A-600069E7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612F4-002C-F527-DFE9-F6C51D78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59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A165-7AEF-AACB-83EB-9EF40DDA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7C89F-B601-1DF6-1A4A-F702CBD9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C2803-2EA1-D8A2-A3DE-D4F058A8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3D8B9-6292-3AE3-F8AC-2740F793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04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674B9D-663B-E316-A6F6-B732FBC9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76E89-B512-912A-629C-98CA14EE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4BD03-933E-97AE-8D1D-A36B69E7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4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4C19-ECB8-E784-12BF-1A76753E2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C21D-D9ED-D480-4BE5-D1C10DAE7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6B6B7-E8B8-3CE5-C8F0-29135DB3D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7A59F-17AC-F47F-27B4-8E774BE2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0359D-BD2E-E32E-39D1-73193272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F8B90-91AF-D043-36C1-796A88CD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149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EB14-8B27-2573-5327-1467FEAD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AF450-56FF-A8BE-2559-5607B1980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C7641-CE56-DDF9-0389-393F44923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81578-AFD6-3C11-B1C5-F284AA20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EDCE7-0DC6-7DE8-580C-EF0DB74B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0A82D-043E-0088-3A80-B24EB348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1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DB5B-85CB-3C4D-0036-DF3FC967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5DE5E-88D2-419F-0D9D-124E9C3D7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8E98F-E948-A4D3-E811-75C80BEF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27682-548A-2490-DAD6-494967A1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680A-BE70-505F-4120-EE4F2C1A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92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697CD-6B89-3D79-288C-A901813FF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41687-C142-4BC8-866A-6ABE9F31C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D37B5-F030-070A-AE5A-943ADE85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A2583-9806-0762-1DB3-241A9F15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F8DF8-B520-0D53-F57A-604E5CBE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92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5A499B-80BA-3D7B-664F-069BC7F3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EA0F4-3052-DE56-E5D0-FBB22376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8587C-5350-6D5D-2C58-E38FDA2B9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5E785-40C6-4F02-ACA3-9126A1A5050B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6CF12-A291-C513-4AC5-856748967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8BFBD-362C-170E-72CD-550B61398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09F6C-D116-4EED-AE80-CE4FE21AC9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07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org&amp;utm_campaign=parser&amp;utm_content=thumbnai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44.png"/><Relationship Id="rId3" Type="http://schemas.openxmlformats.org/officeDocument/2006/relationships/image" Target="../media/image47.png"/><Relationship Id="rId7" Type="http://schemas.openxmlformats.org/officeDocument/2006/relationships/image" Target="../media/image52.png"/><Relationship Id="rId12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42.png"/><Relationship Id="rId5" Type="http://schemas.openxmlformats.org/officeDocument/2006/relationships/image" Target="../media/image49.png"/><Relationship Id="rId10" Type="http://schemas.openxmlformats.org/officeDocument/2006/relationships/image" Target="../media/image41.png"/><Relationship Id="rId4" Type="http://schemas.openxmlformats.org/officeDocument/2006/relationships/image" Target="../media/image48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45.png"/><Relationship Id="rId3" Type="http://schemas.openxmlformats.org/officeDocument/2006/relationships/image" Target="../media/image47.png"/><Relationship Id="rId7" Type="http://schemas.openxmlformats.org/officeDocument/2006/relationships/image" Target="../media/image52.png"/><Relationship Id="rId12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43.png"/><Relationship Id="rId5" Type="http://schemas.openxmlformats.org/officeDocument/2006/relationships/image" Target="../media/image49.png"/><Relationship Id="rId10" Type="http://schemas.openxmlformats.org/officeDocument/2006/relationships/image" Target="../media/image42.png"/><Relationship Id="rId4" Type="http://schemas.openxmlformats.org/officeDocument/2006/relationships/image" Target="../media/image48.png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5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12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44.png"/><Relationship Id="rId5" Type="http://schemas.openxmlformats.org/officeDocument/2006/relationships/image" Target="../media/image54.png"/><Relationship Id="rId10" Type="http://schemas.openxmlformats.org/officeDocument/2006/relationships/image" Target="../media/image43.png"/><Relationship Id="rId4" Type="http://schemas.openxmlformats.org/officeDocument/2006/relationships/image" Target="../media/image48.png"/><Relationship Id="rId9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44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12" Type="http://schemas.openxmlformats.org/officeDocument/2006/relationships/image" Target="../media/image4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42.png"/><Relationship Id="rId5" Type="http://schemas.openxmlformats.org/officeDocument/2006/relationships/image" Target="../media/image54.png"/><Relationship Id="rId10" Type="http://schemas.openxmlformats.org/officeDocument/2006/relationships/image" Target="../media/image41.png"/><Relationship Id="rId4" Type="http://schemas.openxmlformats.org/officeDocument/2006/relationships/image" Target="../media/image48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45.png"/><Relationship Id="rId3" Type="http://schemas.openxmlformats.org/officeDocument/2006/relationships/image" Target="../media/image47.png"/><Relationship Id="rId7" Type="http://schemas.openxmlformats.org/officeDocument/2006/relationships/image" Target="../media/image56.png"/><Relationship Id="rId12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43.png"/><Relationship Id="rId5" Type="http://schemas.openxmlformats.org/officeDocument/2006/relationships/image" Target="../media/image54.png"/><Relationship Id="rId10" Type="http://schemas.openxmlformats.org/officeDocument/2006/relationships/image" Target="../media/image42.png"/><Relationship Id="rId4" Type="http://schemas.openxmlformats.org/officeDocument/2006/relationships/image" Target="../media/image48.png"/><Relationship Id="rId9" Type="http://schemas.openxmlformats.org/officeDocument/2006/relationships/image" Target="../media/image41.png"/><Relationship Id="rId1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45.png"/><Relationship Id="rId3" Type="http://schemas.openxmlformats.org/officeDocument/2006/relationships/image" Target="../media/image47.png"/><Relationship Id="rId7" Type="http://schemas.openxmlformats.org/officeDocument/2006/relationships/image" Target="../media/image59.png"/><Relationship Id="rId12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43.png"/><Relationship Id="rId5" Type="http://schemas.openxmlformats.org/officeDocument/2006/relationships/image" Target="../media/image54.png"/><Relationship Id="rId10" Type="http://schemas.openxmlformats.org/officeDocument/2006/relationships/image" Target="../media/image42.png"/><Relationship Id="rId4" Type="http://schemas.openxmlformats.org/officeDocument/2006/relationships/image" Target="../media/image48.png"/><Relationship Id="rId9" Type="http://schemas.openxmlformats.org/officeDocument/2006/relationships/image" Target="../media/image41.png"/><Relationship Id="rId1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65.png"/><Relationship Id="rId3" Type="http://schemas.openxmlformats.org/officeDocument/2006/relationships/image" Target="../media/image47.png"/><Relationship Id="rId7" Type="http://schemas.openxmlformats.org/officeDocument/2006/relationships/image" Target="../media/image64.png"/><Relationship Id="rId12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44.png"/><Relationship Id="rId5" Type="http://schemas.openxmlformats.org/officeDocument/2006/relationships/image" Target="../media/image62.png"/><Relationship Id="rId10" Type="http://schemas.openxmlformats.org/officeDocument/2006/relationships/image" Target="../media/image43.png"/><Relationship Id="rId4" Type="http://schemas.openxmlformats.org/officeDocument/2006/relationships/image" Target="../media/image48.png"/><Relationship Id="rId9" Type="http://schemas.openxmlformats.org/officeDocument/2006/relationships/image" Target="../media/image42.png"/><Relationship Id="rId1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29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29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30.svg"/><Relationship Id="rId7" Type="http://schemas.openxmlformats.org/officeDocument/2006/relationships/image" Target="../media/image8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29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29.svg"/><Relationship Id="rId7" Type="http://schemas.openxmlformats.org/officeDocument/2006/relationships/image" Target="../media/image89.pn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9" Type="http://schemas.openxmlformats.org/officeDocument/2006/relationships/image" Target="../media/image7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0.png"/><Relationship Id="rId4" Type="http://schemas.openxmlformats.org/officeDocument/2006/relationships/image" Target="../media/image94.png"/></Relationships>
</file>

<file path=ppt/slides/_rels/slide4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0.png"/><Relationship Id="rId3" Type="http://schemas.openxmlformats.org/officeDocument/2006/relationships/image" Target="../media/image24.png"/><Relationship Id="rId21" Type="http://schemas.openxmlformats.org/officeDocument/2006/relationships/image" Target="../media/image310.png"/><Relationship Id="rId17" Type="http://schemas.openxmlformats.org/officeDocument/2006/relationships/image" Target="../media/image270.png"/><Relationship Id="rId2" Type="http://schemas.openxmlformats.org/officeDocument/2006/relationships/image" Target="../media/image25.png"/><Relationship Id="rId16" Type="http://schemas.openxmlformats.org/officeDocument/2006/relationships/image" Target="../media/image260.png"/><Relationship Id="rId20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0.png"/><Relationship Id="rId5" Type="http://schemas.openxmlformats.org/officeDocument/2006/relationships/image" Target="../media/image94.png"/><Relationship Id="rId15" Type="http://schemas.openxmlformats.org/officeDocument/2006/relationships/image" Target="../media/image250.png"/><Relationship Id="rId23" Type="http://schemas.openxmlformats.org/officeDocument/2006/relationships/image" Target="../media/image330.png"/><Relationship Id="rId19" Type="http://schemas.openxmlformats.org/officeDocument/2006/relationships/image" Target="../media/image290.png"/><Relationship Id="rId4" Type="http://schemas.openxmlformats.org/officeDocument/2006/relationships/image" Target="../media/image93.png"/><Relationship Id="rId14" Type="http://schemas.openxmlformats.org/officeDocument/2006/relationships/image" Target="../media/image240.png"/><Relationship Id="rId22" Type="http://schemas.openxmlformats.org/officeDocument/2006/relationships/image" Target="../media/image320.png"/></Relationships>
</file>

<file path=ppt/slides/_rels/slide5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0.png"/><Relationship Id="rId26" Type="http://schemas.openxmlformats.org/officeDocument/2006/relationships/image" Target="../media/image97.png"/><Relationship Id="rId3" Type="http://schemas.openxmlformats.org/officeDocument/2006/relationships/image" Target="../media/image24.png"/><Relationship Id="rId21" Type="http://schemas.openxmlformats.org/officeDocument/2006/relationships/image" Target="../media/image310.png"/><Relationship Id="rId17" Type="http://schemas.openxmlformats.org/officeDocument/2006/relationships/image" Target="../media/image270.png"/><Relationship Id="rId25" Type="http://schemas.openxmlformats.org/officeDocument/2006/relationships/image" Target="../media/image96.png"/><Relationship Id="rId2" Type="http://schemas.openxmlformats.org/officeDocument/2006/relationships/image" Target="../media/image25.png"/><Relationship Id="rId16" Type="http://schemas.openxmlformats.org/officeDocument/2006/relationships/image" Target="../media/image260.png"/><Relationship Id="rId20" Type="http://schemas.openxmlformats.org/officeDocument/2006/relationships/image" Target="../media/image300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95.png"/><Relationship Id="rId15" Type="http://schemas.openxmlformats.org/officeDocument/2006/relationships/image" Target="../media/image250.png"/><Relationship Id="rId23" Type="http://schemas.openxmlformats.org/officeDocument/2006/relationships/image" Target="../media/image330.png"/><Relationship Id="rId28" Type="http://schemas.openxmlformats.org/officeDocument/2006/relationships/image" Target="../media/image99.png"/><Relationship Id="rId19" Type="http://schemas.openxmlformats.org/officeDocument/2006/relationships/image" Target="../media/image290.png"/><Relationship Id="rId4" Type="http://schemas.openxmlformats.org/officeDocument/2006/relationships/image" Target="../media/image93.png"/><Relationship Id="rId14" Type="http://schemas.openxmlformats.org/officeDocument/2006/relationships/image" Target="../media/image240.png"/><Relationship Id="rId22" Type="http://schemas.openxmlformats.org/officeDocument/2006/relationships/image" Target="../media/image320.png"/><Relationship Id="rId27" Type="http://schemas.openxmlformats.org/officeDocument/2006/relationships/image" Target="../media/image98.png"/></Relationships>
</file>

<file path=ppt/slides/_rels/slide5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0.png"/><Relationship Id="rId26" Type="http://schemas.openxmlformats.org/officeDocument/2006/relationships/image" Target="../media/image97.png"/><Relationship Id="rId3" Type="http://schemas.openxmlformats.org/officeDocument/2006/relationships/image" Target="../media/image24.png"/><Relationship Id="rId21" Type="http://schemas.openxmlformats.org/officeDocument/2006/relationships/image" Target="../media/image310.png"/><Relationship Id="rId17" Type="http://schemas.openxmlformats.org/officeDocument/2006/relationships/image" Target="../media/image270.png"/><Relationship Id="rId25" Type="http://schemas.openxmlformats.org/officeDocument/2006/relationships/image" Target="../media/image96.png"/><Relationship Id="rId2" Type="http://schemas.openxmlformats.org/officeDocument/2006/relationships/image" Target="../media/image25.png"/><Relationship Id="rId16" Type="http://schemas.openxmlformats.org/officeDocument/2006/relationships/image" Target="../media/image260.png"/><Relationship Id="rId20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95.png"/><Relationship Id="rId15" Type="http://schemas.openxmlformats.org/officeDocument/2006/relationships/image" Target="../media/image250.png"/><Relationship Id="rId23" Type="http://schemas.openxmlformats.org/officeDocument/2006/relationships/image" Target="../media/image330.png"/><Relationship Id="rId28" Type="http://schemas.openxmlformats.org/officeDocument/2006/relationships/image" Target="../media/image99.png"/><Relationship Id="rId19" Type="http://schemas.openxmlformats.org/officeDocument/2006/relationships/image" Target="../media/image290.png"/><Relationship Id="rId4" Type="http://schemas.openxmlformats.org/officeDocument/2006/relationships/image" Target="../media/image93.png"/><Relationship Id="rId14" Type="http://schemas.openxmlformats.org/officeDocument/2006/relationships/image" Target="../media/image240.png"/><Relationship Id="rId22" Type="http://schemas.openxmlformats.org/officeDocument/2006/relationships/image" Target="../media/image320.png"/><Relationship Id="rId27" Type="http://schemas.openxmlformats.org/officeDocument/2006/relationships/image" Target="../media/image98.png"/></Relationships>
</file>

<file path=ppt/slides/_rels/slide5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0.png"/><Relationship Id="rId26" Type="http://schemas.openxmlformats.org/officeDocument/2006/relationships/image" Target="../media/image101.png"/><Relationship Id="rId39" Type="http://schemas.openxmlformats.org/officeDocument/2006/relationships/image" Target="../media/image114.png"/><Relationship Id="rId21" Type="http://schemas.openxmlformats.org/officeDocument/2006/relationships/image" Target="../media/image310.png"/><Relationship Id="rId34" Type="http://schemas.openxmlformats.org/officeDocument/2006/relationships/image" Target="../media/image109.png"/><Relationship Id="rId42" Type="http://schemas.openxmlformats.org/officeDocument/2006/relationships/image" Target="../media/image117.png"/><Relationship Id="rId47" Type="http://schemas.openxmlformats.org/officeDocument/2006/relationships/image" Target="../media/image97.png"/><Relationship Id="rId2" Type="http://schemas.openxmlformats.org/officeDocument/2006/relationships/image" Target="../media/image26.png"/><Relationship Id="rId16" Type="http://schemas.openxmlformats.org/officeDocument/2006/relationships/image" Target="../media/image260.png"/><Relationship Id="rId20" Type="http://schemas.openxmlformats.org/officeDocument/2006/relationships/image" Target="../media/image300.png"/><Relationship Id="rId29" Type="http://schemas.openxmlformats.org/officeDocument/2006/relationships/image" Target="../media/image104.png"/><Relationship Id="rId41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95.png"/><Relationship Id="rId32" Type="http://schemas.openxmlformats.org/officeDocument/2006/relationships/image" Target="../media/image107.png"/><Relationship Id="rId37" Type="http://schemas.openxmlformats.org/officeDocument/2006/relationships/image" Target="../media/image112.png"/><Relationship Id="rId40" Type="http://schemas.openxmlformats.org/officeDocument/2006/relationships/image" Target="../media/image115.png"/><Relationship Id="rId45" Type="http://schemas.openxmlformats.org/officeDocument/2006/relationships/image" Target="../media/image120.png"/><Relationship Id="rId5" Type="http://schemas.openxmlformats.org/officeDocument/2006/relationships/image" Target="../media/image93.png"/><Relationship Id="rId15" Type="http://schemas.openxmlformats.org/officeDocument/2006/relationships/image" Target="../media/image250.png"/><Relationship Id="rId23" Type="http://schemas.openxmlformats.org/officeDocument/2006/relationships/image" Target="../media/image330.png"/><Relationship Id="rId28" Type="http://schemas.openxmlformats.org/officeDocument/2006/relationships/image" Target="../media/image103.png"/><Relationship Id="rId36" Type="http://schemas.openxmlformats.org/officeDocument/2006/relationships/image" Target="../media/image111.png"/><Relationship Id="rId49" Type="http://schemas.openxmlformats.org/officeDocument/2006/relationships/image" Target="../media/image99.png"/><Relationship Id="rId19" Type="http://schemas.openxmlformats.org/officeDocument/2006/relationships/image" Target="../media/image290.png"/><Relationship Id="rId31" Type="http://schemas.openxmlformats.org/officeDocument/2006/relationships/image" Target="../media/image106.png"/><Relationship Id="rId44" Type="http://schemas.openxmlformats.org/officeDocument/2006/relationships/image" Target="../media/image119.png"/><Relationship Id="rId4" Type="http://schemas.openxmlformats.org/officeDocument/2006/relationships/image" Target="../media/image24.png"/><Relationship Id="rId14" Type="http://schemas.openxmlformats.org/officeDocument/2006/relationships/image" Target="../media/image240.png"/><Relationship Id="rId22" Type="http://schemas.openxmlformats.org/officeDocument/2006/relationships/image" Target="../media/image320.png"/><Relationship Id="rId27" Type="http://schemas.openxmlformats.org/officeDocument/2006/relationships/image" Target="../media/image102.png"/><Relationship Id="rId30" Type="http://schemas.openxmlformats.org/officeDocument/2006/relationships/image" Target="../media/image105.png"/><Relationship Id="rId35" Type="http://schemas.openxmlformats.org/officeDocument/2006/relationships/image" Target="../media/image110.png"/><Relationship Id="rId43" Type="http://schemas.openxmlformats.org/officeDocument/2006/relationships/image" Target="../media/image118.png"/><Relationship Id="rId48" Type="http://schemas.openxmlformats.org/officeDocument/2006/relationships/image" Target="../media/image98.png"/><Relationship Id="rId3" Type="http://schemas.openxmlformats.org/officeDocument/2006/relationships/image" Target="../media/image25.png"/><Relationship Id="rId17" Type="http://schemas.openxmlformats.org/officeDocument/2006/relationships/image" Target="../media/image270.png"/><Relationship Id="rId25" Type="http://schemas.openxmlformats.org/officeDocument/2006/relationships/image" Target="../media/image96.png"/><Relationship Id="rId33" Type="http://schemas.openxmlformats.org/officeDocument/2006/relationships/image" Target="../media/image108.png"/><Relationship Id="rId38" Type="http://schemas.openxmlformats.org/officeDocument/2006/relationships/image" Target="../media/image113.png"/><Relationship Id="rId46" Type="http://schemas.openxmlformats.org/officeDocument/2006/relationships/image" Target="../media/image121.png"/></Relationships>
</file>

<file path=ppt/slides/_rels/slide5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0.png"/><Relationship Id="rId26" Type="http://schemas.openxmlformats.org/officeDocument/2006/relationships/image" Target="../media/image101.png"/><Relationship Id="rId39" Type="http://schemas.openxmlformats.org/officeDocument/2006/relationships/image" Target="../media/image114.png"/><Relationship Id="rId21" Type="http://schemas.openxmlformats.org/officeDocument/2006/relationships/image" Target="../media/image310.png"/><Relationship Id="rId34" Type="http://schemas.openxmlformats.org/officeDocument/2006/relationships/image" Target="../media/image109.png"/><Relationship Id="rId42" Type="http://schemas.openxmlformats.org/officeDocument/2006/relationships/image" Target="../media/image117.png"/><Relationship Id="rId47" Type="http://schemas.openxmlformats.org/officeDocument/2006/relationships/image" Target="../media/image124.png"/><Relationship Id="rId50" Type="http://schemas.openxmlformats.org/officeDocument/2006/relationships/image" Target="../media/image126.png"/><Relationship Id="rId2" Type="http://schemas.openxmlformats.org/officeDocument/2006/relationships/image" Target="../media/image26.png"/><Relationship Id="rId16" Type="http://schemas.openxmlformats.org/officeDocument/2006/relationships/image" Target="../media/image260.png"/><Relationship Id="rId20" Type="http://schemas.openxmlformats.org/officeDocument/2006/relationships/image" Target="../media/image300.png"/><Relationship Id="rId29" Type="http://schemas.openxmlformats.org/officeDocument/2006/relationships/image" Target="../media/image104.png"/><Relationship Id="rId41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122.png"/><Relationship Id="rId32" Type="http://schemas.openxmlformats.org/officeDocument/2006/relationships/image" Target="../media/image107.png"/><Relationship Id="rId37" Type="http://schemas.openxmlformats.org/officeDocument/2006/relationships/image" Target="../media/image112.png"/><Relationship Id="rId40" Type="http://schemas.openxmlformats.org/officeDocument/2006/relationships/image" Target="../media/image115.png"/><Relationship Id="rId45" Type="http://schemas.openxmlformats.org/officeDocument/2006/relationships/image" Target="../media/image120.png"/><Relationship Id="rId5" Type="http://schemas.openxmlformats.org/officeDocument/2006/relationships/image" Target="../media/image93.png"/><Relationship Id="rId15" Type="http://schemas.openxmlformats.org/officeDocument/2006/relationships/image" Target="../media/image250.png"/><Relationship Id="rId23" Type="http://schemas.openxmlformats.org/officeDocument/2006/relationships/image" Target="../media/image330.png"/><Relationship Id="rId28" Type="http://schemas.openxmlformats.org/officeDocument/2006/relationships/image" Target="../media/image103.png"/><Relationship Id="rId36" Type="http://schemas.openxmlformats.org/officeDocument/2006/relationships/image" Target="../media/image111.png"/><Relationship Id="rId49" Type="http://schemas.openxmlformats.org/officeDocument/2006/relationships/image" Target="../media/image99.png"/><Relationship Id="rId19" Type="http://schemas.openxmlformats.org/officeDocument/2006/relationships/image" Target="../media/image290.png"/><Relationship Id="rId31" Type="http://schemas.openxmlformats.org/officeDocument/2006/relationships/image" Target="../media/image106.png"/><Relationship Id="rId44" Type="http://schemas.openxmlformats.org/officeDocument/2006/relationships/image" Target="../media/image119.png"/><Relationship Id="rId52" Type="http://schemas.openxmlformats.org/officeDocument/2006/relationships/image" Target="../media/image128.png"/><Relationship Id="rId4" Type="http://schemas.openxmlformats.org/officeDocument/2006/relationships/image" Target="../media/image24.png"/><Relationship Id="rId14" Type="http://schemas.openxmlformats.org/officeDocument/2006/relationships/image" Target="../media/image240.png"/><Relationship Id="rId22" Type="http://schemas.openxmlformats.org/officeDocument/2006/relationships/image" Target="../media/image320.png"/><Relationship Id="rId27" Type="http://schemas.openxmlformats.org/officeDocument/2006/relationships/image" Target="../media/image102.png"/><Relationship Id="rId30" Type="http://schemas.openxmlformats.org/officeDocument/2006/relationships/image" Target="../media/image105.png"/><Relationship Id="rId35" Type="http://schemas.openxmlformats.org/officeDocument/2006/relationships/image" Target="../media/image110.png"/><Relationship Id="rId43" Type="http://schemas.openxmlformats.org/officeDocument/2006/relationships/image" Target="../media/image118.png"/><Relationship Id="rId48" Type="http://schemas.openxmlformats.org/officeDocument/2006/relationships/image" Target="../media/image125.png"/><Relationship Id="rId51" Type="http://schemas.openxmlformats.org/officeDocument/2006/relationships/image" Target="../media/image127.png"/><Relationship Id="rId3" Type="http://schemas.openxmlformats.org/officeDocument/2006/relationships/image" Target="../media/image25.png"/><Relationship Id="rId17" Type="http://schemas.openxmlformats.org/officeDocument/2006/relationships/image" Target="../media/image270.png"/><Relationship Id="rId25" Type="http://schemas.openxmlformats.org/officeDocument/2006/relationships/image" Target="../media/image123.png"/><Relationship Id="rId33" Type="http://schemas.openxmlformats.org/officeDocument/2006/relationships/image" Target="../media/image108.png"/><Relationship Id="rId38" Type="http://schemas.openxmlformats.org/officeDocument/2006/relationships/image" Target="../media/image113.png"/><Relationship Id="rId46" Type="http://schemas.openxmlformats.org/officeDocument/2006/relationships/image" Target="../media/image121.pn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" Type="http://schemas.openxmlformats.org/officeDocument/2006/relationships/image" Target="../media/image25.png"/><Relationship Id="rId21" Type="http://schemas.openxmlformats.org/officeDocument/2006/relationships/image" Target="../media/image114.png"/><Relationship Id="rId34" Type="http://schemas.openxmlformats.org/officeDocument/2006/relationships/image" Target="../media/image128.png"/><Relationship Id="rId7" Type="http://schemas.openxmlformats.org/officeDocument/2006/relationships/image" Target="../media/image123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33" Type="http://schemas.openxmlformats.org/officeDocument/2006/relationships/image" Target="../media/image127.png"/><Relationship Id="rId2" Type="http://schemas.openxmlformats.org/officeDocument/2006/relationships/image" Target="../media/image26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32" Type="http://schemas.openxmlformats.org/officeDocument/2006/relationships/image" Target="../media/image126.png"/><Relationship Id="rId5" Type="http://schemas.openxmlformats.org/officeDocument/2006/relationships/image" Target="../media/image93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31" Type="http://schemas.openxmlformats.org/officeDocument/2006/relationships/image" Target="../media/image99.png"/><Relationship Id="rId4" Type="http://schemas.openxmlformats.org/officeDocument/2006/relationships/image" Target="../media/image24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25.png"/><Relationship Id="rId8" Type="http://schemas.openxmlformats.org/officeDocument/2006/relationships/image" Target="../media/image101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" Type="http://schemas.openxmlformats.org/officeDocument/2006/relationships/image" Target="../media/image25.png"/><Relationship Id="rId21" Type="http://schemas.openxmlformats.org/officeDocument/2006/relationships/image" Target="../media/image114.png"/><Relationship Id="rId34" Type="http://schemas.openxmlformats.org/officeDocument/2006/relationships/image" Target="../media/image136.png"/><Relationship Id="rId7" Type="http://schemas.openxmlformats.org/officeDocument/2006/relationships/image" Target="../media/image13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33" Type="http://schemas.openxmlformats.org/officeDocument/2006/relationships/image" Target="../media/image135.png"/><Relationship Id="rId2" Type="http://schemas.openxmlformats.org/officeDocument/2006/relationships/image" Target="../media/image26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32" Type="http://schemas.openxmlformats.org/officeDocument/2006/relationships/image" Target="../media/image134.png"/><Relationship Id="rId5" Type="http://schemas.openxmlformats.org/officeDocument/2006/relationships/image" Target="../media/image93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31" Type="http://schemas.openxmlformats.org/officeDocument/2006/relationships/image" Target="../media/image133.png"/><Relationship Id="rId4" Type="http://schemas.openxmlformats.org/officeDocument/2006/relationships/image" Target="../media/image24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32.png"/><Relationship Id="rId8" Type="http://schemas.openxmlformats.org/officeDocument/2006/relationships/image" Target="../media/image101.png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9" Type="http://schemas.openxmlformats.org/officeDocument/2006/relationships/image" Target="../media/image141.png"/><Relationship Id="rId21" Type="http://schemas.openxmlformats.org/officeDocument/2006/relationships/image" Target="../media/image114.png"/><Relationship Id="rId34" Type="http://schemas.openxmlformats.org/officeDocument/2006/relationships/image" Target="../media/image136.png"/><Relationship Id="rId7" Type="http://schemas.openxmlformats.org/officeDocument/2006/relationships/image" Target="../media/image13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33" Type="http://schemas.openxmlformats.org/officeDocument/2006/relationships/image" Target="../media/image135.png"/><Relationship Id="rId38" Type="http://schemas.openxmlformats.org/officeDocument/2006/relationships/image" Target="../media/image140.png"/><Relationship Id="rId2" Type="http://schemas.openxmlformats.org/officeDocument/2006/relationships/image" Target="../media/image26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32" Type="http://schemas.openxmlformats.org/officeDocument/2006/relationships/image" Target="../media/image134.png"/><Relationship Id="rId37" Type="http://schemas.openxmlformats.org/officeDocument/2006/relationships/image" Target="../media/image139.png"/><Relationship Id="rId5" Type="http://schemas.openxmlformats.org/officeDocument/2006/relationships/image" Target="../media/image93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36" Type="http://schemas.openxmlformats.org/officeDocument/2006/relationships/image" Target="../media/image138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31" Type="http://schemas.openxmlformats.org/officeDocument/2006/relationships/image" Target="../media/image133.png"/><Relationship Id="rId4" Type="http://schemas.openxmlformats.org/officeDocument/2006/relationships/image" Target="../media/image24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32.png"/><Relationship Id="rId35" Type="http://schemas.openxmlformats.org/officeDocument/2006/relationships/image" Target="../media/image137.png"/><Relationship Id="rId8" Type="http://schemas.openxmlformats.org/officeDocument/2006/relationships/image" Target="../media/image101.png"/><Relationship Id="rId3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21" Type="http://schemas.openxmlformats.org/officeDocument/2006/relationships/image" Target="../media/image114.png"/><Relationship Id="rId34" Type="http://schemas.openxmlformats.org/officeDocument/2006/relationships/image" Target="../media/image141.png"/><Relationship Id="rId7" Type="http://schemas.openxmlformats.org/officeDocument/2006/relationships/image" Target="../media/image13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33" Type="http://schemas.openxmlformats.org/officeDocument/2006/relationships/image" Target="../media/image138.png"/><Relationship Id="rId2" Type="http://schemas.openxmlformats.org/officeDocument/2006/relationships/image" Target="../media/image26.png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29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104.png"/><Relationship Id="rId24" Type="http://schemas.openxmlformats.org/officeDocument/2006/relationships/image" Target="../media/image117.png"/><Relationship Id="rId32" Type="http://schemas.openxmlformats.org/officeDocument/2006/relationships/image" Target="../media/image137.png"/><Relationship Id="rId37" Type="http://schemas.openxmlformats.org/officeDocument/2006/relationships/image" Target="../media/image30.svg"/><Relationship Id="rId5" Type="http://schemas.openxmlformats.org/officeDocument/2006/relationships/image" Target="../media/image93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36" Type="http://schemas.openxmlformats.org/officeDocument/2006/relationships/image" Target="../media/image140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31" Type="http://schemas.openxmlformats.org/officeDocument/2006/relationships/image" Target="../media/image135.png"/><Relationship Id="rId4" Type="http://schemas.openxmlformats.org/officeDocument/2006/relationships/image" Target="../media/image24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34.png"/><Relationship Id="rId35" Type="http://schemas.openxmlformats.org/officeDocument/2006/relationships/image" Target="../media/image139.png"/><Relationship Id="rId8" Type="http://schemas.openxmlformats.org/officeDocument/2006/relationships/image" Target="../media/image101.png"/><Relationship Id="rId3" Type="http://schemas.openxmlformats.org/officeDocument/2006/relationships/image" Target="../media/image25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png"/><Relationship Id="rId18" Type="http://schemas.openxmlformats.org/officeDocument/2006/relationships/image" Target="../media/image152.png"/><Relationship Id="rId26" Type="http://schemas.openxmlformats.org/officeDocument/2006/relationships/image" Target="../media/image159.png"/><Relationship Id="rId3" Type="http://schemas.openxmlformats.org/officeDocument/2006/relationships/image" Target="../media/image25.png"/><Relationship Id="rId21" Type="http://schemas.openxmlformats.org/officeDocument/2006/relationships/image" Target="../media/image155.png"/><Relationship Id="rId34" Type="http://schemas.openxmlformats.org/officeDocument/2006/relationships/image" Target="../media/image139.png"/><Relationship Id="rId7" Type="http://schemas.openxmlformats.org/officeDocument/2006/relationships/image" Target="../media/image144.png"/><Relationship Id="rId12" Type="http://schemas.openxmlformats.org/officeDocument/2006/relationships/image" Target="../media/image148.png"/><Relationship Id="rId17" Type="http://schemas.openxmlformats.org/officeDocument/2006/relationships/image" Target="../media/image106.png"/><Relationship Id="rId25" Type="http://schemas.openxmlformats.org/officeDocument/2006/relationships/image" Target="../media/image158.png"/><Relationship Id="rId33" Type="http://schemas.openxmlformats.org/officeDocument/2006/relationships/image" Target="../media/image141.png"/><Relationship Id="rId2" Type="http://schemas.openxmlformats.org/officeDocument/2006/relationships/image" Target="../media/image26.png"/><Relationship Id="rId16" Type="http://schemas.openxmlformats.org/officeDocument/2006/relationships/image" Target="../media/image151.png"/><Relationship Id="rId20" Type="http://schemas.openxmlformats.org/officeDocument/2006/relationships/image" Target="../media/image154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11" Type="http://schemas.openxmlformats.org/officeDocument/2006/relationships/image" Target="../media/image147.png"/><Relationship Id="rId24" Type="http://schemas.openxmlformats.org/officeDocument/2006/relationships/image" Target="../media/image108.png"/><Relationship Id="rId32" Type="http://schemas.openxmlformats.org/officeDocument/2006/relationships/image" Target="../media/image138.png"/><Relationship Id="rId5" Type="http://schemas.openxmlformats.org/officeDocument/2006/relationships/image" Target="../media/image142.png"/><Relationship Id="rId15" Type="http://schemas.openxmlformats.org/officeDocument/2006/relationships/image" Target="../media/image150.png"/><Relationship Id="rId23" Type="http://schemas.openxmlformats.org/officeDocument/2006/relationships/image" Target="../media/image157.png"/><Relationship Id="rId28" Type="http://schemas.openxmlformats.org/officeDocument/2006/relationships/image" Target="../media/image161.png"/><Relationship Id="rId36" Type="http://schemas.openxmlformats.org/officeDocument/2006/relationships/image" Target="../media/image30.svg"/><Relationship Id="rId10" Type="http://schemas.openxmlformats.org/officeDocument/2006/relationships/image" Target="../media/image146.png"/><Relationship Id="rId19" Type="http://schemas.openxmlformats.org/officeDocument/2006/relationships/image" Target="../media/image153.png"/><Relationship Id="rId31" Type="http://schemas.openxmlformats.org/officeDocument/2006/relationships/image" Target="../media/image137.png"/><Relationship Id="rId4" Type="http://schemas.openxmlformats.org/officeDocument/2006/relationships/image" Target="../media/image24.png"/><Relationship Id="rId9" Type="http://schemas.openxmlformats.org/officeDocument/2006/relationships/image" Target="../media/image114.png"/><Relationship Id="rId14" Type="http://schemas.openxmlformats.org/officeDocument/2006/relationships/image" Target="../media/image149.png"/><Relationship Id="rId22" Type="http://schemas.openxmlformats.org/officeDocument/2006/relationships/image" Target="../media/image156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Relationship Id="rId35" Type="http://schemas.openxmlformats.org/officeDocument/2006/relationships/image" Target="../media/image140.png"/><Relationship Id="rId8" Type="http://schemas.openxmlformats.org/officeDocument/2006/relationships/image" Target="../media/image14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10" Type="http://schemas.openxmlformats.org/officeDocument/2006/relationships/image" Target="../media/image30.svg"/><Relationship Id="rId4" Type="http://schemas.openxmlformats.org/officeDocument/2006/relationships/image" Target="../media/image166.png"/><Relationship Id="rId9" Type="http://schemas.openxmlformats.org/officeDocument/2006/relationships/image" Target="../media/image17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4.png"/><Relationship Id="rId5" Type="http://schemas.openxmlformats.org/officeDocument/2006/relationships/image" Target="../media/image167.png"/><Relationship Id="rId10" Type="http://schemas.openxmlformats.org/officeDocument/2006/relationships/image" Target="../media/image30.svg"/><Relationship Id="rId4" Type="http://schemas.openxmlformats.org/officeDocument/2006/relationships/image" Target="../media/image172.png"/><Relationship Id="rId9" Type="http://schemas.openxmlformats.org/officeDocument/2006/relationships/image" Target="../media/image17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7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6.png"/><Relationship Id="rId5" Type="http://schemas.openxmlformats.org/officeDocument/2006/relationships/image" Target="../media/image167.png"/><Relationship Id="rId10" Type="http://schemas.openxmlformats.org/officeDocument/2006/relationships/image" Target="../media/image30.svg"/><Relationship Id="rId4" Type="http://schemas.openxmlformats.org/officeDocument/2006/relationships/image" Target="../media/image172.png"/><Relationship Id="rId9" Type="http://schemas.openxmlformats.org/officeDocument/2006/relationships/image" Target="../media/image17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8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9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8.png"/><Relationship Id="rId5" Type="http://schemas.openxmlformats.org/officeDocument/2006/relationships/image" Target="../media/image167.png"/><Relationship Id="rId10" Type="http://schemas.openxmlformats.org/officeDocument/2006/relationships/image" Target="../media/image30.svg"/><Relationship Id="rId4" Type="http://schemas.openxmlformats.org/officeDocument/2006/relationships/image" Target="../media/image172.png"/><Relationship Id="rId9" Type="http://schemas.openxmlformats.org/officeDocument/2006/relationships/image" Target="../media/image171.png"/><Relationship Id="rId14" Type="http://schemas.openxmlformats.org/officeDocument/2006/relationships/image" Target="../media/image18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5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image" Target="../media/image331.png"/><Relationship Id="rId4" Type="http://schemas.openxmlformats.org/officeDocument/2006/relationships/image" Target="../media/image32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8.png"/><Relationship Id="rId4" Type="http://schemas.microsoft.com/office/2007/relationships/hdphoto" Target="../media/hdphoto1.wdp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5" Type="http://schemas.openxmlformats.org/officeDocument/2006/relationships/image" Target="../media/image190.png"/><Relationship Id="rId4" Type="http://schemas.microsoft.com/office/2007/relationships/hdphoto" Target="../media/hdphoto1.wdp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8.png"/><Relationship Id="rId4" Type="http://schemas.microsoft.com/office/2007/relationships/hdphoto" Target="../media/hdphoto1.wdp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321.png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6.png"/><Relationship Id="rId4" Type="http://schemas.openxmlformats.org/officeDocument/2006/relationships/image" Target="../media/image193.png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32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32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207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206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8.png"/><Relationship Id="rId5" Type="http://schemas.openxmlformats.org/officeDocument/2006/relationships/image" Target="../media/image167.png"/><Relationship Id="rId10" Type="http://schemas.openxmlformats.org/officeDocument/2006/relationships/image" Target="../media/image30.svg"/><Relationship Id="rId4" Type="http://schemas.openxmlformats.org/officeDocument/2006/relationships/image" Target="../media/image172.png"/><Relationship Id="rId9" Type="http://schemas.openxmlformats.org/officeDocument/2006/relationships/image" Target="../media/image171.png"/><Relationship Id="rId14" Type="http://schemas.openxmlformats.org/officeDocument/2006/relationships/image" Target="../media/image208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202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5" Type="http://schemas.openxmlformats.org/officeDocument/2006/relationships/image" Target="../media/image203.png"/><Relationship Id="rId4" Type="http://schemas.openxmlformats.org/officeDocument/2006/relationships/image" Target="../media/image21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5.png"/><Relationship Id="rId4" Type="http://schemas.openxmlformats.org/officeDocument/2006/relationships/image" Target="../media/image20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3.png"/><Relationship Id="rId7" Type="http://schemas.openxmlformats.org/officeDocument/2006/relationships/image" Target="../media/image215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4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25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png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7.png"/><Relationship Id="rId7" Type="http://schemas.openxmlformats.org/officeDocument/2006/relationships/image" Target="../media/image229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8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Relationship Id="rId9" Type="http://schemas.openxmlformats.org/officeDocument/2006/relationships/image" Target="../media/image231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33.png"/><Relationship Id="rId7" Type="http://schemas.openxmlformats.org/officeDocument/2006/relationships/image" Target="../media/image229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8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Relationship Id="rId9" Type="http://schemas.openxmlformats.org/officeDocument/2006/relationships/image" Target="../media/image234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33.png"/><Relationship Id="rId7" Type="http://schemas.openxmlformats.org/officeDocument/2006/relationships/image" Target="../media/image229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8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Relationship Id="rId9" Type="http://schemas.openxmlformats.org/officeDocument/2006/relationships/image" Target="../media/image234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11" Type="http://schemas.openxmlformats.org/officeDocument/2006/relationships/image" Target="../media/image245.png"/><Relationship Id="rId5" Type="http://schemas.openxmlformats.org/officeDocument/2006/relationships/image" Target="../media/image243.png"/><Relationship Id="rId10" Type="http://schemas.openxmlformats.org/officeDocument/2006/relationships/image" Target="../media/image244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11" Type="http://schemas.openxmlformats.org/officeDocument/2006/relationships/image" Target="../media/image245.png"/><Relationship Id="rId5" Type="http://schemas.openxmlformats.org/officeDocument/2006/relationships/image" Target="../media/image243.png"/><Relationship Id="rId10" Type="http://schemas.openxmlformats.org/officeDocument/2006/relationships/image" Target="../media/image244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247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12" Type="http://schemas.openxmlformats.org/officeDocument/2006/relationships/image" Target="../media/image24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11" Type="http://schemas.openxmlformats.org/officeDocument/2006/relationships/image" Target="../media/image245.png"/><Relationship Id="rId5" Type="http://schemas.openxmlformats.org/officeDocument/2006/relationships/image" Target="../media/image243.png"/><Relationship Id="rId10" Type="http://schemas.openxmlformats.org/officeDocument/2006/relationships/image" Target="../media/image244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247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12" Type="http://schemas.openxmlformats.org/officeDocument/2006/relationships/image" Target="../media/image24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11" Type="http://schemas.openxmlformats.org/officeDocument/2006/relationships/image" Target="../media/image245.png"/><Relationship Id="rId5" Type="http://schemas.openxmlformats.org/officeDocument/2006/relationships/image" Target="../media/image243.png"/><Relationship Id="rId10" Type="http://schemas.openxmlformats.org/officeDocument/2006/relationships/image" Target="../media/image244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Relationship Id="rId14" Type="http://schemas.openxmlformats.org/officeDocument/2006/relationships/image" Target="../media/image248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247.png"/><Relationship Id="rId3" Type="http://schemas.openxmlformats.org/officeDocument/2006/relationships/image" Target="../media/image236.png"/><Relationship Id="rId7" Type="http://schemas.openxmlformats.org/officeDocument/2006/relationships/image" Target="../media/image239.png"/><Relationship Id="rId12" Type="http://schemas.openxmlformats.org/officeDocument/2006/relationships/image" Target="../media/image24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11" Type="http://schemas.openxmlformats.org/officeDocument/2006/relationships/image" Target="../media/image245.png"/><Relationship Id="rId5" Type="http://schemas.openxmlformats.org/officeDocument/2006/relationships/image" Target="../media/image243.png"/><Relationship Id="rId10" Type="http://schemas.openxmlformats.org/officeDocument/2006/relationships/image" Target="../media/image244.png"/><Relationship Id="rId4" Type="http://schemas.openxmlformats.org/officeDocument/2006/relationships/image" Target="../media/image219.png"/><Relationship Id="rId9" Type="http://schemas.openxmlformats.org/officeDocument/2006/relationships/image" Target="../media/image242.png"/><Relationship Id="rId14" Type="http://schemas.openxmlformats.org/officeDocument/2006/relationships/image" Target="../media/image248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8.png"/><Relationship Id="rId3" Type="http://schemas.openxmlformats.org/officeDocument/2006/relationships/image" Target="../media/image236.png"/><Relationship Id="rId7" Type="http://schemas.openxmlformats.org/officeDocument/2006/relationships/image" Target="../media/image241.png"/><Relationship Id="rId12" Type="http://schemas.openxmlformats.org/officeDocument/2006/relationships/image" Target="../media/image247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11" Type="http://schemas.openxmlformats.org/officeDocument/2006/relationships/image" Target="../media/image246.png"/><Relationship Id="rId5" Type="http://schemas.openxmlformats.org/officeDocument/2006/relationships/image" Target="../media/image238.png"/><Relationship Id="rId10" Type="http://schemas.openxmlformats.org/officeDocument/2006/relationships/image" Target="../media/image245.png"/><Relationship Id="rId4" Type="http://schemas.openxmlformats.org/officeDocument/2006/relationships/image" Target="../media/image219.png"/><Relationship Id="rId9" Type="http://schemas.openxmlformats.org/officeDocument/2006/relationships/image" Target="../media/image244.png"/><Relationship Id="rId14" Type="http://schemas.openxmlformats.org/officeDocument/2006/relationships/image" Target="../media/image243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8.png"/><Relationship Id="rId3" Type="http://schemas.openxmlformats.org/officeDocument/2006/relationships/image" Target="../media/image236.png"/><Relationship Id="rId7" Type="http://schemas.openxmlformats.org/officeDocument/2006/relationships/image" Target="../media/image241.png"/><Relationship Id="rId12" Type="http://schemas.openxmlformats.org/officeDocument/2006/relationships/image" Target="../media/image247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11" Type="http://schemas.openxmlformats.org/officeDocument/2006/relationships/image" Target="../media/image246.png"/><Relationship Id="rId5" Type="http://schemas.openxmlformats.org/officeDocument/2006/relationships/image" Target="../media/image238.png"/><Relationship Id="rId10" Type="http://schemas.openxmlformats.org/officeDocument/2006/relationships/image" Target="../media/image245.png"/><Relationship Id="rId4" Type="http://schemas.openxmlformats.org/officeDocument/2006/relationships/image" Target="../media/image249.png"/><Relationship Id="rId9" Type="http://schemas.openxmlformats.org/officeDocument/2006/relationships/image" Target="../media/image244.png"/><Relationship Id="rId14" Type="http://schemas.openxmlformats.org/officeDocument/2006/relationships/image" Target="../media/image25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5.png"/><Relationship Id="rId4" Type="http://schemas.openxmlformats.org/officeDocument/2006/relationships/image" Target="../media/image25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7" Type="http://schemas.openxmlformats.org/officeDocument/2006/relationships/image" Target="../media/image258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4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73B9-75AE-BFD2-D37D-3AF04B1A7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00" y="774000"/>
            <a:ext cx="10980000" cy="3330000"/>
          </a:xfrm>
        </p:spPr>
        <p:txBody>
          <a:bodyPr>
            <a:noAutofit/>
          </a:bodyPr>
          <a:lstStyle/>
          <a:p>
            <a:pPr algn="l"/>
            <a:r>
              <a:rPr lang="en-GB" sz="6600" b="1" dirty="0"/>
              <a:t>Proving </a:t>
            </a:r>
            <a:r>
              <a:rPr lang="en-GB" sz="6600" b="1" dirty="0">
                <a:solidFill>
                  <a:schemeClr val="accent2"/>
                </a:solidFill>
              </a:rPr>
              <a:t>NP-hardness</a:t>
            </a:r>
            <a:br>
              <a:rPr lang="en-GB" sz="6600" b="1" dirty="0"/>
            </a:br>
            <a:r>
              <a:rPr lang="en-GB" sz="6600" b="1" dirty="0"/>
              <a:t>when carbon dioxide</a:t>
            </a:r>
            <a:br>
              <a:rPr lang="en-GB" sz="6600" b="1" dirty="0"/>
            </a:br>
            <a:r>
              <a:rPr lang="en-GB" sz="6600" b="1" dirty="0"/>
              <a:t>becomes dry 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21C25-A430-409E-A371-ABDBA805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734000"/>
            <a:ext cx="5220000" cy="1350000"/>
          </a:xfrm>
        </p:spPr>
        <p:txBody>
          <a:bodyPr>
            <a:normAutofit/>
          </a:bodyPr>
          <a:lstStyle/>
          <a:p>
            <a:r>
              <a:rPr lang="en-GB" sz="3600" dirty="0"/>
              <a:t>Jiaheng Wang</a:t>
            </a:r>
          </a:p>
          <a:p>
            <a:r>
              <a:rPr lang="en-GB" sz="2800" dirty="0"/>
              <a:t>University of Helsinki</a:t>
            </a:r>
          </a:p>
        </p:txBody>
      </p:sp>
    </p:spTree>
    <p:extLst>
      <p:ext uri="{BB962C8B-B14F-4D97-AF65-F5344CB8AC3E}">
        <p14:creationId xmlns:p14="http://schemas.microsoft.com/office/powerpoint/2010/main" val="103467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locking the Power of Dry Ice - Pure Air Ltd">
            <a:extLst>
              <a:ext uri="{FF2B5EF4-FFF2-40B4-BE49-F238E27FC236}">
                <a16:creationId xmlns:a16="http://schemas.microsoft.com/office/drawing/2014/main" id="{0325C217-F97A-1027-738B-91CD41748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1214437"/>
            <a:ext cx="66675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9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locking the Power of Dry Ice - Pure Air Ltd">
            <a:extLst>
              <a:ext uri="{FF2B5EF4-FFF2-40B4-BE49-F238E27FC236}">
                <a16:creationId xmlns:a16="http://schemas.microsoft.com/office/drawing/2014/main" id="{398C1A9E-BF9E-E986-3D46-CEA7D1FB5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000" y="1631832"/>
            <a:ext cx="5410826" cy="3594335"/>
          </a:xfrm>
          <a:prstGeom prst="rect">
            <a:avLst/>
          </a:prstGeom>
        </p:spPr>
      </p:pic>
      <p:pic>
        <p:nvPicPr>
          <p:cNvPr id="5" name="Picture 4" descr="Space-filling model of carbon dioxide">
            <a:extLst>
              <a:ext uri="{FF2B5EF4-FFF2-40B4-BE49-F238E27FC236}">
                <a16:creationId xmlns:a16="http://schemas.microsoft.com/office/drawing/2014/main" id="{C73BC6E3-A16A-93B1-02D4-26FE69276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999" y="1494000"/>
            <a:ext cx="774523" cy="658345"/>
          </a:xfrm>
          <a:prstGeom prst="rect">
            <a:avLst/>
          </a:prstGeom>
        </p:spPr>
      </p:pic>
      <p:pic>
        <p:nvPicPr>
          <p:cNvPr id="7" name="Picture 6" descr="Space-filling model of carbon dioxide">
            <a:extLst>
              <a:ext uri="{FF2B5EF4-FFF2-40B4-BE49-F238E27FC236}">
                <a16:creationId xmlns:a16="http://schemas.microsoft.com/office/drawing/2014/main" id="{DF5C2C0E-3C2E-1079-64F6-7813CB680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733462">
            <a:off x="3438809" y="1193312"/>
            <a:ext cx="774523" cy="658345"/>
          </a:xfrm>
          <a:prstGeom prst="rect">
            <a:avLst/>
          </a:prstGeom>
        </p:spPr>
      </p:pic>
      <p:pic>
        <p:nvPicPr>
          <p:cNvPr id="9" name="Picture 8" descr="Space-filling model of carbon dioxide">
            <a:extLst>
              <a:ext uri="{FF2B5EF4-FFF2-40B4-BE49-F238E27FC236}">
                <a16:creationId xmlns:a16="http://schemas.microsoft.com/office/drawing/2014/main" id="{7AA7E200-7340-4042-8116-4E10CD1D0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212435">
            <a:off x="1202073" y="949484"/>
            <a:ext cx="774523" cy="658345"/>
          </a:xfrm>
          <a:prstGeom prst="rect">
            <a:avLst/>
          </a:prstGeom>
        </p:spPr>
      </p:pic>
      <p:pic>
        <p:nvPicPr>
          <p:cNvPr id="11" name="Picture 10" descr="Space-filling model of carbon dioxide">
            <a:extLst>
              <a:ext uri="{FF2B5EF4-FFF2-40B4-BE49-F238E27FC236}">
                <a16:creationId xmlns:a16="http://schemas.microsoft.com/office/drawing/2014/main" id="{3BC16019-D666-AD9D-7DF0-D05E35330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016275">
            <a:off x="1893998" y="2486346"/>
            <a:ext cx="774523" cy="658345"/>
          </a:xfrm>
          <a:prstGeom prst="rect">
            <a:avLst/>
          </a:prstGeom>
        </p:spPr>
      </p:pic>
      <p:pic>
        <p:nvPicPr>
          <p:cNvPr id="13" name="Picture 12" descr="Space-filling model of carbon dioxide">
            <a:extLst>
              <a:ext uri="{FF2B5EF4-FFF2-40B4-BE49-F238E27FC236}">
                <a16:creationId xmlns:a16="http://schemas.microsoft.com/office/drawing/2014/main" id="{5BB85C9E-0BE2-45F5-BD17-88B5915D1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40076">
            <a:off x="2467378" y="444129"/>
            <a:ext cx="774523" cy="658345"/>
          </a:xfrm>
          <a:prstGeom prst="rect">
            <a:avLst/>
          </a:prstGeom>
        </p:spPr>
      </p:pic>
      <p:pic>
        <p:nvPicPr>
          <p:cNvPr id="15" name="Picture 14" descr="Space-filling model of carbon dioxide">
            <a:extLst>
              <a:ext uri="{FF2B5EF4-FFF2-40B4-BE49-F238E27FC236}">
                <a16:creationId xmlns:a16="http://schemas.microsoft.com/office/drawing/2014/main" id="{EC962E10-4A93-0846-E728-3928F45CF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58457">
            <a:off x="3132871" y="2517711"/>
            <a:ext cx="774523" cy="658345"/>
          </a:xfrm>
          <a:prstGeom prst="rect">
            <a:avLst/>
          </a:prstGeom>
        </p:spPr>
      </p:pic>
      <p:pic>
        <p:nvPicPr>
          <p:cNvPr id="18" name="Picture 17" descr="How to make dry ice | MEL Chemistry">
            <a:extLst>
              <a:ext uri="{FF2B5EF4-FFF2-40B4-BE49-F238E27FC236}">
                <a16:creationId xmlns:a16="http://schemas.microsoft.com/office/drawing/2014/main" id="{71D498CA-2D40-B480-DCF9-E5EC9A9AC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00" y="3609000"/>
            <a:ext cx="3240000" cy="31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30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DB659-D2E4-E1F5-3570-B2F20B82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pace-filling model of carbon dioxide">
            <a:extLst>
              <a:ext uri="{FF2B5EF4-FFF2-40B4-BE49-F238E27FC236}">
                <a16:creationId xmlns:a16="http://schemas.microsoft.com/office/drawing/2014/main" id="{32B10C82-ECFC-42D9-A7A6-E556AC9EA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733462">
            <a:off x="1677903" y="2012193"/>
            <a:ext cx="2845401" cy="2418592"/>
          </a:xfrm>
          <a:prstGeom prst="rect">
            <a:avLst/>
          </a:prstGeom>
        </p:spPr>
      </p:pic>
      <p:pic>
        <p:nvPicPr>
          <p:cNvPr id="18" name="Picture 17" descr="Space-filling model of carbon dioxide">
            <a:extLst>
              <a:ext uri="{FF2B5EF4-FFF2-40B4-BE49-F238E27FC236}">
                <a16:creationId xmlns:a16="http://schemas.microsoft.com/office/drawing/2014/main" id="{36111EC7-7931-4A31-5DC8-1F7AEB21B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362605">
            <a:off x="7530244" y="1987041"/>
            <a:ext cx="2845401" cy="24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04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8056-D31A-EAAF-0E94-F616480F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F123FF0-B8E3-7969-E91B-4889441B5839}"/>
              </a:ext>
            </a:extLst>
          </p:cNvPr>
          <p:cNvSpPr/>
          <p:nvPr/>
        </p:nvSpPr>
        <p:spPr>
          <a:xfrm>
            <a:off x="6726007" y="998973"/>
            <a:ext cx="4230047" cy="4230047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45904E-A0D4-344D-4390-56113D86F2F1}"/>
              </a:ext>
            </a:extLst>
          </p:cNvPr>
          <p:cNvSpPr/>
          <p:nvPr/>
        </p:nvSpPr>
        <p:spPr>
          <a:xfrm>
            <a:off x="965943" y="1088974"/>
            <a:ext cx="4230047" cy="4230047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Space-filling model of carbon dioxide">
            <a:extLst>
              <a:ext uri="{FF2B5EF4-FFF2-40B4-BE49-F238E27FC236}">
                <a16:creationId xmlns:a16="http://schemas.microsoft.com/office/drawing/2014/main" id="{83ADD3DA-68D3-9365-5714-2D2357735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733462">
            <a:off x="1677903" y="2012193"/>
            <a:ext cx="2845401" cy="2418592"/>
          </a:xfrm>
          <a:prstGeom prst="rect">
            <a:avLst/>
          </a:prstGeom>
        </p:spPr>
      </p:pic>
      <p:pic>
        <p:nvPicPr>
          <p:cNvPr id="18" name="Picture 17" descr="Space-filling model of carbon dioxide">
            <a:extLst>
              <a:ext uri="{FF2B5EF4-FFF2-40B4-BE49-F238E27FC236}">
                <a16:creationId xmlns:a16="http://schemas.microsoft.com/office/drawing/2014/main" id="{4936DF1D-DD67-99F1-9E36-C533AED8D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362605">
            <a:off x="7530244" y="1987041"/>
            <a:ext cx="2845401" cy="24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76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1E33-82D1-1866-8DF6-751D6BF0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A3D0FD3-16E2-72D4-B60C-6CABA118321B}"/>
              </a:ext>
            </a:extLst>
          </p:cNvPr>
          <p:cNvSpPr/>
          <p:nvPr/>
        </p:nvSpPr>
        <p:spPr>
          <a:xfrm>
            <a:off x="5645995" y="908972"/>
            <a:ext cx="4230047" cy="4230047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F7AC76B-2821-0159-E3FE-DA11154DB4E1}"/>
              </a:ext>
            </a:extLst>
          </p:cNvPr>
          <p:cNvSpPr/>
          <p:nvPr/>
        </p:nvSpPr>
        <p:spPr>
          <a:xfrm>
            <a:off x="1955954" y="998973"/>
            <a:ext cx="4230047" cy="4230047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Space-filling model of carbon dioxide">
            <a:extLst>
              <a:ext uri="{FF2B5EF4-FFF2-40B4-BE49-F238E27FC236}">
                <a16:creationId xmlns:a16="http://schemas.microsoft.com/office/drawing/2014/main" id="{4F17944B-89A0-98E1-5B12-4E8601BCF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733462">
            <a:off x="2667914" y="1922192"/>
            <a:ext cx="2845401" cy="2418592"/>
          </a:xfrm>
          <a:prstGeom prst="rect">
            <a:avLst/>
          </a:prstGeom>
        </p:spPr>
      </p:pic>
      <p:pic>
        <p:nvPicPr>
          <p:cNvPr id="18" name="Picture 17" descr="Space-filling model of carbon dioxide">
            <a:extLst>
              <a:ext uri="{FF2B5EF4-FFF2-40B4-BE49-F238E27FC236}">
                <a16:creationId xmlns:a16="http://schemas.microsoft.com/office/drawing/2014/main" id="{50320CE0-7640-3C5E-619D-DB531707F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362605">
            <a:off x="6450232" y="1897040"/>
            <a:ext cx="2845401" cy="24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30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EE51-71C1-1065-CC36-524E93AFA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35EBABF-4AC5-6BD1-1428-E55146C80AD9}"/>
              </a:ext>
            </a:extLst>
          </p:cNvPr>
          <p:cNvSpPr/>
          <p:nvPr/>
        </p:nvSpPr>
        <p:spPr>
          <a:xfrm>
            <a:off x="5915998" y="908972"/>
            <a:ext cx="4230047" cy="4230047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5BB73A1-BBA9-3195-78B4-39DF0677529E}"/>
              </a:ext>
            </a:extLst>
          </p:cNvPr>
          <p:cNvSpPr/>
          <p:nvPr/>
        </p:nvSpPr>
        <p:spPr>
          <a:xfrm>
            <a:off x="1685951" y="998973"/>
            <a:ext cx="4230047" cy="4230047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Space-filling model of carbon dioxide">
            <a:extLst>
              <a:ext uri="{FF2B5EF4-FFF2-40B4-BE49-F238E27FC236}">
                <a16:creationId xmlns:a16="http://schemas.microsoft.com/office/drawing/2014/main" id="{B6A4CAA1-15B7-9AFF-0896-C5A05DE5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733462">
            <a:off x="2397911" y="1922192"/>
            <a:ext cx="2845401" cy="2418592"/>
          </a:xfrm>
          <a:prstGeom prst="rect">
            <a:avLst/>
          </a:prstGeom>
        </p:spPr>
      </p:pic>
      <p:pic>
        <p:nvPicPr>
          <p:cNvPr id="18" name="Picture 17" descr="Space-filling model of carbon dioxide">
            <a:extLst>
              <a:ext uri="{FF2B5EF4-FFF2-40B4-BE49-F238E27FC236}">
                <a16:creationId xmlns:a16="http://schemas.microsoft.com/office/drawing/2014/main" id="{727AF271-3453-40AE-920F-C44913BE7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362605">
            <a:off x="6720235" y="1897040"/>
            <a:ext cx="2845401" cy="24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67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63E4-C770-119C-2CD6-F7050C54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742FAC-73CE-16DF-C880-4B0F56868F50}"/>
              </a:ext>
            </a:extLst>
          </p:cNvPr>
          <p:cNvCxnSpPr>
            <a:cxnSpLocks/>
          </p:cNvCxnSpPr>
          <p:nvPr/>
        </p:nvCxnSpPr>
        <p:spPr>
          <a:xfrm flipV="1">
            <a:off x="3939946" y="1589170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67846-17ED-826D-E554-F4048198E33C}"/>
              </a:ext>
            </a:extLst>
          </p:cNvPr>
          <p:cNvCxnSpPr>
            <a:cxnSpLocks/>
          </p:cNvCxnSpPr>
          <p:nvPr/>
        </p:nvCxnSpPr>
        <p:spPr>
          <a:xfrm flipV="1">
            <a:off x="3690801" y="208745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096EC8-5442-8E8D-2CB7-855E0DC0FE6C}"/>
              </a:ext>
            </a:extLst>
          </p:cNvPr>
          <p:cNvCxnSpPr>
            <a:cxnSpLocks/>
          </p:cNvCxnSpPr>
          <p:nvPr/>
        </p:nvCxnSpPr>
        <p:spPr>
          <a:xfrm flipV="1">
            <a:off x="8290378" y="293071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2EFF74-AB4B-C505-5880-3D9B4D57E4E5}"/>
              </a:ext>
            </a:extLst>
          </p:cNvPr>
          <p:cNvCxnSpPr>
            <a:cxnSpLocks/>
          </p:cNvCxnSpPr>
          <p:nvPr/>
        </p:nvCxnSpPr>
        <p:spPr>
          <a:xfrm flipV="1">
            <a:off x="6134313" y="158917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8EEC0B-CC36-5152-8F22-C54DB6FA379B}"/>
              </a:ext>
            </a:extLst>
          </p:cNvPr>
          <p:cNvCxnSpPr>
            <a:cxnSpLocks/>
          </p:cNvCxnSpPr>
          <p:nvPr/>
        </p:nvCxnSpPr>
        <p:spPr>
          <a:xfrm flipV="1">
            <a:off x="5866006" y="342899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3086FE-6EA0-CD49-03D5-21970A76A0EA}"/>
              </a:ext>
            </a:extLst>
          </p:cNvPr>
          <p:cNvCxnSpPr>
            <a:cxnSpLocks/>
          </p:cNvCxnSpPr>
          <p:nvPr/>
        </p:nvCxnSpPr>
        <p:spPr>
          <a:xfrm flipV="1">
            <a:off x="6086425" y="3004671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A3947C-4F20-6874-B3C5-0AE569E1DA1C}"/>
              </a:ext>
            </a:extLst>
          </p:cNvPr>
          <p:cNvCxnSpPr>
            <a:cxnSpLocks/>
          </p:cNvCxnSpPr>
          <p:nvPr/>
        </p:nvCxnSpPr>
        <p:spPr>
          <a:xfrm>
            <a:off x="3753085" y="3927287"/>
            <a:ext cx="2156054" cy="134154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8039AF-66F6-B97C-A92E-E69864CD3BDE}"/>
              </a:ext>
            </a:extLst>
          </p:cNvPr>
          <p:cNvCxnSpPr>
            <a:cxnSpLocks/>
          </p:cNvCxnSpPr>
          <p:nvPr/>
        </p:nvCxnSpPr>
        <p:spPr>
          <a:xfrm flipH="1" flipV="1">
            <a:off x="3959097" y="2087456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7D05D3-6094-4B57-A8C0-209D7872BC7B}"/>
              </a:ext>
            </a:extLst>
          </p:cNvPr>
          <p:cNvCxnSpPr>
            <a:cxnSpLocks/>
          </p:cNvCxnSpPr>
          <p:nvPr/>
        </p:nvCxnSpPr>
        <p:spPr>
          <a:xfrm flipH="1" flipV="1">
            <a:off x="6345139" y="1570000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6F97EC3-7D8F-D890-EDC6-AE0088C9BC5F}"/>
              </a:ext>
            </a:extLst>
          </p:cNvPr>
          <p:cNvSpPr/>
          <p:nvPr/>
        </p:nvSpPr>
        <p:spPr>
          <a:xfrm>
            <a:off x="3690803" y="183831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29CAA7-8397-AB0B-F965-F825362F8CB9}"/>
              </a:ext>
            </a:extLst>
          </p:cNvPr>
          <p:cNvSpPr/>
          <p:nvPr/>
        </p:nvSpPr>
        <p:spPr>
          <a:xfrm>
            <a:off x="6096001" y="134002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ADDA48A-FF9D-A9B7-9C81-D956B66BDCD8}"/>
              </a:ext>
            </a:extLst>
          </p:cNvPr>
          <p:cNvSpPr/>
          <p:nvPr/>
        </p:nvSpPr>
        <p:spPr>
          <a:xfrm>
            <a:off x="5597712" y="501968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76254F-2E34-0297-51A7-F76D35845AC5}"/>
              </a:ext>
            </a:extLst>
          </p:cNvPr>
          <p:cNvSpPr/>
          <p:nvPr/>
        </p:nvSpPr>
        <p:spPr>
          <a:xfrm>
            <a:off x="8002910" y="452139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6A7225-34DD-6E17-6C2A-EC8D45421E48}"/>
              </a:ext>
            </a:extLst>
          </p:cNvPr>
          <p:cNvSpPr/>
          <p:nvPr/>
        </p:nvSpPr>
        <p:spPr>
          <a:xfrm>
            <a:off x="3441658" y="367814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5C70318-C7E3-00F6-9EED-68F4AB6323CE}"/>
              </a:ext>
            </a:extLst>
          </p:cNvPr>
          <p:cNvSpPr/>
          <p:nvPr/>
        </p:nvSpPr>
        <p:spPr>
          <a:xfrm>
            <a:off x="5846855" y="317985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2433EB4-E4F7-90BA-5DC5-496C28475C54}"/>
              </a:ext>
            </a:extLst>
          </p:cNvPr>
          <p:cNvSpPr/>
          <p:nvPr/>
        </p:nvSpPr>
        <p:spPr>
          <a:xfrm>
            <a:off x="8252053" y="268156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4DFB2C-1883-04F3-D1BD-03911FCA7C5E}"/>
              </a:ext>
            </a:extLst>
          </p:cNvPr>
          <p:cNvSpPr/>
          <p:nvPr/>
        </p:nvSpPr>
        <p:spPr>
          <a:xfrm>
            <a:off x="942963" y="2241753"/>
            <a:ext cx="2250025" cy="225002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pace-filling model of carbon dioxide">
            <a:extLst>
              <a:ext uri="{FF2B5EF4-FFF2-40B4-BE49-F238E27FC236}">
                <a16:creationId xmlns:a16="http://schemas.microsoft.com/office/drawing/2014/main" id="{F29B1DB8-CC3B-C614-47FC-F93ED907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733462">
            <a:off x="1321665" y="2732827"/>
            <a:ext cx="1513511" cy="1286485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EC39F10-056B-8424-156D-205E80E2CB1E}"/>
              </a:ext>
            </a:extLst>
          </p:cNvPr>
          <p:cNvSpPr/>
          <p:nvPr/>
        </p:nvSpPr>
        <p:spPr>
          <a:xfrm>
            <a:off x="9156034" y="2303987"/>
            <a:ext cx="2250025" cy="225002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Picture 26" descr="Space-filling model of carbon dioxide">
            <a:extLst>
              <a:ext uri="{FF2B5EF4-FFF2-40B4-BE49-F238E27FC236}">
                <a16:creationId xmlns:a16="http://schemas.microsoft.com/office/drawing/2014/main" id="{63289A35-F4C7-9D84-91C5-221E2B519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362605">
            <a:off x="9583820" y="2829555"/>
            <a:ext cx="1513511" cy="128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94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1588E0-1D8F-F938-6FFE-3ECE396864D2}"/>
              </a:ext>
            </a:extLst>
          </p:cNvPr>
          <p:cNvCxnSpPr>
            <a:cxnSpLocks/>
          </p:cNvCxnSpPr>
          <p:nvPr/>
        </p:nvCxnSpPr>
        <p:spPr>
          <a:xfrm flipV="1">
            <a:off x="3939946" y="1589170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DF5581-6852-FED5-CEC0-EE0B40BD33C4}"/>
              </a:ext>
            </a:extLst>
          </p:cNvPr>
          <p:cNvCxnSpPr>
            <a:cxnSpLocks/>
          </p:cNvCxnSpPr>
          <p:nvPr/>
        </p:nvCxnSpPr>
        <p:spPr>
          <a:xfrm flipV="1">
            <a:off x="3690801" y="208745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7F1A4D-5A38-651F-AE87-F65746B68568}"/>
              </a:ext>
            </a:extLst>
          </p:cNvPr>
          <p:cNvCxnSpPr>
            <a:cxnSpLocks/>
          </p:cNvCxnSpPr>
          <p:nvPr/>
        </p:nvCxnSpPr>
        <p:spPr>
          <a:xfrm flipV="1">
            <a:off x="8290378" y="293071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9C0F6E-514B-2926-4C59-DF4B8D3BE7F6}"/>
              </a:ext>
            </a:extLst>
          </p:cNvPr>
          <p:cNvCxnSpPr>
            <a:cxnSpLocks/>
          </p:cNvCxnSpPr>
          <p:nvPr/>
        </p:nvCxnSpPr>
        <p:spPr>
          <a:xfrm flipV="1">
            <a:off x="6134313" y="158917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2BCC535-BCA0-E7EC-7FEE-A20D845B1F17}"/>
              </a:ext>
            </a:extLst>
          </p:cNvPr>
          <p:cNvCxnSpPr>
            <a:cxnSpLocks/>
          </p:cNvCxnSpPr>
          <p:nvPr/>
        </p:nvCxnSpPr>
        <p:spPr>
          <a:xfrm flipV="1">
            <a:off x="5866006" y="342899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948BD3F-16CD-86FA-4E5B-EDFA67043C9B}"/>
              </a:ext>
            </a:extLst>
          </p:cNvPr>
          <p:cNvCxnSpPr>
            <a:cxnSpLocks/>
          </p:cNvCxnSpPr>
          <p:nvPr/>
        </p:nvCxnSpPr>
        <p:spPr>
          <a:xfrm flipV="1">
            <a:off x="6086425" y="3004671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E4CE71-3555-37BC-3F78-272C096B229D}"/>
              </a:ext>
            </a:extLst>
          </p:cNvPr>
          <p:cNvCxnSpPr>
            <a:cxnSpLocks/>
          </p:cNvCxnSpPr>
          <p:nvPr/>
        </p:nvCxnSpPr>
        <p:spPr>
          <a:xfrm>
            <a:off x="3753085" y="3927287"/>
            <a:ext cx="2156054" cy="134154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0099622-E892-E6DC-270F-4EDCBF801A6F}"/>
              </a:ext>
            </a:extLst>
          </p:cNvPr>
          <p:cNvCxnSpPr>
            <a:cxnSpLocks/>
          </p:cNvCxnSpPr>
          <p:nvPr/>
        </p:nvCxnSpPr>
        <p:spPr>
          <a:xfrm flipH="1" flipV="1">
            <a:off x="3959097" y="2087456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C62F1FA-1BD4-0308-3B02-77755560C94E}"/>
              </a:ext>
            </a:extLst>
          </p:cNvPr>
          <p:cNvCxnSpPr>
            <a:cxnSpLocks/>
          </p:cNvCxnSpPr>
          <p:nvPr/>
        </p:nvCxnSpPr>
        <p:spPr>
          <a:xfrm flipH="1" flipV="1">
            <a:off x="6345139" y="1570000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DFDB887C-159E-5CED-671A-9F44A49C1F15}"/>
              </a:ext>
            </a:extLst>
          </p:cNvPr>
          <p:cNvSpPr/>
          <p:nvPr/>
        </p:nvSpPr>
        <p:spPr>
          <a:xfrm>
            <a:off x="3690803" y="183831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50C1389-E50E-0DAB-C44F-00D35A24E29C}"/>
              </a:ext>
            </a:extLst>
          </p:cNvPr>
          <p:cNvSpPr/>
          <p:nvPr/>
        </p:nvSpPr>
        <p:spPr>
          <a:xfrm>
            <a:off x="6096001" y="134002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277F424-4CAA-EF69-A599-CDFC05ED17E2}"/>
              </a:ext>
            </a:extLst>
          </p:cNvPr>
          <p:cNvSpPr/>
          <p:nvPr/>
        </p:nvSpPr>
        <p:spPr>
          <a:xfrm>
            <a:off x="5597712" y="501968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1522F70-C6C1-E5D4-4541-CAD79D8BEE45}"/>
              </a:ext>
            </a:extLst>
          </p:cNvPr>
          <p:cNvSpPr/>
          <p:nvPr/>
        </p:nvSpPr>
        <p:spPr>
          <a:xfrm>
            <a:off x="8002910" y="452139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C404FE9-141B-290D-668B-7FB84BAC7478}"/>
              </a:ext>
            </a:extLst>
          </p:cNvPr>
          <p:cNvSpPr/>
          <p:nvPr/>
        </p:nvSpPr>
        <p:spPr>
          <a:xfrm>
            <a:off x="3441658" y="367814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27E552B-1D92-FB5A-DC9D-176784B63047}"/>
              </a:ext>
            </a:extLst>
          </p:cNvPr>
          <p:cNvSpPr/>
          <p:nvPr/>
        </p:nvSpPr>
        <p:spPr>
          <a:xfrm>
            <a:off x="5846855" y="317985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4EF45C5-2F27-A99C-0AA9-0A17C2EE385D}"/>
              </a:ext>
            </a:extLst>
          </p:cNvPr>
          <p:cNvSpPr/>
          <p:nvPr/>
        </p:nvSpPr>
        <p:spPr>
          <a:xfrm>
            <a:off x="8252053" y="268156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5E8218-62D4-DE76-0B0F-CC4550B23FB6}"/>
              </a:ext>
            </a:extLst>
          </p:cNvPr>
          <p:cNvSpPr/>
          <p:nvPr/>
        </p:nvSpPr>
        <p:spPr>
          <a:xfrm>
            <a:off x="5195990" y="548968"/>
            <a:ext cx="2250025" cy="225002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pace-filling model of carbon dioxide">
            <a:extLst>
              <a:ext uri="{FF2B5EF4-FFF2-40B4-BE49-F238E27FC236}">
                <a16:creationId xmlns:a16="http://schemas.microsoft.com/office/drawing/2014/main" id="{D33973B0-E930-7CD9-A15F-2302E88A6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733462">
            <a:off x="5574692" y="1040042"/>
            <a:ext cx="1513511" cy="1286485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E6DF732B-150B-D1EE-7154-AA26B200B144}"/>
              </a:ext>
            </a:extLst>
          </p:cNvPr>
          <p:cNvSpPr/>
          <p:nvPr/>
        </p:nvSpPr>
        <p:spPr>
          <a:xfrm>
            <a:off x="4970987" y="2258987"/>
            <a:ext cx="2250025" cy="225002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Picture 26" descr="Space-filling model of carbon dioxide">
            <a:extLst>
              <a:ext uri="{FF2B5EF4-FFF2-40B4-BE49-F238E27FC236}">
                <a16:creationId xmlns:a16="http://schemas.microsoft.com/office/drawing/2014/main" id="{462BCB92-D5CC-D957-B16E-4341EFF8A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362605">
            <a:off x="5398773" y="2784555"/>
            <a:ext cx="1513511" cy="128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6714-3752-E58F-75D4-D061FD78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20DBD5-8A1E-819B-30F3-35FBDB652F28}"/>
              </a:ext>
            </a:extLst>
          </p:cNvPr>
          <p:cNvCxnSpPr>
            <a:cxnSpLocks/>
          </p:cNvCxnSpPr>
          <p:nvPr/>
        </p:nvCxnSpPr>
        <p:spPr>
          <a:xfrm flipV="1">
            <a:off x="3939946" y="1589170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54CABE-F06E-6CB5-9356-C49E161A0789}"/>
              </a:ext>
            </a:extLst>
          </p:cNvPr>
          <p:cNvCxnSpPr>
            <a:cxnSpLocks/>
          </p:cNvCxnSpPr>
          <p:nvPr/>
        </p:nvCxnSpPr>
        <p:spPr>
          <a:xfrm flipV="1">
            <a:off x="3690801" y="208745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27E2D8-F3D5-8747-0148-C291700D304F}"/>
              </a:ext>
            </a:extLst>
          </p:cNvPr>
          <p:cNvCxnSpPr>
            <a:cxnSpLocks/>
          </p:cNvCxnSpPr>
          <p:nvPr/>
        </p:nvCxnSpPr>
        <p:spPr>
          <a:xfrm flipV="1">
            <a:off x="8290378" y="293071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CD86D7-3991-6A0C-A7B8-0BBCA914BE96}"/>
              </a:ext>
            </a:extLst>
          </p:cNvPr>
          <p:cNvCxnSpPr>
            <a:cxnSpLocks/>
          </p:cNvCxnSpPr>
          <p:nvPr/>
        </p:nvCxnSpPr>
        <p:spPr>
          <a:xfrm flipV="1">
            <a:off x="6134313" y="158917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7FF9E1-2EB3-748C-7420-E9D2E5C1CA12}"/>
              </a:ext>
            </a:extLst>
          </p:cNvPr>
          <p:cNvCxnSpPr>
            <a:cxnSpLocks/>
          </p:cNvCxnSpPr>
          <p:nvPr/>
        </p:nvCxnSpPr>
        <p:spPr>
          <a:xfrm flipV="1">
            <a:off x="5866006" y="342899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26D2C0C-FFB4-B974-C68F-A39E86A3A677}"/>
              </a:ext>
            </a:extLst>
          </p:cNvPr>
          <p:cNvCxnSpPr>
            <a:cxnSpLocks/>
          </p:cNvCxnSpPr>
          <p:nvPr/>
        </p:nvCxnSpPr>
        <p:spPr>
          <a:xfrm flipV="1">
            <a:off x="6086425" y="3004671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A24A80-1920-1DB3-AF6D-E98F5FECC460}"/>
              </a:ext>
            </a:extLst>
          </p:cNvPr>
          <p:cNvCxnSpPr>
            <a:cxnSpLocks/>
          </p:cNvCxnSpPr>
          <p:nvPr/>
        </p:nvCxnSpPr>
        <p:spPr>
          <a:xfrm>
            <a:off x="3753085" y="3927287"/>
            <a:ext cx="2156054" cy="134154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B4B91C8-4BDC-729F-2E68-D5F1E3DBF608}"/>
              </a:ext>
            </a:extLst>
          </p:cNvPr>
          <p:cNvCxnSpPr>
            <a:cxnSpLocks/>
          </p:cNvCxnSpPr>
          <p:nvPr/>
        </p:nvCxnSpPr>
        <p:spPr>
          <a:xfrm flipH="1" flipV="1">
            <a:off x="3959097" y="2087456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36B8F7A-0F53-987E-C1D1-B7BEE784FDEE}"/>
              </a:ext>
            </a:extLst>
          </p:cNvPr>
          <p:cNvCxnSpPr>
            <a:cxnSpLocks/>
          </p:cNvCxnSpPr>
          <p:nvPr/>
        </p:nvCxnSpPr>
        <p:spPr>
          <a:xfrm flipH="1" flipV="1">
            <a:off x="6345139" y="1570000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E6F4CD8E-0B83-E948-5652-CD463018B74F}"/>
              </a:ext>
            </a:extLst>
          </p:cNvPr>
          <p:cNvSpPr/>
          <p:nvPr/>
        </p:nvSpPr>
        <p:spPr>
          <a:xfrm>
            <a:off x="3690803" y="183831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14373CD-8B25-E3B4-DF0D-7A00A4D05C86}"/>
              </a:ext>
            </a:extLst>
          </p:cNvPr>
          <p:cNvSpPr/>
          <p:nvPr/>
        </p:nvSpPr>
        <p:spPr>
          <a:xfrm>
            <a:off x="6096001" y="134002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C61A01E-5E98-794A-18CB-B6BFBA18CAB3}"/>
              </a:ext>
            </a:extLst>
          </p:cNvPr>
          <p:cNvSpPr/>
          <p:nvPr/>
        </p:nvSpPr>
        <p:spPr>
          <a:xfrm>
            <a:off x="5597712" y="501968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A19D67E-E3F0-7CDE-5A3E-EF9DA436A385}"/>
              </a:ext>
            </a:extLst>
          </p:cNvPr>
          <p:cNvSpPr/>
          <p:nvPr/>
        </p:nvSpPr>
        <p:spPr>
          <a:xfrm>
            <a:off x="8002910" y="452139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6165A04-43D5-34B7-AA2A-1617664076EA}"/>
              </a:ext>
            </a:extLst>
          </p:cNvPr>
          <p:cNvSpPr/>
          <p:nvPr/>
        </p:nvSpPr>
        <p:spPr>
          <a:xfrm>
            <a:off x="3441658" y="367814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AA89F54-DDC3-BFB4-4474-3BEB88EC8CC5}"/>
              </a:ext>
            </a:extLst>
          </p:cNvPr>
          <p:cNvSpPr/>
          <p:nvPr/>
        </p:nvSpPr>
        <p:spPr>
          <a:xfrm>
            <a:off x="5846855" y="3179855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8259D34-EC30-AA0C-E80B-7765576D4E86}"/>
              </a:ext>
            </a:extLst>
          </p:cNvPr>
          <p:cNvSpPr/>
          <p:nvPr/>
        </p:nvSpPr>
        <p:spPr>
          <a:xfrm>
            <a:off x="8252053" y="268156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5EAE0C-78F8-13E1-7F91-953B7E6EF9E8}"/>
              </a:ext>
            </a:extLst>
          </p:cNvPr>
          <p:cNvSpPr/>
          <p:nvPr/>
        </p:nvSpPr>
        <p:spPr>
          <a:xfrm>
            <a:off x="2765963" y="908972"/>
            <a:ext cx="2250025" cy="225002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pace-filling model of carbon dioxide">
            <a:extLst>
              <a:ext uri="{FF2B5EF4-FFF2-40B4-BE49-F238E27FC236}">
                <a16:creationId xmlns:a16="http://schemas.microsoft.com/office/drawing/2014/main" id="{53095345-3912-6E80-C885-95F99773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733462">
            <a:off x="3144665" y="1400046"/>
            <a:ext cx="1513511" cy="1286485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33173362-0C56-54FF-7627-AB9E62B1098D}"/>
              </a:ext>
            </a:extLst>
          </p:cNvPr>
          <p:cNvSpPr/>
          <p:nvPr/>
        </p:nvSpPr>
        <p:spPr>
          <a:xfrm>
            <a:off x="4970987" y="2258987"/>
            <a:ext cx="2250025" cy="225002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Picture 26" descr="Space-filling model of carbon dioxide">
            <a:extLst>
              <a:ext uri="{FF2B5EF4-FFF2-40B4-BE49-F238E27FC236}">
                <a16:creationId xmlns:a16="http://schemas.microsoft.com/office/drawing/2014/main" id="{1550C78E-9733-A2B6-7F2C-E6BD43136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362605">
            <a:off x="5398773" y="2784555"/>
            <a:ext cx="1513511" cy="128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59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1CB005-15EB-5936-0737-A041DDA4446C}"/>
              </a:ext>
            </a:extLst>
          </p:cNvPr>
          <p:cNvCxnSpPr>
            <a:cxnSpLocks/>
          </p:cNvCxnSpPr>
          <p:nvPr/>
        </p:nvCxnSpPr>
        <p:spPr>
          <a:xfrm flipV="1">
            <a:off x="3939946" y="1589170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C678D5-8DA4-7C85-F57D-1729CAD808E1}"/>
              </a:ext>
            </a:extLst>
          </p:cNvPr>
          <p:cNvCxnSpPr>
            <a:cxnSpLocks/>
          </p:cNvCxnSpPr>
          <p:nvPr/>
        </p:nvCxnSpPr>
        <p:spPr>
          <a:xfrm flipV="1">
            <a:off x="3690801" y="208745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EB30C9-35DD-BD70-E7B5-76FE0318B220}"/>
              </a:ext>
            </a:extLst>
          </p:cNvPr>
          <p:cNvCxnSpPr>
            <a:cxnSpLocks/>
          </p:cNvCxnSpPr>
          <p:nvPr/>
        </p:nvCxnSpPr>
        <p:spPr>
          <a:xfrm flipV="1">
            <a:off x="8290378" y="293071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6F7562-9375-0F7E-AA6C-A5F6BEC51F33}"/>
              </a:ext>
            </a:extLst>
          </p:cNvPr>
          <p:cNvCxnSpPr>
            <a:cxnSpLocks/>
          </p:cNvCxnSpPr>
          <p:nvPr/>
        </p:nvCxnSpPr>
        <p:spPr>
          <a:xfrm flipV="1">
            <a:off x="6134313" y="158917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574E7B-8AA9-9DC2-62AE-C83C4863E0C6}"/>
              </a:ext>
            </a:extLst>
          </p:cNvPr>
          <p:cNvCxnSpPr>
            <a:cxnSpLocks/>
          </p:cNvCxnSpPr>
          <p:nvPr/>
        </p:nvCxnSpPr>
        <p:spPr>
          <a:xfrm flipV="1">
            <a:off x="5866006" y="342899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C7242C-3FFE-7B00-FB92-656E6040E6A2}"/>
              </a:ext>
            </a:extLst>
          </p:cNvPr>
          <p:cNvCxnSpPr>
            <a:cxnSpLocks/>
          </p:cNvCxnSpPr>
          <p:nvPr/>
        </p:nvCxnSpPr>
        <p:spPr>
          <a:xfrm flipV="1">
            <a:off x="6086425" y="3004671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F389EB-8B63-0D12-8EFF-8ED5BE15A78A}"/>
              </a:ext>
            </a:extLst>
          </p:cNvPr>
          <p:cNvCxnSpPr>
            <a:cxnSpLocks/>
          </p:cNvCxnSpPr>
          <p:nvPr/>
        </p:nvCxnSpPr>
        <p:spPr>
          <a:xfrm>
            <a:off x="3753085" y="3927287"/>
            <a:ext cx="2156054" cy="134154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0AB3AB-0E7E-5199-6DB9-D9DD750E94B8}"/>
              </a:ext>
            </a:extLst>
          </p:cNvPr>
          <p:cNvCxnSpPr>
            <a:cxnSpLocks/>
          </p:cNvCxnSpPr>
          <p:nvPr/>
        </p:nvCxnSpPr>
        <p:spPr>
          <a:xfrm flipH="1" flipV="1">
            <a:off x="3959097" y="2087456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DE91EF-1AC1-857F-1D45-B36D92DDD8F0}"/>
              </a:ext>
            </a:extLst>
          </p:cNvPr>
          <p:cNvCxnSpPr>
            <a:cxnSpLocks/>
          </p:cNvCxnSpPr>
          <p:nvPr/>
        </p:nvCxnSpPr>
        <p:spPr>
          <a:xfrm flipH="1" flipV="1">
            <a:off x="6345139" y="1570000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B923310-0039-001A-5773-192E114E49B6}"/>
              </a:ext>
            </a:extLst>
          </p:cNvPr>
          <p:cNvSpPr/>
          <p:nvPr/>
        </p:nvSpPr>
        <p:spPr>
          <a:xfrm>
            <a:off x="3690803" y="1838315"/>
            <a:ext cx="498288" cy="498288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7EDDAC6-06DF-F01D-E7D2-79C2AE5FAD26}"/>
              </a:ext>
            </a:extLst>
          </p:cNvPr>
          <p:cNvSpPr/>
          <p:nvPr/>
        </p:nvSpPr>
        <p:spPr>
          <a:xfrm>
            <a:off x="6096001" y="134002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13D2F9-4D9E-2B92-0B6F-27EF9008D9C4}"/>
              </a:ext>
            </a:extLst>
          </p:cNvPr>
          <p:cNvSpPr/>
          <p:nvPr/>
        </p:nvSpPr>
        <p:spPr>
          <a:xfrm>
            <a:off x="5597712" y="501968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516897-C3BF-1F7F-C93B-38223B447218}"/>
              </a:ext>
            </a:extLst>
          </p:cNvPr>
          <p:cNvSpPr/>
          <p:nvPr/>
        </p:nvSpPr>
        <p:spPr>
          <a:xfrm>
            <a:off x="8002910" y="4521395"/>
            <a:ext cx="498288" cy="498288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875CF1-F065-39BF-090E-39BF7AFE5726}"/>
              </a:ext>
            </a:extLst>
          </p:cNvPr>
          <p:cNvSpPr/>
          <p:nvPr/>
        </p:nvSpPr>
        <p:spPr>
          <a:xfrm>
            <a:off x="3441658" y="367814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8F52C8-EFC1-867C-3A4A-8C28E8F6B034}"/>
              </a:ext>
            </a:extLst>
          </p:cNvPr>
          <p:cNvSpPr/>
          <p:nvPr/>
        </p:nvSpPr>
        <p:spPr>
          <a:xfrm>
            <a:off x="5846855" y="3179855"/>
            <a:ext cx="498288" cy="498288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148EFE-0A24-042E-7E97-23D69BA7A3C3}"/>
              </a:ext>
            </a:extLst>
          </p:cNvPr>
          <p:cNvSpPr/>
          <p:nvPr/>
        </p:nvSpPr>
        <p:spPr>
          <a:xfrm>
            <a:off x="8252053" y="268156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7BFD43-2C34-1B98-4E57-C16EE7263155}"/>
              </a:ext>
            </a:extLst>
          </p:cNvPr>
          <p:cNvSpPr txBox="1"/>
          <p:nvPr/>
        </p:nvSpPr>
        <p:spPr>
          <a:xfrm>
            <a:off x="1055944" y="818971"/>
            <a:ext cx="2700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accent2">
                    <a:lumMod val="75000"/>
                  </a:schemeClr>
                </a:solidFill>
              </a:rPr>
              <a:t>occupied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4BD60D-5C61-E53E-0DC4-73C71785A97E}"/>
              </a:ext>
            </a:extLst>
          </p:cNvPr>
          <p:cNvSpPr txBox="1"/>
          <p:nvPr/>
        </p:nvSpPr>
        <p:spPr>
          <a:xfrm>
            <a:off x="8346025" y="5139019"/>
            <a:ext cx="3420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unoccupied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7C8DB404-F186-7C45-5453-B606BB0FC6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08034" y="1346905"/>
            <a:ext cx="613662" cy="1357817"/>
          </a:xfrm>
          <a:prstGeom prst="curvedConnector3">
            <a:avLst>
              <a:gd name="adj1" fmla="val 13836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B70819B3-FCC8-754B-E4ED-E0F00DC4FAE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929734" y="3385297"/>
            <a:ext cx="1488300" cy="1035700"/>
          </a:xfrm>
          <a:prstGeom prst="curvedConnector2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9D28310-B440-545D-A448-815ABC57DAA9}"/>
              </a:ext>
            </a:extLst>
          </p:cNvPr>
          <p:cNvSpPr txBox="1"/>
          <p:nvPr/>
        </p:nvSpPr>
        <p:spPr>
          <a:xfrm>
            <a:off x="6366003" y="458967"/>
            <a:ext cx="5760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Independent set</a:t>
            </a:r>
          </a:p>
        </p:txBody>
      </p:sp>
    </p:spTree>
    <p:extLst>
      <p:ext uri="{BB962C8B-B14F-4D97-AF65-F5344CB8AC3E}">
        <p14:creationId xmlns:p14="http://schemas.microsoft.com/office/powerpoint/2010/main" val="1205399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4C48-6F9B-321F-EAC5-699E8DBF2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6ABDC2-FCA6-BEA2-2D84-555FF9F6F3F2}"/>
              </a:ext>
            </a:extLst>
          </p:cNvPr>
          <p:cNvCxnSpPr>
            <a:cxnSpLocks/>
          </p:cNvCxnSpPr>
          <p:nvPr/>
        </p:nvCxnSpPr>
        <p:spPr>
          <a:xfrm flipV="1">
            <a:off x="3939946" y="1589170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2ABFC3-39FC-C8D4-5F99-17718FD6BEE5}"/>
              </a:ext>
            </a:extLst>
          </p:cNvPr>
          <p:cNvCxnSpPr>
            <a:cxnSpLocks/>
          </p:cNvCxnSpPr>
          <p:nvPr/>
        </p:nvCxnSpPr>
        <p:spPr>
          <a:xfrm flipV="1">
            <a:off x="3690801" y="208745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106D38-8E91-F140-B525-8605B5D5AAD0}"/>
              </a:ext>
            </a:extLst>
          </p:cNvPr>
          <p:cNvCxnSpPr>
            <a:cxnSpLocks/>
          </p:cNvCxnSpPr>
          <p:nvPr/>
        </p:nvCxnSpPr>
        <p:spPr>
          <a:xfrm flipV="1">
            <a:off x="8290378" y="293071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1C6976-0CFB-A69E-DC76-BF5A5DD32777}"/>
              </a:ext>
            </a:extLst>
          </p:cNvPr>
          <p:cNvCxnSpPr>
            <a:cxnSpLocks/>
          </p:cNvCxnSpPr>
          <p:nvPr/>
        </p:nvCxnSpPr>
        <p:spPr>
          <a:xfrm flipV="1">
            <a:off x="6134313" y="1589170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9668F3-E2A4-E161-0855-DCFB67BD484F}"/>
              </a:ext>
            </a:extLst>
          </p:cNvPr>
          <p:cNvCxnSpPr>
            <a:cxnSpLocks/>
          </p:cNvCxnSpPr>
          <p:nvPr/>
        </p:nvCxnSpPr>
        <p:spPr>
          <a:xfrm flipV="1">
            <a:off x="5866006" y="3428998"/>
            <a:ext cx="249145" cy="18398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1C073F-56CB-9494-E9ED-5996D0AD6ECE}"/>
              </a:ext>
            </a:extLst>
          </p:cNvPr>
          <p:cNvCxnSpPr>
            <a:cxnSpLocks/>
          </p:cNvCxnSpPr>
          <p:nvPr/>
        </p:nvCxnSpPr>
        <p:spPr>
          <a:xfrm flipV="1">
            <a:off x="6086425" y="3004671"/>
            <a:ext cx="2405197" cy="4982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45A298-332B-D383-ECDF-ADA61173D25B}"/>
              </a:ext>
            </a:extLst>
          </p:cNvPr>
          <p:cNvCxnSpPr>
            <a:cxnSpLocks/>
          </p:cNvCxnSpPr>
          <p:nvPr/>
        </p:nvCxnSpPr>
        <p:spPr>
          <a:xfrm>
            <a:off x="3753085" y="3927287"/>
            <a:ext cx="2156054" cy="134154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C5AFFE-68F4-9508-B12B-A759CBF8DC77}"/>
              </a:ext>
            </a:extLst>
          </p:cNvPr>
          <p:cNvCxnSpPr>
            <a:cxnSpLocks/>
          </p:cNvCxnSpPr>
          <p:nvPr/>
        </p:nvCxnSpPr>
        <p:spPr>
          <a:xfrm flipH="1" flipV="1">
            <a:off x="3959097" y="2087456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4B7DC4-F226-1DDB-396D-D537707E76B4}"/>
              </a:ext>
            </a:extLst>
          </p:cNvPr>
          <p:cNvCxnSpPr>
            <a:cxnSpLocks/>
          </p:cNvCxnSpPr>
          <p:nvPr/>
        </p:nvCxnSpPr>
        <p:spPr>
          <a:xfrm flipH="1" flipV="1">
            <a:off x="6345139" y="1570000"/>
            <a:ext cx="1906909" cy="318136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757A871-3D18-CB8F-C65F-89194D43BFC2}"/>
              </a:ext>
            </a:extLst>
          </p:cNvPr>
          <p:cNvSpPr/>
          <p:nvPr/>
        </p:nvSpPr>
        <p:spPr>
          <a:xfrm>
            <a:off x="3690803" y="1838315"/>
            <a:ext cx="498288" cy="498288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8AC434D-53E3-0587-8A2B-BDFC747D6788}"/>
              </a:ext>
            </a:extLst>
          </p:cNvPr>
          <p:cNvSpPr/>
          <p:nvPr/>
        </p:nvSpPr>
        <p:spPr>
          <a:xfrm>
            <a:off x="6096001" y="134002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8B5B04-187E-77D8-F2DE-05C078DF652B}"/>
              </a:ext>
            </a:extLst>
          </p:cNvPr>
          <p:cNvSpPr/>
          <p:nvPr/>
        </p:nvSpPr>
        <p:spPr>
          <a:xfrm>
            <a:off x="5597712" y="501968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F039DB-4D4C-ED13-485A-B39767652333}"/>
              </a:ext>
            </a:extLst>
          </p:cNvPr>
          <p:cNvSpPr/>
          <p:nvPr/>
        </p:nvSpPr>
        <p:spPr>
          <a:xfrm>
            <a:off x="8002910" y="4521395"/>
            <a:ext cx="498288" cy="498288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C2622D-87C9-DF38-2328-6C267ABFE9A7}"/>
              </a:ext>
            </a:extLst>
          </p:cNvPr>
          <p:cNvSpPr/>
          <p:nvPr/>
        </p:nvSpPr>
        <p:spPr>
          <a:xfrm>
            <a:off x="3441658" y="3678144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163AF7-6861-E6A6-C2D1-7205678715B1}"/>
              </a:ext>
            </a:extLst>
          </p:cNvPr>
          <p:cNvSpPr/>
          <p:nvPr/>
        </p:nvSpPr>
        <p:spPr>
          <a:xfrm>
            <a:off x="5846855" y="3179855"/>
            <a:ext cx="498288" cy="498288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1A8688-B93A-D730-FA4F-24A7993BC46C}"/>
              </a:ext>
            </a:extLst>
          </p:cNvPr>
          <p:cNvSpPr/>
          <p:nvPr/>
        </p:nvSpPr>
        <p:spPr>
          <a:xfrm>
            <a:off x="8252053" y="2681567"/>
            <a:ext cx="498288" cy="49828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A1BFED-4637-AA53-31E0-3D90C9373A9B}"/>
              </a:ext>
            </a:extLst>
          </p:cNvPr>
          <p:cNvSpPr txBox="1"/>
          <p:nvPr/>
        </p:nvSpPr>
        <p:spPr>
          <a:xfrm>
            <a:off x="1055944" y="818971"/>
            <a:ext cx="2700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accent2">
                    <a:lumMod val="75000"/>
                  </a:schemeClr>
                </a:solidFill>
              </a:rPr>
              <a:t>occupied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FAE6AE-CF38-84F7-84B5-AEA8AD81676D}"/>
              </a:ext>
            </a:extLst>
          </p:cNvPr>
          <p:cNvSpPr txBox="1"/>
          <p:nvPr/>
        </p:nvSpPr>
        <p:spPr>
          <a:xfrm>
            <a:off x="8346025" y="5139019"/>
            <a:ext cx="3420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unoccupied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01F9AC3-FD72-A528-8A6A-50D1A6BA703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08034" y="1346905"/>
            <a:ext cx="613662" cy="1357817"/>
          </a:xfrm>
          <a:prstGeom prst="curvedConnector3">
            <a:avLst>
              <a:gd name="adj1" fmla="val 138360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E6C933DB-8553-FAFC-41DA-FC20ADDD9B5A}"/>
              </a:ext>
            </a:extLst>
          </p:cNvPr>
          <p:cNvCxnSpPr>
            <a:cxnSpLocks/>
          </p:cNvCxnSpPr>
          <p:nvPr/>
        </p:nvCxnSpPr>
        <p:spPr>
          <a:xfrm rot="16200000" flipV="1">
            <a:off x="8929734" y="3385297"/>
            <a:ext cx="1488300" cy="1035700"/>
          </a:xfrm>
          <a:prstGeom prst="curvedConnector2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1108928-2E91-F6A8-6291-F3E81F842C78}"/>
              </a:ext>
            </a:extLst>
          </p:cNvPr>
          <p:cNvSpPr txBox="1"/>
          <p:nvPr/>
        </p:nvSpPr>
        <p:spPr>
          <a:xfrm>
            <a:off x="6366003" y="458967"/>
            <a:ext cx="5760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Independent set</a:t>
            </a:r>
          </a:p>
        </p:txBody>
      </p:sp>
    </p:spTree>
    <p:extLst>
      <p:ext uri="{BB962C8B-B14F-4D97-AF65-F5344CB8AC3E}">
        <p14:creationId xmlns:p14="http://schemas.microsoft.com/office/powerpoint/2010/main" val="2903702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0A69-7D6A-1D0D-69DB-0DAD8B5A5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CF4EA169-F401-9E9E-7667-337D835E8B07}"/>
              </a:ext>
            </a:extLst>
          </p:cNvPr>
          <p:cNvSpPr txBox="1"/>
          <p:nvPr/>
        </p:nvSpPr>
        <p:spPr>
          <a:xfrm>
            <a:off x="6366003" y="458967"/>
            <a:ext cx="5760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Independent 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32FF3C-A9B9-2FCD-66FB-C2114E525629}"/>
              </a:ext>
            </a:extLst>
          </p:cNvPr>
          <p:cNvSpPr txBox="1"/>
          <p:nvPr/>
        </p:nvSpPr>
        <p:spPr>
          <a:xfrm>
            <a:off x="6366003" y="458967"/>
            <a:ext cx="720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accent5"/>
                </a:solidFill>
              </a:rPr>
              <a:t>#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88BE6A-7021-CC91-C998-27B5B36D7B71}"/>
              </a:ext>
            </a:extLst>
          </p:cNvPr>
          <p:cNvSpPr txBox="1"/>
          <p:nvPr/>
        </p:nvSpPr>
        <p:spPr>
          <a:xfrm>
            <a:off x="5375992" y="1178975"/>
            <a:ext cx="6570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Hard-core gas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CA6926-EC23-2BF0-7AB5-B0245B958510}"/>
                  </a:ext>
                </a:extLst>
              </p:cNvPr>
              <p:cNvSpPr txBox="1"/>
              <p:nvPr/>
            </p:nvSpPr>
            <p:spPr>
              <a:xfrm>
                <a:off x="6816008" y="2828835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72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GB" sz="72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CA6926-EC23-2BF0-7AB5-B0245B958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8" y="2828835"/>
                <a:ext cx="144001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624E61A-8CE6-96ED-1902-C6CCBC4D1C99}"/>
                  </a:ext>
                </a:extLst>
              </p:cNvPr>
              <p:cNvSpPr txBox="1"/>
              <p:nvPr/>
            </p:nvSpPr>
            <p:spPr>
              <a:xfrm>
                <a:off x="9426037" y="2828835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7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624E61A-8CE6-96ED-1902-C6CCBC4D1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37" y="2828835"/>
                <a:ext cx="144001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CF368A79-5163-B27B-7D2B-B81E1C30D9ED}"/>
              </a:ext>
            </a:extLst>
          </p:cNvPr>
          <p:cNvSpPr txBox="1"/>
          <p:nvPr/>
        </p:nvSpPr>
        <p:spPr>
          <a:xfrm>
            <a:off x="6096000" y="3969006"/>
            <a:ext cx="2880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maximum</a:t>
            </a:r>
            <a:br>
              <a:rPr lang="en-GB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degree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F28834-72AB-1A80-89D9-29C08FFAC268}"/>
              </a:ext>
            </a:extLst>
          </p:cNvPr>
          <p:cNvSpPr txBox="1"/>
          <p:nvPr/>
        </p:nvSpPr>
        <p:spPr>
          <a:xfrm>
            <a:off x="8706029" y="4312686"/>
            <a:ext cx="288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1">
                    <a:lumMod val="75000"/>
                  </a:schemeClr>
                </a:solidFill>
              </a:rPr>
              <a:t>“fugacity”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94DFF7-FF29-4780-BB98-214FD049D21B}"/>
              </a:ext>
            </a:extLst>
          </p:cNvPr>
          <p:cNvCxnSpPr>
            <a:cxnSpLocks/>
          </p:cNvCxnSpPr>
          <p:nvPr/>
        </p:nvCxnSpPr>
        <p:spPr>
          <a:xfrm flipV="1">
            <a:off x="1671698" y="2502913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BD8ED3B-B25C-9EBB-A206-5E9E7AE26FDE}"/>
              </a:ext>
            </a:extLst>
          </p:cNvPr>
          <p:cNvCxnSpPr>
            <a:cxnSpLocks/>
          </p:cNvCxnSpPr>
          <p:nvPr/>
        </p:nvCxnSpPr>
        <p:spPr>
          <a:xfrm flipV="1">
            <a:off x="1498822" y="2848664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8BFDA28-506B-683B-C6A2-1E9A60682893}"/>
              </a:ext>
            </a:extLst>
          </p:cNvPr>
          <p:cNvCxnSpPr>
            <a:cxnSpLocks/>
          </p:cNvCxnSpPr>
          <p:nvPr/>
        </p:nvCxnSpPr>
        <p:spPr>
          <a:xfrm flipV="1">
            <a:off x="4690365" y="3433777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4686801-F162-9FD2-AFF4-48865CB3F6B2}"/>
              </a:ext>
            </a:extLst>
          </p:cNvPr>
          <p:cNvCxnSpPr>
            <a:cxnSpLocks/>
          </p:cNvCxnSpPr>
          <p:nvPr/>
        </p:nvCxnSpPr>
        <p:spPr>
          <a:xfrm flipV="1">
            <a:off x="3194320" y="2502913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CEF3AED-FF83-8E1D-F82C-C10FDE139036}"/>
              </a:ext>
            </a:extLst>
          </p:cNvPr>
          <p:cNvCxnSpPr>
            <a:cxnSpLocks/>
          </p:cNvCxnSpPr>
          <p:nvPr/>
        </p:nvCxnSpPr>
        <p:spPr>
          <a:xfrm flipV="1">
            <a:off x="3008148" y="3779528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CF40273-1E6D-12A9-F442-21F23675B9F2}"/>
              </a:ext>
            </a:extLst>
          </p:cNvPr>
          <p:cNvCxnSpPr>
            <a:cxnSpLocks/>
          </p:cNvCxnSpPr>
          <p:nvPr/>
        </p:nvCxnSpPr>
        <p:spPr>
          <a:xfrm flipV="1">
            <a:off x="3161091" y="3485097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9888408-383A-5774-0465-D9AA2EB6AD0C}"/>
              </a:ext>
            </a:extLst>
          </p:cNvPr>
          <p:cNvCxnSpPr>
            <a:cxnSpLocks/>
          </p:cNvCxnSpPr>
          <p:nvPr/>
        </p:nvCxnSpPr>
        <p:spPr>
          <a:xfrm>
            <a:off x="1542039" y="4125279"/>
            <a:ext cx="1496037" cy="9308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BCD4314-7A7B-2202-F503-D21CAC3C9A2E}"/>
              </a:ext>
            </a:extLst>
          </p:cNvPr>
          <p:cNvCxnSpPr>
            <a:cxnSpLocks/>
          </p:cNvCxnSpPr>
          <p:nvPr/>
        </p:nvCxnSpPr>
        <p:spPr>
          <a:xfrm flipH="1" flipV="1">
            <a:off x="1684986" y="2848662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E561024-B388-324A-6125-0C6D9597FA0B}"/>
              </a:ext>
            </a:extLst>
          </p:cNvPr>
          <p:cNvCxnSpPr>
            <a:cxnSpLocks/>
          </p:cNvCxnSpPr>
          <p:nvPr/>
        </p:nvCxnSpPr>
        <p:spPr>
          <a:xfrm flipH="1" flipV="1">
            <a:off x="3340607" y="2489611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2E2822AE-A5D1-FE5F-E91B-829C9D7C28C8}"/>
              </a:ext>
            </a:extLst>
          </p:cNvPr>
          <p:cNvSpPr/>
          <p:nvPr/>
        </p:nvSpPr>
        <p:spPr>
          <a:xfrm>
            <a:off x="1498823" y="267578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5A3DB3E-F46A-91F3-265F-010FD079968F}"/>
              </a:ext>
            </a:extLst>
          </p:cNvPr>
          <p:cNvSpPr/>
          <p:nvPr/>
        </p:nvSpPr>
        <p:spPr>
          <a:xfrm>
            <a:off x="3167736" y="2330038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22D6053-5AD3-32F2-BA63-34B2790DF801}"/>
              </a:ext>
            </a:extLst>
          </p:cNvPr>
          <p:cNvSpPr/>
          <p:nvPr/>
        </p:nvSpPr>
        <p:spPr>
          <a:xfrm>
            <a:off x="2821984" y="4883269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AA75B8A-FB0A-907E-8CB4-B48B5011D35C}"/>
              </a:ext>
            </a:extLst>
          </p:cNvPr>
          <p:cNvSpPr/>
          <p:nvPr/>
        </p:nvSpPr>
        <p:spPr>
          <a:xfrm>
            <a:off x="4490897" y="4537518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lang="en-GB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846F75A-974E-1B8C-80D4-5552CA383DD0}"/>
              </a:ext>
            </a:extLst>
          </p:cNvPr>
          <p:cNvSpPr/>
          <p:nvPr/>
        </p:nvSpPr>
        <p:spPr>
          <a:xfrm>
            <a:off x="1325947" y="3952405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5F7F96C-8A02-E51C-F85E-F2B67A879D6D}"/>
              </a:ext>
            </a:extLst>
          </p:cNvPr>
          <p:cNvSpPr/>
          <p:nvPr/>
        </p:nvSpPr>
        <p:spPr>
          <a:xfrm>
            <a:off x="2994859" y="3606653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9B7EBAC-AFA6-15D6-8AA4-2962DFBD4E6E}"/>
              </a:ext>
            </a:extLst>
          </p:cNvPr>
          <p:cNvSpPr/>
          <p:nvPr/>
        </p:nvSpPr>
        <p:spPr>
          <a:xfrm>
            <a:off x="4663772" y="3260902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501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/>
      <p:bldP spid="37" grpId="0"/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448B-F9E0-DC39-91C4-ADEBEFD0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B6E2DF54-E4A6-E935-D13B-A21D45C1B80E}"/>
              </a:ext>
            </a:extLst>
          </p:cNvPr>
          <p:cNvSpPr txBox="1"/>
          <p:nvPr/>
        </p:nvSpPr>
        <p:spPr>
          <a:xfrm>
            <a:off x="6366003" y="458967"/>
            <a:ext cx="5760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Independent 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A79159-A492-77F8-9DBC-C212485113C0}"/>
              </a:ext>
            </a:extLst>
          </p:cNvPr>
          <p:cNvSpPr txBox="1"/>
          <p:nvPr/>
        </p:nvSpPr>
        <p:spPr>
          <a:xfrm>
            <a:off x="6366003" y="458967"/>
            <a:ext cx="720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accent5"/>
                </a:solidFill>
              </a:rPr>
              <a:t>#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EE4488-F36F-A312-04C6-00ED2FFAA735}"/>
              </a:ext>
            </a:extLst>
          </p:cNvPr>
          <p:cNvSpPr txBox="1"/>
          <p:nvPr/>
        </p:nvSpPr>
        <p:spPr>
          <a:xfrm>
            <a:off x="5375992" y="1178975"/>
            <a:ext cx="6570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Hard-core gas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1EF6C23-992A-F674-9AAF-146BDD89F1DF}"/>
                  </a:ext>
                </a:extLst>
              </p:cNvPr>
              <p:cNvSpPr txBox="1"/>
              <p:nvPr/>
            </p:nvSpPr>
            <p:spPr>
              <a:xfrm>
                <a:off x="965943" y="458967"/>
                <a:ext cx="14400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54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GB" sz="5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1EF6C23-992A-F674-9AAF-146BDD89F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3" y="458967"/>
                <a:ext cx="144001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FA8E36-BD55-2E1E-CD64-74C58800E81F}"/>
                  </a:ext>
                </a:extLst>
              </p:cNvPr>
              <p:cNvSpPr txBox="1"/>
              <p:nvPr/>
            </p:nvSpPr>
            <p:spPr>
              <a:xfrm>
                <a:off x="3035966" y="458967"/>
                <a:ext cx="14400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5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FA8E36-BD55-2E1E-CD64-74C58800E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458967"/>
                <a:ext cx="144001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E9FC5D55-5DB2-6544-E5AA-D5E00F1D7948}"/>
              </a:ext>
            </a:extLst>
          </p:cNvPr>
          <p:cNvSpPr txBox="1"/>
          <p:nvPr/>
        </p:nvSpPr>
        <p:spPr>
          <a:xfrm>
            <a:off x="245935" y="1178975"/>
            <a:ext cx="2880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4">
                    <a:lumMod val="75000"/>
                  </a:schemeClr>
                </a:solidFill>
              </a:rPr>
              <a:t>maximum</a:t>
            </a:r>
            <a:br>
              <a:rPr lang="en-GB" sz="2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GB" sz="2400" dirty="0">
                <a:solidFill>
                  <a:schemeClr val="accent4">
                    <a:lumMod val="75000"/>
                  </a:schemeClr>
                </a:solidFill>
              </a:rPr>
              <a:t>degree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1C96D5-A4A9-9856-9948-56A4FF77B057}"/>
              </a:ext>
            </a:extLst>
          </p:cNvPr>
          <p:cNvSpPr txBox="1"/>
          <p:nvPr/>
        </p:nvSpPr>
        <p:spPr>
          <a:xfrm>
            <a:off x="2315958" y="1268976"/>
            <a:ext cx="2880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“fugacity”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BB59BC-04E2-F767-BB46-A09DB072C1A6}"/>
              </a:ext>
            </a:extLst>
          </p:cNvPr>
          <p:cNvSpPr txBox="1"/>
          <p:nvPr/>
        </p:nvSpPr>
        <p:spPr>
          <a:xfrm>
            <a:off x="5465993" y="2034216"/>
            <a:ext cx="288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Input: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2BBD43-1D16-F166-59DA-492A591087E1}"/>
                  </a:ext>
                </a:extLst>
              </p:cNvPr>
              <p:cNvSpPr txBox="1"/>
              <p:nvPr/>
            </p:nvSpPr>
            <p:spPr>
              <a:xfrm>
                <a:off x="6366003" y="2394220"/>
                <a:ext cx="549006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a graph with max degree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GB" sz="3200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2BBD43-1D16-F166-59DA-492A5910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03" y="2394220"/>
                <a:ext cx="5490061" cy="584775"/>
              </a:xfrm>
              <a:prstGeom prst="rect">
                <a:avLst/>
              </a:prstGeom>
              <a:blipFill>
                <a:blip r:embed="rId4"/>
                <a:stretch>
                  <a:fillRect l="-2775" t="-13542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927E8FD-9CCA-9D4E-E164-273A7B0DEC96}"/>
              </a:ext>
            </a:extLst>
          </p:cNvPr>
          <p:cNvSpPr txBox="1"/>
          <p:nvPr/>
        </p:nvSpPr>
        <p:spPr>
          <a:xfrm>
            <a:off x="5465993" y="2978995"/>
            <a:ext cx="288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Output: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6B1BD7-BC4E-B424-C22D-309FC02AA05C}"/>
              </a:ext>
            </a:extLst>
          </p:cNvPr>
          <p:cNvSpPr txBox="1"/>
          <p:nvPr/>
        </p:nvSpPr>
        <p:spPr>
          <a:xfrm>
            <a:off x="6366003" y="3519001"/>
            <a:ext cx="5490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the </a:t>
            </a:r>
            <a:r>
              <a:rPr lang="en-GB" sz="3200" i="1" dirty="0">
                <a:solidFill>
                  <a:schemeClr val="accent6">
                    <a:lumMod val="75000"/>
                  </a:schemeClr>
                </a:solidFill>
              </a:rPr>
              <a:t>partition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8DADEB-2E92-DBF7-171F-CB8D82B8BF5D}"/>
                  </a:ext>
                </a:extLst>
              </p:cNvPr>
              <p:cNvSpPr txBox="1"/>
              <p:nvPr/>
            </p:nvSpPr>
            <p:spPr>
              <a:xfrm>
                <a:off x="6726007" y="4149008"/>
                <a:ext cx="4050045" cy="1736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IndSet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8DADEB-2E92-DBF7-171F-CB8D82B8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007" y="4149008"/>
                <a:ext cx="4050045" cy="17361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2CBE315-D8E3-033A-F73C-6F2EB48358BC}"/>
              </a:ext>
            </a:extLst>
          </p:cNvPr>
          <p:cNvCxnSpPr>
            <a:cxnSpLocks/>
          </p:cNvCxnSpPr>
          <p:nvPr/>
        </p:nvCxnSpPr>
        <p:spPr>
          <a:xfrm flipV="1">
            <a:off x="1671698" y="2502913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3E41A27-9981-0F2D-59F6-9E00393924DF}"/>
              </a:ext>
            </a:extLst>
          </p:cNvPr>
          <p:cNvCxnSpPr>
            <a:cxnSpLocks/>
          </p:cNvCxnSpPr>
          <p:nvPr/>
        </p:nvCxnSpPr>
        <p:spPr>
          <a:xfrm flipV="1">
            <a:off x="1498822" y="2848664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A2B14A-4080-7714-F643-585FB7A7F404}"/>
              </a:ext>
            </a:extLst>
          </p:cNvPr>
          <p:cNvCxnSpPr>
            <a:cxnSpLocks/>
          </p:cNvCxnSpPr>
          <p:nvPr/>
        </p:nvCxnSpPr>
        <p:spPr>
          <a:xfrm flipV="1">
            <a:off x="4690365" y="3433777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8C1A15-4779-E3B9-2E4B-37827C0E0B95}"/>
              </a:ext>
            </a:extLst>
          </p:cNvPr>
          <p:cNvCxnSpPr>
            <a:cxnSpLocks/>
          </p:cNvCxnSpPr>
          <p:nvPr/>
        </p:nvCxnSpPr>
        <p:spPr>
          <a:xfrm flipV="1">
            <a:off x="3194320" y="2502913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378F4D9-7DED-9F70-018E-BEADDAD65036}"/>
              </a:ext>
            </a:extLst>
          </p:cNvPr>
          <p:cNvCxnSpPr>
            <a:cxnSpLocks/>
          </p:cNvCxnSpPr>
          <p:nvPr/>
        </p:nvCxnSpPr>
        <p:spPr>
          <a:xfrm flipV="1">
            <a:off x="3008148" y="3779528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E8E3475-553C-0D3D-F32C-B317C515CD30}"/>
              </a:ext>
            </a:extLst>
          </p:cNvPr>
          <p:cNvCxnSpPr>
            <a:cxnSpLocks/>
          </p:cNvCxnSpPr>
          <p:nvPr/>
        </p:nvCxnSpPr>
        <p:spPr>
          <a:xfrm flipV="1">
            <a:off x="3161091" y="3485097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78B35C-EE00-2A8A-3358-657F6C9B39A5}"/>
              </a:ext>
            </a:extLst>
          </p:cNvPr>
          <p:cNvCxnSpPr>
            <a:cxnSpLocks/>
          </p:cNvCxnSpPr>
          <p:nvPr/>
        </p:nvCxnSpPr>
        <p:spPr>
          <a:xfrm>
            <a:off x="1542039" y="4125279"/>
            <a:ext cx="1496037" cy="9308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0393E9D-36F6-5A3F-82C0-8EEBFB21FCF4}"/>
              </a:ext>
            </a:extLst>
          </p:cNvPr>
          <p:cNvCxnSpPr>
            <a:cxnSpLocks/>
          </p:cNvCxnSpPr>
          <p:nvPr/>
        </p:nvCxnSpPr>
        <p:spPr>
          <a:xfrm flipH="1" flipV="1">
            <a:off x="1684986" y="2848662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659B919-34AC-5DD6-61E0-ECBFF9F8D596}"/>
              </a:ext>
            </a:extLst>
          </p:cNvPr>
          <p:cNvCxnSpPr>
            <a:cxnSpLocks/>
          </p:cNvCxnSpPr>
          <p:nvPr/>
        </p:nvCxnSpPr>
        <p:spPr>
          <a:xfrm flipH="1" flipV="1">
            <a:off x="3340607" y="2489611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E1AC651B-BBFC-0729-CA08-15EB0811AD09}"/>
              </a:ext>
            </a:extLst>
          </p:cNvPr>
          <p:cNvSpPr/>
          <p:nvPr/>
        </p:nvSpPr>
        <p:spPr>
          <a:xfrm>
            <a:off x="1498823" y="2675789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D849659-27B9-FD95-327F-AB8DEDC6426F}"/>
              </a:ext>
            </a:extLst>
          </p:cNvPr>
          <p:cNvSpPr/>
          <p:nvPr/>
        </p:nvSpPr>
        <p:spPr>
          <a:xfrm>
            <a:off x="3167736" y="2330038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8A39C4C-3297-2AF2-586A-2EB03413279D}"/>
              </a:ext>
            </a:extLst>
          </p:cNvPr>
          <p:cNvSpPr/>
          <p:nvPr/>
        </p:nvSpPr>
        <p:spPr>
          <a:xfrm>
            <a:off x="2821984" y="4883269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16D250F-DFB1-7232-6C09-D5A894637BDC}"/>
              </a:ext>
            </a:extLst>
          </p:cNvPr>
          <p:cNvSpPr/>
          <p:nvPr/>
        </p:nvSpPr>
        <p:spPr>
          <a:xfrm>
            <a:off x="4490897" y="4537518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A4478CB-0196-2642-5EE8-EBF752A778D1}"/>
              </a:ext>
            </a:extLst>
          </p:cNvPr>
          <p:cNvSpPr/>
          <p:nvPr/>
        </p:nvSpPr>
        <p:spPr>
          <a:xfrm>
            <a:off x="1325947" y="3952405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85A5708-DD04-78AC-DD47-4EEFE36FA09A}"/>
              </a:ext>
            </a:extLst>
          </p:cNvPr>
          <p:cNvSpPr/>
          <p:nvPr/>
        </p:nvSpPr>
        <p:spPr>
          <a:xfrm>
            <a:off x="2994859" y="3606653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E16557F-FB0B-7091-4222-22FC5CEB9114}"/>
              </a:ext>
            </a:extLst>
          </p:cNvPr>
          <p:cNvSpPr/>
          <p:nvPr/>
        </p:nvSpPr>
        <p:spPr>
          <a:xfrm>
            <a:off x="4663772" y="3260902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70008-DFC7-4E12-E668-5549755EA7D6}"/>
              </a:ext>
            </a:extLst>
          </p:cNvPr>
          <p:cNvSpPr/>
          <p:nvPr/>
        </p:nvSpPr>
        <p:spPr>
          <a:xfrm>
            <a:off x="9426037" y="4329010"/>
            <a:ext cx="1260014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381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9924-DE65-F106-82EF-9C28783F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10EDCA49-850D-6BB2-BE97-14D9DC0EB367}"/>
              </a:ext>
            </a:extLst>
          </p:cNvPr>
          <p:cNvSpPr txBox="1"/>
          <p:nvPr/>
        </p:nvSpPr>
        <p:spPr>
          <a:xfrm>
            <a:off x="6366003" y="458967"/>
            <a:ext cx="5760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Independent 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66686A-8A8E-3FE1-E60B-FB5637C1100B}"/>
              </a:ext>
            </a:extLst>
          </p:cNvPr>
          <p:cNvSpPr txBox="1"/>
          <p:nvPr/>
        </p:nvSpPr>
        <p:spPr>
          <a:xfrm>
            <a:off x="6366003" y="458967"/>
            <a:ext cx="720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accent5"/>
                </a:solidFill>
              </a:rPr>
              <a:t>#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15C509-C63B-ECE4-BD48-BEED5EDFDD54}"/>
              </a:ext>
            </a:extLst>
          </p:cNvPr>
          <p:cNvSpPr txBox="1"/>
          <p:nvPr/>
        </p:nvSpPr>
        <p:spPr>
          <a:xfrm>
            <a:off x="5375992" y="1178975"/>
            <a:ext cx="6570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Hard-core gas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C84D3E-D113-0816-9EA6-3E166C127189}"/>
                  </a:ext>
                </a:extLst>
              </p:cNvPr>
              <p:cNvSpPr txBox="1"/>
              <p:nvPr/>
            </p:nvSpPr>
            <p:spPr>
              <a:xfrm>
                <a:off x="965943" y="458967"/>
                <a:ext cx="14400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54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GB" sz="5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C84D3E-D113-0816-9EA6-3E166C127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3" y="458967"/>
                <a:ext cx="144001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2B65974-14FE-2B36-A2E8-63FAF28E8F5C}"/>
                  </a:ext>
                </a:extLst>
              </p:cNvPr>
              <p:cNvSpPr txBox="1"/>
              <p:nvPr/>
            </p:nvSpPr>
            <p:spPr>
              <a:xfrm>
                <a:off x="3035966" y="458967"/>
                <a:ext cx="14400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5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2B65974-14FE-2B36-A2E8-63FAF28E8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458967"/>
                <a:ext cx="144001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8BF2646-D368-2705-6E92-6F648461B052}"/>
              </a:ext>
            </a:extLst>
          </p:cNvPr>
          <p:cNvSpPr txBox="1"/>
          <p:nvPr/>
        </p:nvSpPr>
        <p:spPr>
          <a:xfrm>
            <a:off x="245935" y="1178975"/>
            <a:ext cx="2880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4">
                    <a:lumMod val="75000"/>
                  </a:schemeClr>
                </a:solidFill>
              </a:rPr>
              <a:t>maximum</a:t>
            </a:r>
            <a:br>
              <a:rPr lang="en-GB" sz="2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GB" sz="2400" dirty="0">
                <a:solidFill>
                  <a:schemeClr val="accent4">
                    <a:lumMod val="75000"/>
                  </a:schemeClr>
                </a:solidFill>
              </a:rPr>
              <a:t>degree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BE1CA2-ABD2-F8FD-DAD5-5FE7E3C622F5}"/>
              </a:ext>
            </a:extLst>
          </p:cNvPr>
          <p:cNvSpPr txBox="1"/>
          <p:nvPr/>
        </p:nvSpPr>
        <p:spPr>
          <a:xfrm>
            <a:off x="2315958" y="1268976"/>
            <a:ext cx="2880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“fugacity”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598DAA-CBA9-078A-D12D-E84C11FD2653}"/>
              </a:ext>
            </a:extLst>
          </p:cNvPr>
          <p:cNvSpPr txBox="1"/>
          <p:nvPr/>
        </p:nvSpPr>
        <p:spPr>
          <a:xfrm>
            <a:off x="5465993" y="2034216"/>
            <a:ext cx="288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Input: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4472-69C0-01A9-BF48-10B4D5DB1F17}"/>
                  </a:ext>
                </a:extLst>
              </p:cNvPr>
              <p:cNvSpPr txBox="1"/>
              <p:nvPr/>
            </p:nvSpPr>
            <p:spPr>
              <a:xfrm>
                <a:off x="6366003" y="2394220"/>
                <a:ext cx="549006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a graph with max degree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GB" sz="3200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94472-69C0-01A9-BF48-10B4D5DB1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03" y="2394220"/>
                <a:ext cx="5490061" cy="584775"/>
              </a:xfrm>
              <a:prstGeom prst="rect">
                <a:avLst/>
              </a:prstGeom>
              <a:blipFill>
                <a:blip r:embed="rId4"/>
                <a:stretch>
                  <a:fillRect l="-2775" t="-13542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402327AD-3A3E-DAAA-C600-49A1DC951036}"/>
              </a:ext>
            </a:extLst>
          </p:cNvPr>
          <p:cNvSpPr txBox="1"/>
          <p:nvPr/>
        </p:nvSpPr>
        <p:spPr>
          <a:xfrm>
            <a:off x="5465993" y="2978995"/>
            <a:ext cx="288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Output: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2823F-4AF4-5126-74CA-022C7B44EB13}"/>
              </a:ext>
            </a:extLst>
          </p:cNvPr>
          <p:cNvSpPr txBox="1"/>
          <p:nvPr/>
        </p:nvSpPr>
        <p:spPr>
          <a:xfrm>
            <a:off x="6366003" y="3519001"/>
            <a:ext cx="5490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the </a:t>
            </a:r>
            <a:r>
              <a:rPr lang="en-GB" sz="3200" i="1" dirty="0">
                <a:solidFill>
                  <a:schemeClr val="accent6">
                    <a:lumMod val="75000"/>
                  </a:schemeClr>
                </a:solidFill>
              </a:rPr>
              <a:t>partition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53CEAE-B2C3-4673-8209-987D06192734}"/>
                  </a:ext>
                </a:extLst>
              </p:cNvPr>
              <p:cNvSpPr txBox="1"/>
              <p:nvPr/>
            </p:nvSpPr>
            <p:spPr>
              <a:xfrm>
                <a:off x="6726007" y="4149008"/>
                <a:ext cx="4050045" cy="1736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IndSet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53CEAE-B2C3-4673-8209-987D06192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007" y="4149008"/>
                <a:ext cx="4050045" cy="17361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35D529C-10EF-9951-A0D4-882DC2DCB966}"/>
              </a:ext>
            </a:extLst>
          </p:cNvPr>
          <p:cNvCxnSpPr>
            <a:cxnSpLocks/>
          </p:cNvCxnSpPr>
          <p:nvPr/>
        </p:nvCxnSpPr>
        <p:spPr>
          <a:xfrm flipV="1">
            <a:off x="1671698" y="2502913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DEEBA1C-1EA6-98C0-318F-BFC03CE7585D}"/>
              </a:ext>
            </a:extLst>
          </p:cNvPr>
          <p:cNvCxnSpPr>
            <a:cxnSpLocks/>
          </p:cNvCxnSpPr>
          <p:nvPr/>
        </p:nvCxnSpPr>
        <p:spPr>
          <a:xfrm flipV="1">
            <a:off x="1498822" y="2848664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025D817-F60B-B0EC-FD05-264AE34EBC47}"/>
              </a:ext>
            </a:extLst>
          </p:cNvPr>
          <p:cNvCxnSpPr>
            <a:cxnSpLocks/>
          </p:cNvCxnSpPr>
          <p:nvPr/>
        </p:nvCxnSpPr>
        <p:spPr>
          <a:xfrm flipV="1">
            <a:off x="4690365" y="3433777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8B43D9-B596-56BC-CEE5-D554E6EB83B2}"/>
              </a:ext>
            </a:extLst>
          </p:cNvPr>
          <p:cNvCxnSpPr>
            <a:cxnSpLocks/>
          </p:cNvCxnSpPr>
          <p:nvPr/>
        </p:nvCxnSpPr>
        <p:spPr>
          <a:xfrm flipV="1">
            <a:off x="3194320" y="2502913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98D6766-F241-52F7-F51F-E96E0CFCC04E}"/>
              </a:ext>
            </a:extLst>
          </p:cNvPr>
          <p:cNvCxnSpPr>
            <a:cxnSpLocks/>
          </p:cNvCxnSpPr>
          <p:nvPr/>
        </p:nvCxnSpPr>
        <p:spPr>
          <a:xfrm flipV="1">
            <a:off x="3008148" y="3779528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47082A-2E30-9E7E-29EF-B3E4AA0ECFA1}"/>
              </a:ext>
            </a:extLst>
          </p:cNvPr>
          <p:cNvCxnSpPr>
            <a:cxnSpLocks/>
          </p:cNvCxnSpPr>
          <p:nvPr/>
        </p:nvCxnSpPr>
        <p:spPr>
          <a:xfrm flipV="1">
            <a:off x="3161091" y="3485097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3B6424A-4FBB-3CF5-E9A6-4B83AE27FE53}"/>
              </a:ext>
            </a:extLst>
          </p:cNvPr>
          <p:cNvCxnSpPr>
            <a:cxnSpLocks/>
          </p:cNvCxnSpPr>
          <p:nvPr/>
        </p:nvCxnSpPr>
        <p:spPr>
          <a:xfrm>
            <a:off x="1542039" y="4125279"/>
            <a:ext cx="1496037" cy="9308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B11548E-0F59-45CE-995C-2A3474EE3C43}"/>
              </a:ext>
            </a:extLst>
          </p:cNvPr>
          <p:cNvCxnSpPr>
            <a:cxnSpLocks/>
          </p:cNvCxnSpPr>
          <p:nvPr/>
        </p:nvCxnSpPr>
        <p:spPr>
          <a:xfrm flipH="1" flipV="1">
            <a:off x="1684986" y="2848662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EB98748-5040-ADB3-716C-B69476C160E2}"/>
              </a:ext>
            </a:extLst>
          </p:cNvPr>
          <p:cNvCxnSpPr>
            <a:cxnSpLocks/>
          </p:cNvCxnSpPr>
          <p:nvPr/>
        </p:nvCxnSpPr>
        <p:spPr>
          <a:xfrm flipH="1" flipV="1">
            <a:off x="3340607" y="2489611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367B13AE-4A49-ABDF-F531-B01F34F6BA52}"/>
              </a:ext>
            </a:extLst>
          </p:cNvPr>
          <p:cNvSpPr/>
          <p:nvPr/>
        </p:nvSpPr>
        <p:spPr>
          <a:xfrm>
            <a:off x="1498823" y="267578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7D96913-CDB5-12A8-4A63-CF03BDE37A8B}"/>
              </a:ext>
            </a:extLst>
          </p:cNvPr>
          <p:cNvSpPr/>
          <p:nvPr/>
        </p:nvSpPr>
        <p:spPr>
          <a:xfrm>
            <a:off x="3167736" y="2330038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C3D63BF-342E-6799-62EB-3C4764FA5635}"/>
              </a:ext>
            </a:extLst>
          </p:cNvPr>
          <p:cNvSpPr/>
          <p:nvPr/>
        </p:nvSpPr>
        <p:spPr>
          <a:xfrm>
            <a:off x="2821984" y="4883269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AE579FC-121A-113C-D61F-518A9F755470}"/>
              </a:ext>
            </a:extLst>
          </p:cNvPr>
          <p:cNvSpPr/>
          <p:nvPr/>
        </p:nvSpPr>
        <p:spPr>
          <a:xfrm>
            <a:off x="4490897" y="4537518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lang="en-GB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A150D26-C382-E82E-9FBA-223252DA6273}"/>
              </a:ext>
            </a:extLst>
          </p:cNvPr>
          <p:cNvSpPr/>
          <p:nvPr/>
        </p:nvSpPr>
        <p:spPr>
          <a:xfrm>
            <a:off x="1325947" y="3952405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53D79BA-9DD1-E888-8CEF-6596845C8687}"/>
              </a:ext>
            </a:extLst>
          </p:cNvPr>
          <p:cNvSpPr/>
          <p:nvPr/>
        </p:nvSpPr>
        <p:spPr>
          <a:xfrm>
            <a:off x="2994859" y="3606653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FFD60CD-5486-E102-1F41-C68397D58BB7}"/>
              </a:ext>
            </a:extLst>
          </p:cNvPr>
          <p:cNvSpPr/>
          <p:nvPr/>
        </p:nvSpPr>
        <p:spPr>
          <a:xfrm>
            <a:off x="4663772" y="3260902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CDA5932-C2DD-F3A4-7C9E-563E15FECC2B}"/>
              </a:ext>
            </a:extLst>
          </p:cNvPr>
          <p:cNvSpPr/>
          <p:nvPr/>
        </p:nvSpPr>
        <p:spPr>
          <a:xfrm>
            <a:off x="9426037" y="4329010"/>
            <a:ext cx="1260014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4CAC7FE-915A-20C4-0A1E-196DC564C898}"/>
                  </a:ext>
                </a:extLst>
              </p:cNvPr>
              <p:cNvSpPr txBox="1"/>
              <p:nvPr/>
            </p:nvSpPr>
            <p:spPr>
              <a:xfrm>
                <a:off x="3665973" y="5409022"/>
                <a:ext cx="990011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4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4CAC7FE-915A-20C4-0A1E-196DC564C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973" y="5409022"/>
                <a:ext cx="990011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310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34ED-2C14-4A2D-E63C-F95D790A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F86AB7AE-1F24-5155-993D-8E5F8BD19A72}"/>
              </a:ext>
            </a:extLst>
          </p:cNvPr>
          <p:cNvSpPr txBox="1"/>
          <p:nvPr/>
        </p:nvSpPr>
        <p:spPr>
          <a:xfrm>
            <a:off x="965943" y="3519001"/>
            <a:ext cx="4860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the </a:t>
            </a:r>
            <a:r>
              <a:rPr lang="en-GB" sz="3200" i="1" dirty="0">
                <a:solidFill>
                  <a:schemeClr val="accent6">
                    <a:lumMod val="75000"/>
                  </a:schemeClr>
                </a:solidFill>
              </a:rPr>
              <a:t>partition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15A188F-4F3B-F55D-F823-9564A27BC071}"/>
                  </a:ext>
                </a:extLst>
              </p:cNvPr>
              <p:cNvSpPr txBox="1"/>
              <p:nvPr/>
            </p:nvSpPr>
            <p:spPr>
              <a:xfrm>
                <a:off x="1325946" y="4149008"/>
                <a:ext cx="4050045" cy="1736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IndSet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15A188F-4F3B-F55D-F823-9564A27BC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946" y="4149008"/>
                <a:ext cx="4050045" cy="1736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E93A870-6511-F1FF-1E3A-B9A860C00054}"/>
              </a:ext>
            </a:extLst>
          </p:cNvPr>
          <p:cNvCxnSpPr>
            <a:cxnSpLocks/>
          </p:cNvCxnSpPr>
          <p:nvPr/>
        </p:nvCxnSpPr>
        <p:spPr>
          <a:xfrm flipV="1">
            <a:off x="1671698" y="653460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7E8F367-4E9C-E05E-FB4D-00A9D1A0C1BF}"/>
              </a:ext>
            </a:extLst>
          </p:cNvPr>
          <p:cNvCxnSpPr>
            <a:cxnSpLocks/>
          </p:cNvCxnSpPr>
          <p:nvPr/>
        </p:nvCxnSpPr>
        <p:spPr>
          <a:xfrm flipV="1">
            <a:off x="1498822" y="999211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E13EEBE-6B63-B441-A73D-16BC9B63AC26}"/>
              </a:ext>
            </a:extLst>
          </p:cNvPr>
          <p:cNvCxnSpPr>
            <a:cxnSpLocks/>
          </p:cNvCxnSpPr>
          <p:nvPr/>
        </p:nvCxnSpPr>
        <p:spPr>
          <a:xfrm flipV="1">
            <a:off x="4690365" y="1584324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404F246-87E9-732A-B754-DBCD103DE6BF}"/>
              </a:ext>
            </a:extLst>
          </p:cNvPr>
          <p:cNvCxnSpPr>
            <a:cxnSpLocks/>
          </p:cNvCxnSpPr>
          <p:nvPr/>
        </p:nvCxnSpPr>
        <p:spPr>
          <a:xfrm flipV="1">
            <a:off x="3194320" y="653460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28893FD-8A28-B426-D8A9-802B1A7441F0}"/>
              </a:ext>
            </a:extLst>
          </p:cNvPr>
          <p:cNvCxnSpPr>
            <a:cxnSpLocks/>
          </p:cNvCxnSpPr>
          <p:nvPr/>
        </p:nvCxnSpPr>
        <p:spPr>
          <a:xfrm flipV="1">
            <a:off x="3008148" y="1930075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748D79C-8599-A04A-1A64-0A8635C76568}"/>
              </a:ext>
            </a:extLst>
          </p:cNvPr>
          <p:cNvCxnSpPr>
            <a:cxnSpLocks/>
          </p:cNvCxnSpPr>
          <p:nvPr/>
        </p:nvCxnSpPr>
        <p:spPr>
          <a:xfrm flipV="1">
            <a:off x="3161091" y="1635644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B3A194E-0F06-B882-908C-A123F0F801B8}"/>
              </a:ext>
            </a:extLst>
          </p:cNvPr>
          <p:cNvCxnSpPr>
            <a:cxnSpLocks/>
          </p:cNvCxnSpPr>
          <p:nvPr/>
        </p:nvCxnSpPr>
        <p:spPr>
          <a:xfrm>
            <a:off x="1542039" y="2275826"/>
            <a:ext cx="1496037" cy="9308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DF2D1BF-AB97-8B0D-CB9B-A5755671E2D7}"/>
              </a:ext>
            </a:extLst>
          </p:cNvPr>
          <p:cNvCxnSpPr>
            <a:cxnSpLocks/>
          </p:cNvCxnSpPr>
          <p:nvPr/>
        </p:nvCxnSpPr>
        <p:spPr>
          <a:xfrm flipH="1" flipV="1">
            <a:off x="1684986" y="999209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1A56172-3EB2-4358-A0C3-95F288AAD8FB}"/>
              </a:ext>
            </a:extLst>
          </p:cNvPr>
          <p:cNvCxnSpPr>
            <a:cxnSpLocks/>
          </p:cNvCxnSpPr>
          <p:nvPr/>
        </p:nvCxnSpPr>
        <p:spPr>
          <a:xfrm flipH="1" flipV="1">
            <a:off x="3340607" y="640158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D5533FC1-8DF3-0253-BCF4-36F1EF7F5A13}"/>
              </a:ext>
            </a:extLst>
          </p:cNvPr>
          <p:cNvSpPr/>
          <p:nvPr/>
        </p:nvSpPr>
        <p:spPr>
          <a:xfrm>
            <a:off x="1498823" y="826336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8E9D43D-B652-C5AE-F0C5-2D08A43896AC}"/>
              </a:ext>
            </a:extLst>
          </p:cNvPr>
          <p:cNvSpPr/>
          <p:nvPr/>
        </p:nvSpPr>
        <p:spPr>
          <a:xfrm>
            <a:off x="3167736" y="480585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99C7854-BBC1-7F07-AA0B-B6CF31BAC275}"/>
              </a:ext>
            </a:extLst>
          </p:cNvPr>
          <p:cNvSpPr/>
          <p:nvPr/>
        </p:nvSpPr>
        <p:spPr>
          <a:xfrm>
            <a:off x="2821984" y="3033816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E0D7566-40AA-74D0-53F6-742084B0F5B4}"/>
              </a:ext>
            </a:extLst>
          </p:cNvPr>
          <p:cNvSpPr/>
          <p:nvPr/>
        </p:nvSpPr>
        <p:spPr>
          <a:xfrm>
            <a:off x="4490897" y="2688065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lang="en-GB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59A49A8-AA83-244C-90F9-AE343F45A58B}"/>
              </a:ext>
            </a:extLst>
          </p:cNvPr>
          <p:cNvSpPr/>
          <p:nvPr/>
        </p:nvSpPr>
        <p:spPr>
          <a:xfrm>
            <a:off x="1325947" y="2102952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D227350-8F3C-C61B-CE44-9D96A93B6D25}"/>
              </a:ext>
            </a:extLst>
          </p:cNvPr>
          <p:cNvSpPr/>
          <p:nvPr/>
        </p:nvSpPr>
        <p:spPr>
          <a:xfrm>
            <a:off x="2994859" y="17572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87C7331-DCAC-17B0-5047-10BCC86DFAE0}"/>
              </a:ext>
            </a:extLst>
          </p:cNvPr>
          <p:cNvSpPr/>
          <p:nvPr/>
        </p:nvSpPr>
        <p:spPr>
          <a:xfrm>
            <a:off x="4663772" y="1411449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069782A-6212-6722-DCC4-C3F1CB597113}"/>
              </a:ext>
            </a:extLst>
          </p:cNvPr>
          <p:cNvSpPr/>
          <p:nvPr/>
        </p:nvSpPr>
        <p:spPr>
          <a:xfrm>
            <a:off x="4025976" y="4329010"/>
            <a:ext cx="1260014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B880D4-651A-4D39-47BC-8D95AC50BC92}"/>
                  </a:ext>
                </a:extLst>
              </p:cNvPr>
              <p:cNvSpPr txBox="1"/>
              <p:nvPr/>
            </p:nvSpPr>
            <p:spPr>
              <a:xfrm>
                <a:off x="6726007" y="2618991"/>
                <a:ext cx="4050045" cy="1495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4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n-GB" sz="4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B880D4-651A-4D39-47BC-8D95AC50B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007" y="2618991"/>
                <a:ext cx="4050045" cy="1495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9F86DE-FED5-77ED-F573-62F5540686E8}"/>
              </a:ext>
            </a:extLst>
          </p:cNvPr>
          <p:cNvSpPr txBox="1"/>
          <p:nvPr/>
        </p:nvSpPr>
        <p:spPr>
          <a:xfrm>
            <a:off x="7896020" y="4149008"/>
            <a:ext cx="34200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solidFill>
                  <a:schemeClr val="accent6">
                    <a:lumMod val="75000"/>
                  </a:schemeClr>
                </a:solidFill>
              </a:rPr>
              <a:t>partition function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E9808-9D69-96D6-D02F-FA1BDB566403}"/>
              </a:ext>
            </a:extLst>
          </p:cNvPr>
          <p:cNvSpPr txBox="1"/>
          <p:nvPr/>
        </p:nvSpPr>
        <p:spPr>
          <a:xfrm>
            <a:off x="7896020" y="1628980"/>
            <a:ext cx="3420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solidFill>
                  <a:schemeClr val="accent1">
                    <a:lumMod val="75000"/>
                  </a:schemeClr>
                </a:solidFill>
              </a:rPr>
              <a:t>weight</a:t>
            </a:r>
            <a:endParaRPr lang="en-GB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DAFE4E-0095-C33D-85A7-47130AEE4E75}"/>
              </a:ext>
            </a:extLst>
          </p:cNvPr>
          <p:cNvSpPr txBox="1"/>
          <p:nvPr/>
        </p:nvSpPr>
        <p:spPr>
          <a:xfrm>
            <a:off x="4475982" y="458967"/>
            <a:ext cx="3420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configuration</a:t>
            </a:r>
            <a:endParaRPr lang="en-GB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188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5E69-B709-A50A-CB3F-459A3756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6DC54212-B1F2-4A6D-2889-BABDD01163A4}"/>
              </a:ext>
            </a:extLst>
          </p:cNvPr>
          <p:cNvSpPr txBox="1"/>
          <p:nvPr/>
        </p:nvSpPr>
        <p:spPr>
          <a:xfrm>
            <a:off x="6366003" y="458967"/>
            <a:ext cx="5760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Independent set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A07E5B-210C-125E-0E18-7F22381894EE}"/>
              </a:ext>
            </a:extLst>
          </p:cNvPr>
          <p:cNvSpPr txBox="1"/>
          <p:nvPr/>
        </p:nvSpPr>
        <p:spPr>
          <a:xfrm>
            <a:off x="6366003" y="458967"/>
            <a:ext cx="720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accent5"/>
                </a:solidFill>
              </a:rPr>
              <a:t>#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2DC5AF-EBD3-67CB-D987-250B56A7EBD6}"/>
              </a:ext>
            </a:extLst>
          </p:cNvPr>
          <p:cNvSpPr txBox="1"/>
          <p:nvPr/>
        </p:nvSpPr>
        <p:spPr>
          <a:xfrm>
            <a:off x="5375992" y="1178975"/>
            <a:ext cx="6570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Hard-core gas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2041FE-4A35-2AED-BFAC-560F24A9DD72}"/>
                  </a:ext>
                </a:extLst>
              </p:cNvPr>
              <p:cNvSpPr txBox="1"/>
              <p:nvPr/>
            </p:nvSpPr>
            <p:spPr>
              <a:xfrm>
                <a:off x="965943" y="458967"/>
                <a:ext cx="14400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54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GB" sz="5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12041FE-4A35-2AED-BFAC-560F24A9D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3" y="458967"/>
                <a:ext cx="144001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E2624B-1533-4216-6F7D-94500BC41F14}"/>
                  </a:ext>
                </a:extLst>
              </p:cNvPr>
              <p:cNvSpPr txBox="1"/>
              <p:nvPr/>
            </p:nvSpPr>
            <p:spPr>
              <a:xfrm>
                <a:off x="3035966" y="458967"/>
                <a:ext cx="14400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5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E2624B-1533-4216-6F7D-94500BC41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458967"/>
                <a:ext cx="144001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A5B9ACCA-2F9B-41A2-CF75-6187B1798BEF}"/>
              </a:ext>
            </a:extLst>
          </p:cNvPr>
          <p:cNvSpPr txBox="1"/>
          <p:nvPr/>
        </p:nvSpPr>
        <p:spPr>
          <a:xfrm>
            <a:off x="245935" y="1178975"/>
            <a:ext cx="2880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4">
                    <a:lumMod val="75000"/>
                  </a:schemeClr>
                </a:solidFill>
              </a:rPr>
              <a:t>maximum</a:t>
            </a:r>
            <a:br>
              <a:rPr lang="en-GB" sz="2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GB" sz="2400" dirty="0">
                <a:solidFill>
                  <a:schemeClr val="accent4">
                    <a:lumMod val="75000"/>
                  </a:schemeClr>
                </a:solidFill>
              </a:rPr>
              <a:t>degree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9E4A9B-2FFA-1340-D5D4-F741F8C2F2D2}"/>
              </a:ext>
            </a:extLst>
          </p:cNvPr>
          <p:cNvSpPr txBox="1"/>
          <p:nvPr/>
        </p:nvSpPr>
        <p:spPr>
          <a:xfrm>
            <a:off x="2315958" y="1268976"/>
            <a:ext cx="2880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“fugacity”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22A54-E3BA-5E80-05B8-4815E49E1532}"/>
              </a:ext>
            </a:extLst>
          </p:cNvPr>
          <p:cNvSpPr txBox="1"/>
          <p:nvPr/>
        </p:nvSpPr>
        <p:spPr>
          <a:xfrm>
            <a:off x="5465993" y="2034216"/>
            <a:ext cx="288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Input: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750BB8-BA09-7823-8461-4BB26A3785B0}"/>
                  </a:ext>
                </a:extLst>
              </p:cNvPr>
              <p:cNvSpPr txBox="1"/>
              <p:nvPr/>
            </p:nvSpPr>
            <p:spPr>
              <a:xfrm>
                <a:off x="6366003" y="2394220"/>
                <a:ext cx="549006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/>
                  <a:t>a graph with max degree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GB" sz="3200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750BB8-BA09-7823-8461-4BB26A378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03" y="2394220"/>
                <a:ext cx="5490061" cy="584775"/>
              </a:xfrm>
              <a:prstGeom prst="rect">
                <a:avLst/>
              </a:prstGeom>
              <a:blipFill>
                <a:blip r:embed="rId4"/>
                <a:stretch>
                  <a:fillRect l="-2775" t="-13542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0724B54-3C36-FACB-7D37-B6D3351E4B5C}"/>
              </a:ext>
            </a:extLst>
          </p:cNvPr>
          <p:cNvSpPr txBox="1"/>
          <p:nvPr/>
        </p:nvSpPr>
        <p:spPr>
          <a:xfrm>
            <a:off x="5465993" y="2978995"/>
            <a:ext cx="2880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/>
              <a:t>Output: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641528-D951-0013-7AFD-DB7EF027DBCD}"/>
              </a:ext>
            </a:extLst>
          </p:cNvPr>
          <p:cNvSpPr txBox="1"/>
          <p:nvPr/>
        </p:nvSpPr>
        <p:spPr>
          <a:xfrm>
            <a:off x="6366003" y="3519001"/>
            <a:ext cx="5490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sample the </a:t>
            </a:r>
            <a:r>
              <a:rPr lang="en-GB" sz="3200" i="1" dirty="0">
                <a:solidFill>
                  <a:schemeClr val="accent6">
                    <a:lumMod val="75000"/>
                  </a:schemeClr>
                </a:solidFill>
              </a:rPr>
              <a:t>Gibbs distribution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07AE8EA-5590-5DD4-1281-6818397BC9E7}"/>
              </a:ext>
            </a:extLst>
          </p:cNvPr>
          <p:cNvCxnSpPr>
            <a:cxnSpLocks/>
          </p:cNvCxnSpPr>
          <p:nvPr/>
        </p:nvCxnSpPr>
        <p:spPr>
          <a:xfrm flipV="1">
            <a:off x="1671698" y="2502913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63BA3CF-B49B-6CCE-73BC-183C348AA357}"/>
              </a:ext>
            </a:extLst>
          </p:cNvPr>
          <p:cNvCxnSpPr>
            <a:cxnSpLocks/>
          </p:cNvCxnSpPr>
          <p:nvPr/>
        </p:nvCxnSpPr>
        <p:spPr>
          <a:xfrm flipV="1">
            <a:off x="1498822" y="2848664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552CC66-24E2-50CB-EAE4-D29E0D84B427}"/>
              </a:ext>
            </a:extLst>
          </p:cNvPr>
          <p:cNvCxnSpPr>
            <a:cxnSpLocks/>
          </p:cNvCxnSpPr>
          <p:nvPr/>
        </p:nvCxnSpPr>
        <p:spPr>
          <a:xfrm flipV="1">
            <a:off x="4690365" y="3433777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25AE503-5F46-2F85-C2E2-03697C70A5BA}"/>
              </a:ext>
            </a:extLst>
          </p:cNvPr>
          <p:cNvCxnSpPr>
            <a:cxnSpLocks/>
          </p:cNvCxnSpPr>
          <p:nvPr/>
        </p:nvCxnSpPr>
        <p:spPr>
          <a:xfrm flipV="1">
            <a:off x="3194320" y="2502913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6F32BD2-3404-8B73-B3F1-E14728498FE4}"/>
              </a:ext>
            </a:extLst>
          </p:cNvPr>
          <p:cNvCxnSpPr>
            <a:cxnSpLocks/>
          </p:cNvCxnSpPr>
          <p:nvPr/>
        </p:nvCxnSpPr>
        <p:spPr>
          <a:xfrm flipV="1">
            <a:off x="3008148" y="3779528"/>
            <a:ext cx="172876" cy="12766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F8A6DFE-76AB-066A-0B0F-65DCDD3BBC77}"/>
              </a:ext>
            </a:extLst>
          </p:cNvPr>
          <p:cNvCxnSpPr>
            <a:cxnSpLocks/>
          </p:cNvCxnSpPr>
          <p:nvPr/>
        </p:nvCxnSpPr>
        <p:spPr>
          <a:xfrm flipV="1">
            <a:off x="3161091" y="3485097"/>
            <a:ext cx="1668912" cy="34575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E579860-A2BA-A66A-8792-DE1A4BF9AC88}"/>
              </a:ext>
            </a:extLst>
          </p:cNvPr>
          <p:cNvCxnSpPr>
            <a:cxnSpLocks/>
          </p:cNvCxnSpPr>
          <p:nvPr/>
        </p:nvCxnSpPr>
        <p:spPr>
          <a:xfrm>
            <a:off x="1542039" y="4125279"/>
            <a:ext cx="1496037" cy="9308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5F838A8-6ADA-5F10-7807-E35D6F243EA5}"/>
              </a:ext>
            </a:extLst>
          </p:cNvPr>
          <p:cNvCxnSpPr>
            <a:cxnSpLocks/>
          </p:cNvCxnSpPr>
          <p:nvPr/>
        </p:nvCxnSpPr>
        <p:spPr>
          <a:xfrm flipH="1" flipV="1">
            <a:off x="1684986" y="2848662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AC94459-92B3-4E3F-A922-DA104F84AFE7}"/>
              </a:ext>
            </a:extLst>
          </p:cNvPr>
          <p:cNvCxnSpPr>
            <a:cxnSpLocks/>
          </p:cNvCxnSpPr>
          <p:nvPr/>
        </p:nvCxnSpPr>
        <p:spPr>
          <a:xfrm flipH="1" flipV="1">
            <a:off x="3340607" y="2489611"/>
            <a:ext cx="1323161" cy="220748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20FE577B-D1A9-5E7B-94A2-6C727AC5055C}"/>
              </a:ext>
            </a:extLst>
          </p:cNvPr>
          <p:cNvSpPr/>
          <p:nvPr/>
        </p:nvSpPr>
        <p:spPr>
          <a:xfrm>
            <a:off x="1498823" y="267578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EA20AB6-3008-CD09-4B32-D9D3A2130968}"/>
              </a:ext>
            </a:extLst>
          </p:cNvPr>
          <p:cNvSpPr/>
          <p:nvPr/>
        </p:nvSpPr>
        <p:spPr>
          <a:xfrm>
            <a:off x="3167736" y="2330038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14588D3-D27E-08BA-B947-712ED2242603}"/>
              </a:ext>
            </a:extLst>
          </p:cNvPr>
          <p:cNvSpPr/>
          <p:nvPr/>
        </p:nvSpPr>
        <p:spPr>
          <a:xfrm>
            <a:off x="2821984" y="4883269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A2DEB83-A596-B86E-F56F-6A4E0F436FF0}"/>
              </a:ext>
            </a:extLst>
          </p:cNvPr>
          <p:cNvSpPr/>
          <p:nvPr/>
        </p:nvSpPr>
        <p:spPr>
          <a:xfrm>
            <a:off x="4490897" y="4537518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lang="en-GB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A363892-293B-4DCE-0E5F-A4382B76EAD2}"/>
              </a:ext>
            </a:extLst>
          </p:cNvPr>
          <p:cNvSpPr/>
          <p:nvPr/>
        </p:nvSpPr>
        <p:spPr>
          <a:xfrm>
            <a:off x="1325947" y="3952405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B856F13-56A4-37D8-3A0A-EC485479AF3F}"/>
              </a:ext>
            </a:extLst>
          </p:cNvPr>
          <p:cNvSpPr/>
          <p:nvPr/>
        </p:nvSpPr>
        <p:spPr>
          <a:xfrm>
            <a:off x="2994859" y="3606653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+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513C3BB-38F0-6995-39A0-AA7D3EA3ED39}"/>
              </a:ext>
            </a:extLst>
          </p:cNvPr>
          <p:cNvSpPr/>
          <p:nvPr/>
        </p:nvSpPr>
        <p:spPr>
          <a:xfrm>
            <a:off x="4663772" y="3260902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–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01C0AC0-1BF3-5324-4129-D89EBA26763B}"/>
                  </a:ext>
                </a:extLst>
              </p:cNvPr>
              <p:cNvSpPr txBox="1"/>
              <p:nvPr/>
            </p:nvSpPr>
            <p:spPr>
              <a:xfrm>
                <a:off x="1775952" y="5409022"/>
                <a:ext cx="2340026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GB" sz="4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01C0AC0-1BF3-5324-4129-D89EBA26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2" y="5409022"/>
                <a:ext cx="2340026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D02A50-D626-F015-F504-3B971EF002FA}"/>
                  </a:ext>
                </a:extLst>
              </p:cNvPr>
              <p:cNvSpPr txBox="1"/>
              <p:nvPr/>
            </p:nvSpPr>
            <p:spPr>
              <a:xfrm>
                <a:off x="6726007" y="4273808"/>
                <a:ext cx="4050045" cy="1495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44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4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4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n-GB" sz="4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D02A50-D626-F015-F504-3B971EF00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007" y="4273808"/>
                <a:ext cx="4050045" cy="14952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863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BD002D-DCF8-44A4-564C-7A4E7DC9FFBC}"/>
              </a:ext>
            </a:extLst>
          </p:cNvPr>
          <p:cNvSpPr txBox="1"/>
          <p:nvPr/>
        </p:nvSpPr>
        <p:spPr>
          <a:xfrm>
            <a:off x="2765963" y="548968"/>
            <a:ext cx="6660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Hard-core gas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651C96-55AA-AF6F-07A8-CF0781EA9DB2}"/>
                  </a:ext>
                </a:extLst>
              </p:cNvPr>
              <p:cNvSpPr txBox="1"/>
              <p:nvPr/>
            </p:nvSpPr>
            <p:spPr>
              <a:xfrm>
                <a:off x="1055944" y="1782885"/>
                <a:ext cx="4050045" cy="1736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IndSet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651C96-55AA-AF6F-07A8-CF0781EA9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44" y="1782885"/>
                <a:ext cx="4050045" cy="1736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6A24E2-1AAB-DBCA-849A-0FC0A04A9DAA}"/>
                  </a:ext>
                </a:extLst>
              </p:cNvPr>
              <p:cNvSpPr txBox="1"/>
              <p:nvPr/>
            </p:nvSpPr>
            <p:spPr>
              <a:xfrm>
                <a:off x="7086011" y="1933782"/>
                <a:ext cx="4050045" cy="1495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44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4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4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4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n-GB" sz="4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6A24E2-1AAB-DBCA-849A-0FC0A04A9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011" y="1933782"/>
                <a:ext cx="4050045" cy="1495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38BE06-CEC4-90F4-14B3-CDD82F871BAB}"/>
              </a:ext>
            </a:extLst>
          </p:cNvPr>
          <p:cNvSpPr/>
          <p:nvPr/>
        </p:nvSpPr>
        <p:spPr>
          <a:xfrm>
            <a:off x="1055944" y="3879005"/>
            <a:ext cx="4050045" cy="19800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Approximate counting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B9FD4C-4405-0CAB-F5F2-B84DE9AAE272}"/>
              </a:ext>
            </a:extLst>
          </p:cNvPr>
          <p:cNvSpPr/>
          <p:nvPr/>
        </p:nvSpPr>
        <p:spPr>
          <a:xfrm>
            <a:off x="7086011" y="3879005"/>
            <a:ext cx="4050045" cy="19800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Uniform</a:t>
            </a:r>
          </a:p>
          <a:p>
            <a:pPr algn="ctr"/>
            <a:r>
              <a:rPr lang="en-GB" sz="3600" dirty="0">
                <a:solidFill>
                  <a:schemeClr val="tx1"/>
                </a:solidFill>
              </a:rPr>
              <a:t>sampling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EF96AD40-5470-7C19-D816-E47DAC31EA9C}"/>
              </a:ext>
            </a:extLst>
          </p:cNvPr>
          <p:cNvSpPr/>
          <p:nvPr/>
        </p:nvSpPr>
        <p:spPr>
          <a:xfrm>
            <a:off x="5285991" y="4599013"/>
            <a:ext cx="1620018" cy="540006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137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6C81B-7B2C-C93B-62A6-4B2D36AD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A676B8-0752-3728-A34B-953A70207927}"/>
              </a:ext>
            </a:extLst>
          </p:cNvPr>
          <p:cNvSpPr txBox="1"/>
          <p:nvPr/>
        </p:nvSpPr>
        <p:spPr>
          <a:xfrm>
            <a:off x="2765963" y="548968"/>
            <a:ext cx="6660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Hard-core gas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FD0DE1-99D6-1893-6B79-964707DB20E5}"/>
                  </a:ext>
                </a:extLst>
              </p:cNvPr>
              <p:cNvSpPr txBox="1"/>
              <p:nvPr/>
            </p:nvSpPr>
            <p:spPr>
              <a:xfrm>
                <a:off x="3305969" y="1808982"/>
                <a:ext cx="5580062" cy="2380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72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72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72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72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72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72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n-GB" sz="7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FD0DE1-99D6-1893-6B79-964707DB2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969" y="1808982"/>
                <a:ext cx="5580062" cy="2380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438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EBDD-0780-AA55-EB39-EC1175B3D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17B0F-3A91-59A5-7A23-9E804CFC60BB}"/>
              </a:ext>
            </a:extLst>
          </p:cNvPr>
          <p:cNvSpPr txBox="1"/>
          <p:nvPr/>
        </p:nvSpPr>
        <p:spPr>
          <a:xfrm>
            <a:off x="2765963" y="548968"/>
            <a:ext cx="6660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Hard-core gas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CAE33E-F418-AE96-8AE1-D798801FC9A7}"/>
                  </a:ext>
                </a:extLst>
              </p:cNvPr>
              <p:cNvSpPr txBox="1"/>
              <p:nvPr/>
            </p:nvSpPr>
            <p:spPr>
              <a:xfrm>
                <a:off x="3305969" y="1808982"/>
                <a:ext cx="5580062" cy="1363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40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0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0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n-GB" sz="4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CAE33E-F418-AE96-8AE1-D798801FC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969" y="1808982"/>
                <a:ext cx="5580062" cy="13638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BBABF4-60F3-F8D1-4312-2A4EAEB028BF}"/>
                  </a:ext>
                </a:extLst>
              </p:cNvPr>
              <p:cNvSpPr txBox="1"/>
              <p:nvPr/>
            </p:nvSpPr>
            <p:spPr>
              <a:xfrm>
                <a:off x="3305969" y="3609002"/>
                <a:ext cx="5580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BBABF4-60F3-F8D1-4312-2A4EAEB02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969" y="3609002"/>
                <a:ext cx="5580062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647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6367-0179-BCB2-F735-958C0BC3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0B0F33-3917-59E9-793B-ECE03886F608}"/>
              </a:ext>
            </a:extLst>
          </p:cNvPr>
          <p:cNvSpPr txBox="1"/>
          <p:nvPr/>
        </p:nvSpPr>
        <p:spPr>
          <a:xfrm>
            <a:off x="2765963" y="548968"/>
            <a:ext cx="6660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Hard-core gas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157527-9986-A2AD-EFD7-5AE91D9E43B2}"/>
                  </a:ext>
                </a:extLst>
              </p:cNvPr>
              <p:cNvSpPr txBox="1"/>
              <p:nvPr/>
            </p:nvSpPr>
            <p:spPr>
              <a:xfrm>
                <a:off x="3305969" y="1808982"/>
                <a:ext cx="5580062" cy="1363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GB" sz="40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000" i="1">
                              <a:solidFill>
                                <a:srgbClr val="F3A447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0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00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r>
                            <a:rPr lang="en-GB" sz="4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157527-9986-A2AD-EFD7-5AE91D9E4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969" y="1808982"/>
                <a:ext cx="5580062" cy="13638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5B13C2-0B19-9A11-52E1-F62F8EE3066B}"/>
                  </a:ext>
                </a:extLst>
              </p:cNvPr>
              <p:cNvSpPr txBox="1"/>
              <p:nvPr/>
            </p:nvSpPr>
            <p:spPr>
              <a:xfrm>
                <a:off x="-204070" y="3789004"/>
                <a:ext cx="5580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5B13C2-0B19-9A11-52E1-F62F8EE30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4070" y="3789004"/>
                <a:ext cx="5580062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6EAFA0-D8D4-0728-7E06-C90D67FAC432}"/>
                  </a:ext>
                </a:extLst>
              </p:cNvPr>
              <p:cNvSpPr txBox="1"/>
              <p:nvPr/>
            </p:nvSpPr>
            <p:spPr>
              <a:xfrm>
                <a:off x="3665973" y="3519001"/>
                <a:ext cx="6750075" cy="1053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4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4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4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GB" sz="4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=+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6EAFA0-D8D4-0728-7E06-C90D67FAC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973" y="3519001"/>
                <a:ext cx="6750075" cy="10538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AB4161-0B37-9D6D-B01D-28138A3BC257}"/>
                  </a:ext>
                </a:extLst>
              </p:cNvPr>
              <p:cNvSpPr txBox="1"/>
              <p:nvPr/>
            </p:nvSpPr>
            <p:spPr>
              <a:xfrm>
                <a:off x="3665973" y="4599013"/>
                <a:ext cx="6750075" cy="1053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4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4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4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GB" sz="4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AB4161-0B37-9D6D-B01D-28138A3BC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973" y="4599013"/>
                <a:ext cx="6750075" cy="10538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613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60374B-23D8-F208-288F-962286A7BB06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p:pic>
        <p:nvPicPr>
          <p:cNvPr id="6" name="Picture 5" descr="A group of small dots in a black background with Marfa lights in the background&#10;&#10;Description automatically generated">
            <a:extLst>
              <a:ext uri="{FF2B5EF4-FFF2-40B4-BE49-F238E27FC236}">
                <a16:creationId xmlns:a16="http://schemas.microsoft.com/office/drawing/2014/main" id="{61BAA8AB-7239-237B-107E-A4DFA49CE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7" name="Picture 6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E1024C96-8ECB-056F-B416-A34E6A8A4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8" name="Picture 7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BDB1367C-4110-698C-B582-68ECB0415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9" name="Picture 8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A5E2D699-A251-48A8-6E53-8B7BF2A35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10" name="Picture 9" descr="A circle of dots in a black background&#10;&#10;Description automatically generated">
            <a:extLst>
              <a:ext uri="{FF2B5EF4-FFF2-40B4-BE49-F238E27FC236}">
                <a16:creationId xmlns:a16="http://schemas.microsoft.com/office/drawing/2014/main" id="{DBA8B17C-C1F8-5D59-1AE1-2A6F2ABB86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11" name="Picture 10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F7172F97-BFA8-25E9-1955-9531AE837B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D1B3C1-6014-AC2F-AC82-465B495D9342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D1B3C1-6014-AC2F-AC82-465B495D9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C757E0-5295-73C6-B79C-9B01C7F78C7C}"/>
                  </a:ext>
                </a:extLst>
              </p:cNvPr>
              <p:cNvSpPr txBox="1"/>
              <p:nvPr/>
            </p:nvSpPr>
            <p:spPr>
              <a:xfrm>
                <a:off x="2045955" y="1718981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C757E0-5295-73C6-B79C-9B01C7F78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718981"/>
                <a:ext cx="3240036" cy="1200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680785-4E90-43A0-3363-3D7D9C7CD017}"/>
                  </a:ext>
                </a:extLst>
              </p:cNvPr>
              <p:cNvSpPr txBox="1"/>
              <p:nvPr/>
            </p:nvSpPr>
            <p:spPr>
              <a:xfrm>
                <a:off x="875942" y="1718981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680785-4E90-43A0-3363-3D7D9C7CD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718981"/>
                <a:ext cx="2430027" cy="12003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4F0FC1-D13C-8163-6BD2-75AC53B811DB}"/>
                  </a:ext>
                </a:extLst>
              </p:cNvPr>
              <p:cNvSpPr txBox="1"/>
              <p:nvPr/>
            </p:nvSpPr>
            <p:spPr>
              <a:xfrm>
                <a:off x="1685951" y="4509012"/>
                <a:ext cx="33300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first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4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GB" sz="4800" dirty="0"/>
                  <a:t> levels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4F0FC1-D13C-8163-6BD2-75AC53B81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51" y="4509012"/>
                <a:ext cx="3330037" cy="830997"/>
              </a:xfrm>
              <a:prstGeom prst="rect">
                <a:avLst/>
              </a:prstGeom>
              <a:blipFill>
                <a:blip r:embed="rId11"/>
                <a:stretch>
                  <a:fillRect l="-8425" t="-16912" r="-8059" b="-38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B9D720F3-C256-834B-36A7-FB951A5A159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59259" y="3366404"/>
            <a:ext cx="1350015" cy="585006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9EFF5E-35BD-6948-6E2C-A0095692C802}"/>
                  </a:ext>
                </a:extLst>
              </p:cNvPr>
              <p:cNvSpPr txBox="1"/>
              <p:nvPr/>
            </p:nvSpPr>
            <p:spPr>
              <a:xfrm>
                <a:off x="2045955" y="1718981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9EFF5E-35BD-6948-6E2C-A0095692C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718981"/>
                <a:ext cx="3240036" cy="12003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B5D4F8-A913-69CF-7800-14CFF57DB898}"/>
                  </a:ext>
                </a:extLst>
              </p:cNvPr>
              <p:cNvSpPr txBox="1"/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B5D4F8-A913-69CF-7800-14CFF57DB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4B095A2-AD45-0241-8C70-C9B03F7C32F8}"/>
                  </a:ext>
                </a:extLst>
              </p:cNvPr>
              <p:cNvSpPr txBox="1"/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4B095A2-AD45-0241-8C70-C9B03F7C3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7A2797-E551-25E9-45F0-322270634BE2}"/>
                  </a:ext>
                </a:extLst>
              </p:cNvPr>
              <p:cNvSpPr txBox="1"/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7A2797-E551-25E9-45F0-322270634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84FEFD-7967-538A-5353-14248E536891}"/>
                  </a:ext>
                </a:extLst>
              </p:cNvPr>
              <p:cNvSpPr txBox="1"/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84FEFD-7967-538A-5353-14248E536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E66C8E-1DCE-A4E7-1CFC-648A69DA411F}"/>
                  </a:ext>
                </a:extLst>
              </p:cNvPr>
              <p:cNvSpPr txBox="1"/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E66C8E-1DCE-A4E7-1CFC-648A69DA4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10E43C2-BF9F-A1F2-7151-3C5CAE15626A}"/>
                  </a:ext>
                </a:extLst>
              </p:cNvPr>
              <p:cNvSpPr txBox="1"/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10E43C2-BF9F-A1F2-7151-3C5CAE156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970" y="1718981"/>
                <a:ext cx="1530017" cy="120032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275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9" grpId="0"/>
      <p:bldP spid="19" grpId="1"/>
      <p:bldP spid="23" grpId="0"/>
      <p:bldP spid="24" grpId="0"/>
      <p:bldP spid="24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29FB1BA0-1E5F-8D64-FB8B-6ACB3E805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52AF72-0C60-3BF6-E26D-5C3A5BB016B4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52AF72-0C60-3BF6-E26D-5C3A5BB01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6B14FE2-7DB0-8C88-2314-E34CDF41F5FA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610916-57BC-8620-083F-266D5CCF5AF2}"/>
                  </a:ext>
                </a:extLst>
              </p:cNvPr>
              <p:cNvSpPr txBox="1"/>
              <p:nvPr/>
            </p:nvSpPr>
            <p:spPr>
              <a:xfrm>
                <a:off x="2045955" y="1718981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610916-57BC-8620-083F-266D5CCF5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718981"/>
                <a:ext cx="3240036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E52AD2-C38D-2651-1340-B900E0D0C5AD}"/>
                  </a:ext>
                </a:extLst>
              </p:cNvPr>
              <p:cNvSpPr txBox="1"/>
              <p:nvPr/>
            </p:nvSpPr>
            <p:spPr>
              <a:xfrm>
                <a:off x="875942" y="1718981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E52AD2-C38D-2651-1340-B900E0D0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718981"/>
                <a:ext cx="2430027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628E792-D1DE-1FFB-122D-4E4C716980CE}"/>
              </a:ext>
            </a:extLst>
          </p:cNvPr>
          <p:cNvSpPr txBox="1"/>
          <p:nvPr/>
        </p:nvSpPr>
        <p:spPr>
          <a:xfrm>
            <a:off x="1235946" y="3338999"/>
            <a:ext cx="38700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Does this converge?</a:t>
            </a:r>
          </a:p>
        </p:txBody>
      </p:sp>
    </p:spTree>
    <p:extLst>
      <p:ext uri="{BB962C8B-B14F-4D97-AF65-F5344CB8AC3E}">
        <p14:creationId xmlns:p14="http://schemas.microsoft.com/office/powerpoint/2010/main" val="918317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678E8788-A1C0-A8B0-9354-F45AB48314ED}"/>
              </a:ext>
            </a:extLst>
          </p:cNvPr>
          <p:cNvSpPr/>
          <p:nvPr/>
        </p:nvSpPr>
        <p:spPr>
          <a:xfrm>
            <a:off x="6839076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5CEF82-5C76-CC9C-2710-DACE2384DD08}"/>
              </a:ext>
            </a:extLst>
          </p:cNvPr>
          <p:cNvSpPr/>
          <p:nvPr/>
        </p:nvSpPr>
        <p:spPr>
          <a:xfrm>
            <a:off x="7985414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C45287F-9296-9D3E-78B6-282FFF0155BF}"/>
              </a:ext>
            </a:extLst>
          </p:cNvPr>
          <p:cNvSpPr/>
          <p:nvPr/>
        </p:nvSpPr>
        <p:spPr>
          <a:xfrm>
            <a:off x="9131753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F206EE7D-7163-A6F2-0E64-4D4CA19EA3E5}"/>
              </a:ext>
            </a:extLst>
          </p:cNvPr>
          <p:cNvSpPr/>
          <p:nvPr/>
        </p:nvSpPr>
        <p:spPr>
          <a:xfrm>
            <a:off x="10278091" y="1978454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3A9F7A-021F-0734-9DB5-B48B7388D52D}"/>
              </a:ext>
            </a:extLst>
          </p:cNvPr>
          <p:cNvSpPr/>
          <p:nvPr/>
        </p:nvSpPr>
        <p:spPr>
          <a:xfrm>
            <a:off x="8916814" y="818971"/>
            <a:ext cx="229268" cy="229268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71DBE3-6947-6BBC-9125-DC5B099565C0}"/>
              </a:ext>
            </a:extLst>
          </p:cNvPr>
          <p:cNvSpPr/>
          <p:nvPr/>
        </p:nvSpPr>
        <p:spPr>
          <a:xfrm>
            <a:off x="7197307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E9F032-F4CC-2AE0-FA89-5FCCD8D37FFC}"/>
              </a:ext>
            </a:extLst>
          </p:cNvPr>
          <p:cNvSpPr/>
          <p:nvPr/>
        </p:nvSpPr>
        <p:spPr>
          <a:xfrm>
            <a:off x="8343645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11F8AE-2339-894A-0B7A-265D7F179D40}"/>
              </a:ext>
            </a:extLst>
          </p:cNvPr>
          <p:cNvSpPr/>
          <p:nvPr/>
        </p:nvSpPr>
        <p:spPr>
          <a:xfrm>
            <a:off x="9489983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6234CE-7B66-7365-C9F1-A1F60F0E9A98}"/>
              </a:ext>
            </a:extLst>
          </p:cNvPr>
          <p:cNvSpPr/>
          <p:nvPr/>
        </p:nvSpPr>
        <p:spPr>
          <a:xfrm>
            <a:off x="10636322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43CF86-40AE-A964-067C-4E1C41850EC4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7392998" y="1014663"/>
            <a:ext cx="1557392" cy="86958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476C79-7E8D-9878-33A1-7B7FC6E180A7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 flipH="1">
            <a:off x="8458279" y="1048239"/>
            <a:ext cx="573169" cy="80243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CF4340-ABD7-ECF0-214E-D2787FD7325F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9031448" y="1048239"/>
            <a:ext cx="573169" cy="80243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8D6C5D-8A7A-2F87-DAE6-3A3C0181DF0C}"/>
              </a:ext>
            </a:extLst>
          </p:cNvPr>
          <p:cNvCxnSpPr>
            <a:cxnSpLocks/>
            <a:stCxn id="7" idx="5"/>
            <a:endCxn id="11" idx="1"/>
          </p:cNvCxnSpPr>
          <p:nvPr/>
        </p:nvCxnSpPr>
        <p:spPr>
          <a:xfrm>
            <a:off x="9112506" y="1014663"/>
            <a:ext cx="1557392" cy="86958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A64FE6-2EBC-86C9-B521-FA0437DFB4A2}"/>
                  </a:ext>
                </a:extLst>
              </p:cNvPr>
              <p:cNvSpPr txBox="1"/>
              <p:nvPr/>
            </p:nvSpPr>
            <p:spPr>
              <a:xfrm>
                <a:off x="8916814" y="42791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A64FE6-2EBC-86C9-B521-FA0437DFB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814" y="427918"/>
                <a:ext cx="778697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2F73C8-7F10-6363-FF1C-35D1945AF253}"/>
                  </a:ext>
                </a:extLst>
              </p:cNvPr>
              <p:cNvSpPr txBox="1"/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F2F73C8-7F10-6363-FF1C-35D1945AF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9517C8-AF3A-B875-68DB-89A00EEE65BD}"/>
                  </a:ext>
                </a:extLst>
              </p:cNvPr>
              <p:cNvSpPr txBox="1"/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9517C8-AF3A-B875-68DB-89A00EEE6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C269854-E0BB-EB04-EFE4-4FB5E497AE24}"/>
                  </a:ext>
                </a:extLst>
              </p:cNvPr>
              <p:cNvSpPr txBox="1"/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C269854-E0BB-EB04-EFE4-4FB5E497A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A182B8-AD71-E2BD-8C9B-1684215BE2AA}"/>
                  </a:ext>
                </a:extLst>
              </p:cNvPr>
              <p:cNvSpPr txBox="1"/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A182B8-AD71-E2BD-8C9B-1684215BE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blipFill>
                <a:blip r:embed="rId6"/>
                <a:stretch>
                  <a:fillRect r="-10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0AC6C5-8185-4A91-869A-F5C0463744D9}"/>
                  </a:ext>
                </a:extLst>
              </p:cNvPr>
              <p:cNvSpPr txBox="1"/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0AC6C5-8185-4A91-869A-F5C046374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FE7C64-0C32-18A0-3EEF-BE1B55B19668}"/>
                  </a:ext>
                </a:extLst>
              </p:cNvPr>
              <p:cNvSpPr txBox="1"/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FE7C64-0C32-18A0-3EEF-BE1B55B19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88C33F-8729-8BA5-5D59-934D272BDEA3}"/>
                  </a:ext>
                </a:extLst>
              </p:cNvPr>
              <p:cNvSpPr txBox="1"/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88C33F-8729-8BA5-5D59-934D272BD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987699-E1C8-5099-35CF-3629555B72AE}"/>
                  </a:ext>
                </a:extLst>
              </p:cNvPr>
              <p:cNvSpPr txBox="1"/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987699-E1C8-5099-35CF-3629555B7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5E912-3356-21D8-A6E8-DA31D378B080}"/>
                  </a:ext>
                </a:extLst>
              </p:cNvPr>
              <p:cNvSpPr txBox="1"/>
              <p:nvPr/>
            </p:nvSpPr>
            <p:spPr>
              <a:xfrm>
                <a:off x="3035966" y="345605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=−]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5E912-3356-21D8-A6E8-DA31D378B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3456053"/>
                <a:ext cx="6120068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A66815-9C3B-74EB-9033-E84FAF20E9E6}"/>
                  </a:ext>
                </a:extLst>
              </p:cNvPr>
              <p:cNvSpPr txBox="1"/>
              <p:nvPr/>
            </p:nvSpPr>
            <p:spPr>
              <a:xfrm>
                <a:off x="3035966" y="459901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3A66815-9C3B-74EB-9033-E84FAF20E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4599013"/>
                <a:ext cx="6120068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783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3E4DC-0DB9-24DF-5EEB-DB6E47D1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B21AF2-030B-1172-7009-DE3F2F93E2B3}"/>
                  </a:ext>
                </a:extLst>
              </p:cNvPr>
              <p:cNvSpPr txBox="1"/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3B21AF2-030B-1172-7009-DE3F2F93E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8B79D8-FC07-7518-BF1C-0C14D726D154}"/>
                  </a:ext>
                </a:extLst>
              </p:cNvPr>
              <p:cNvSpPr txBox="1"/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8B79D8-FC07-7518-BF1C-0C14D726D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C67731-96C8-67A4-FE06-A7973B4A99E5}"/>
                  </a:ext>
                </a:extLst>
              </p:cNvPr>
              <p:cNvSpPr txBox="1"/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C67731-96C8-67A4-FE06-A7973B4A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715DE0-F20E-7028-B29E-43D0195510DD}"/>
                  </a:ext>
                </a:extLst>
              </p:cNvPr>
              <p:cNvSpPr txBox="1"/>
              <p:nvPr/>
            </p:nvSpPr>
            <p:spPr>
              <a:xfrm>
                <a:off x="3035966" y="345605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=−]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715DE0-F20E-7028-B29E-43D019551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3456053"/>
                <a:ext cx="6120068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3A2EC9-3D8E-92F0-F1D2-4B9BCB065E9F}"/>
                  </a:ext>
                </a:extLst>
              </p:cNvPr>
              <p:cNvSpPr txBox="1"/>
              <p:nvPr/>
            </p:nvSpPr>
            <p:spPr>
              <a:xfrm>
                <a:off x="875942" y="459901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=−]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3A2EC9-3D8E-92F0-F1D2-4B9BCB065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4599013"/>
                <a:ext cx="6120068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CF079B-CE5C-E465-0BC8-8AF34FAFC850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CF079B-CE5C-E465-0BC8-8AF34FAFC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758E73-8110-A71C-E386-2FEE3473B938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758E73-8110-A71C-E386-2FEE347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562F229E-BE8F-9E13-6B53-46D36B849A5D}"/>
              </a:ext>
            </a:extLst>
          </p:cNvPr>
          <p:cNvSpPr/>
          <p:nvPr/>
        </p:nvSpPr>
        <p:spPr>
          <a:xfrm>
            <a:off x="6839076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7C61ABB0-9E59-A52D-3466-A54051F8CB40}"/>
              </a:ext>
            </a:extLst>
          </p:cNvPr>
          <p:cNvSpPr/>
          <p:nvPr/>
        </p:nvSpPr>
        <p:spPr>
          <a:xfrm>
            <a:off x="7985414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32D1A1C-BFFD-02F0-FC75-7CAA2C505C32}"/>
              </a:ext>
            </a:extLst>
          </p:cNvPr>
          <p:cNvSpPr/>
          <p:nvPr/>
        </p:nvSpPr>
        <p:spPr>
          <a:xfrm>
            <a:off x="9131753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E5916F8-162D-1664-B0D9-6719CCCCC3B9}"/>
              </a:ext>
            </a:extLst>
          </p:cNvPr>
          <p:cNvSpPr/>
          <p:nvPr/>
        </p:nvSpPr>
        <p:spPr>
          <a:xfrm>
            <a:off x="10278091" y="1978454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D0DBA79-ED0A-C899-2B8F-600FBDAEC1F9}"/>
              </a:ext>
            </a:extLst>
          </p:cNvPr>
          <p:cNvSpPr/>
          <p:nvPr/>
        </p:nvSpPr>
        <p:spPr>
          <a:xfrm>
            <a:off x="8916814" y="818971"/>
            <a:ext cx="229268" cy="229268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EA52BC-3E2E-7138-564E-959E09B25E24}"/>
              </a:ext>
            </a:extLst>
          </p:cNvPr>
          <p:cNvSpPr/>
          <p:nvPr/>
        </p:nvSpPr>
        <p:spPr>
          <a:xfrm>
            <a:off x="7197307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EDB065E-6E9F-3615-2BDB-451FB898BA5F}"/>
              </a:ext>
            </a:extLst>
          </p:cNvPr>
          <p:cNvSpPr/>
          <p:nvPr/>
        </p:nvSpPr>
        <p:spPr>
          <a:xfrm>
            <a:off x="8343645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DC4EF0C-6F24-864E-664D-1AED3AF5BAA9}"/>
              </a:ext>
            </a:extLst>
          </p:cNvPr>
          <p:cNvSpPr/>
          <p:nvPr/>
        </p:nvSpPr>
        <p:spPr>
          <a:xfrm>
            <a:off x="9489983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62D1822-C7BB-CFE8-1BA2-2034BEA9BF36}"/>
              </a:ext>
            </a:extLst>
          </p:cNvPr>
          <p:cNvSpPr/>
          <p:nvPr/>
        </p:nvSpPr>
        <p:spPr>
          <a:xfrm>
            <a:off x="10636322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0212039-C4C5-7C6B-0D73-2A35AFDEBB1A}"/>
              </a:ext>
            </a:extLst>
          </p:cNvPr>
          <p:cNvCxnSpPr>
            <a:cxnSpLocks/>
            <a:stCxn id="37" idx="3"/>
            <a:endCxn id="38" idx="7"/>
          </p:cNvCxnSpPr>
          <p:nvPr/>
        </p:nvCxnSpPr>
        <p:spPr>
          <a:xfrm flipH="1">
            <a:off x="7392998" y="1014663"/>
            <a:ext cx="1557392" cy="86958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EB5E5AD-00C3-99DC-E6D1-C906D509CBBF}"/>
              </a:ext>
            </a:extLst>
          </p:cNvPr>
          <p:cNvCxnSpPr>
            <a:cxnSpLocks/>
            <a:stCxn id="37" idx="4"/>
            <a:endCxn id="39" idx="0"/>
          </p:cNvCxnSpPr>
          <p:nvPr/>
        </p:nvCxnSpPr>
        <p:spPr>
          <a:xfrm flipH="1">
            <a:off x="8458279" y="1048239"/>
            <a:ext cx="573169" cy="80243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663965D-39C2-5EC8-CFCB-9CDD6E0D81CE}"/>
              </a:ext>
            </a:extLst>
          </p:cNvPr>
          <p:cNvCxnSpPr>
            <a:cxnSpLocks/>
            <a:stCxn id="37" idx="4"/>
            <a:endCxn id="40" idx="0"/>
          </p:cNvCxnSpPr>
          <p:nvPr/>
        </p:nvCxnSpPr>
        <p:spPr>
          <a:xfrm>
            <a:off x="9031448" y="1048239"/>
            <a:ext cx="573169" cy="80243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16754B8-EB4B-87BE-1DCE-23D069F6C5AD}"/>
              </a:ext>
            </a:extLst>
          </p:cNvPr>
          <p:cNvCxnSpPr>
            <a:cxnSpLocks/>
            <a:stCxn id="37" idx="5"/>
            <a:endCxn id="41" idx="1"/>
          </p:cNvCxnSpPr>
          <p:nvPr/>
        </p:nvCxnSpPr>
        <p:spPr>
          <a:xfrm>
            <a:off x="9112506" y="1014663"/>
            <a:ext cx="1557392" cy="86958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73DF599-1DDF-10A0-405A-E14B39239966}"/>
                  </a:ext>
                </a:extLst>
              </p:cNvPr>
              <p:cNvSpPr txBox="1"/>
              <p:nvPr/>
            </p:nvSpPr>
            <p:spPr>
              <a:xfrm>
                <a:off x="8916814" y="42791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73DF599-1DDF-10A0-405A-E14B39239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814" y="427918"/>
                <a:ext cx="77869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B5278B9-43F0-B755-6EB2-835D2A9B8049}"/>
                  </a:ext>
                </a:extLst>
              </p:cNvPr>
              <p:cNvSpPr txBox="1"/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B5278B9-43F0-B755-6EB2-835D2A9B8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344B72C-B367-33C4-4208-BC7326F41DD3}"/>
                  </a:ext>
                </a:extLst>
              </p:cNvPr>
              <p:cNvSpPr txBox="1"/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344B72C-B367-33C4-4208-BC7326F41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3808E0-43CE-3E14-FC5F-924F8C4F4D49}"/>
                  </a:ext>
                </a:extLst>
              </p:cNvPr>
              <p:cNvSpPr txBox="1"/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3808E0-43CE-3E14-FC5F-924F8C4F4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72B65BB-9959-9FCD-B50B-E8D6BA45B3B5}"/>
                  </a:ext>
                </a:extLst>
              </p:cNvPr>
              <p:cNvSpPr txBox="1"/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72B65BB-9959-9FCD-B50B-E8D6BA45B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blipFill>
                <a:blip r:embed="rId13"/>
                <a:stretch>
                  <a:fillRect r="-10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E0B51DC-8B57-0DAB-53BB-78A25F689EAE}"/>
                  </a:ext>
                </a:extLst>
              </p:cNvPr>
              <p:cNvSpPr txBox="1"/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E0B51DC-8B57-0DAB-53BB-78A25F689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908CE553-4A30-51FB-B391-E4F6248F9FB6}"/>
              </a:ext>
            </a:extLst>
          </p:cNvPr>
          <p:cNvSpPr/>
          <p:nvPr/>
        </p:nvSpPr>
        <p:spPr>
          <a:xfrm>
            <a:off x="3755973" y="3411257"/>
            <a:ext cx="4590051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71B675-E962-D482-8D04-7015C8DD337E}"/>
              </a:ext>
            </a:extLst>
          </p:cNvPr>
          <p:cNvSpPr/>
          <p:nvPr/>
        </p:nvSpPr>
        <p:spPr>
          <a:xfrm>
            <a:off x="1595950" y="4599013"/>
            <a:ext cx="4590051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35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2657-71CC-E6DA-ED84-D13FB5A5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A64A48-E689-8BCB-4337-7DBF78BB4D8E}"/>
                  </a:ext>
                </a:extLst>
              </p:cNvPr>
              <p:cNvSpPr txBox="1"/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A64A48-E689-8BCB-4337-7DBF78BB4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AE36E5-65D5-9D44-D918-615204CF704C}"/>
                  </a:ext>
                </a:extLst>
              </p:cNvPr>
              <p:cNvSpPr txBox="1"/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AE36E5-65D5-9D44-D918-615204CF7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380864-97AF-50BD-A9A3-EA55B1B54AEE}"/>
                  </a:ext>
                </a:extLst>
              </p:cNvPr>
              <p:cNvSpPr txBox="1"/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9380864-97AF-50BD-A9A3-EA55B1B54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73C6C4-7B61-AA02-83BF-3191AFB7CC7B}"/>
                  </a:ext>
                </a:extLst>
              </p:cNvPr>
              <p:cNvSpPr txBox="1"/>
              <p:nvPr/>
            </p:nvSpPr>
            <p:spPr>
              <a:xfrm>
                <a:off x="3035966" y="345605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=−]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73C6C4-7B61-AA02-83BF-3191AFB7C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3456053"/>
                <a:ext cx="6120068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FF7ADCD-E97B-4464-CC32-A62F60974886}"/>
                  </a:ext>
                </a:extLst>
              </p:cNvPr>
              <p:cNvSpPr txBox="1"/>
              <p:nvPr/>
            </p:nvSpPr>
            <p:spPr>
              <a:xfrm>
                <a:off x="875942" y="459901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=−]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FF7ADCD-E97B-4464-CC32-A62F60974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4599013"/>
                <a:ext cx="6120068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43C1FB-EB32-BBF6-5ABF-92433B934FFF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43C1FB-EB32-BBF6-5ABF-92433B934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31BEE5A-2E60-723C-A2B2-F1B0A05D00B8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31BEE5A-2E60-723C-A2B2-F1B0A05D0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78DD3625-EBE2-3567-1385-138F7B1B229D}"/>
              </a:ext>
            </a:extLst>
          </p:cNvPr>
          <p:cNvSpPr/>
          <p:nvPr/>
        </p:nvSpPr>
        <p:spPr>
          <a:xfrm>
            <a:off x="6839076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276B310B-D803-41F9-6787-7F70DB871759}"/>
              </a:ext>
            </a:extLst>
          </p:cNvPr>
          <p:cNvSpPr/>
          <p:nvPr/>
        </p:nvSpPr>
        <p:spPr>
          <a:xfrm>
            <a:off x="7985414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74DBB7A5-876D-FBE6-09FC-06D51B51220C}"/>
              </a:ext>
            </a:extLst>
          </p:cNvPr>
          <p:cNvSpPr/>
          <p:nvPr/>
        </p:nvSpPr>
        <p:spPr>
          <a:xfrm>
            <a:off x="9131753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B435F91-08A4-0BF8-905B-28E99F77FFE8}"/>
              </a:ext>
            </a:extLst>
          </p:cNvPr>
          <p:cNvSpPr/>
          <p:nvPr/>
        </p:nvSpPr>
        <p:spPr>
          <a:xfrm>
            <a:off x="10278091" y="1978454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B7767BC-2B14-627F-EFB8-54331EEFB93B}"/>
              </a:ext>
            </a:extLst>
          </p:cNvPr>
          <p:cNvSpPr/>
          <p:nvPr/>
        </p:nvSpPr>
        <p:spPr>
          <a:xfrm>
            <a:off x="7197307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54643B-3FEB-0DD4-6FCF-1EBCFEAC2BF1}"/>
              </a:ext>
            </a:extLst>
          </p:cNvPr>
          <p:cNvSpPr/>
          <p:nvPr/>
        </p:nvSpPr>
        <p:spPr>
          <a:xfrm>
            <a:off x="8343645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CBBC879-52E9-0775-04AF-48606F11CEE7}"/>
              </a:ext>
            </a:extLst>
          </p:cNvPr>
          <p:cNvSpPr/>
          <p:nvPr/>
        </p:nvSpPr>
        <p:spPr>
          <a:xfrm>
            <a:off x="9489983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6DE60D4-D7B9-3062-E963-B3490EEBF24A}"/>
              </a:ext>
            </a:extLst>
          </p:cNvPr>
          <p:cNvSpPr/>
          <p:nvPr/>
        </p:nvSpPr>
        <p:spPr>
          <a:xfrm>
            <a:off x="10636322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08D3295-8E84-4884-FD4F-2E3402D595DF}"/>
                  </a:ext>
                </a:extLst>
              </p:cNvPr>
              <p:cNvSpPr txBox="1"/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08D3295-8E84-4884-FD4F-2E3402D59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FE74CF9-A89C-565E-4D9E-F2DD4F6D9FF7}"/>
                  </a:ext>
                </a:extLst>
              </p:cNvPr>
              <p:cNvSpPr txBox="1"/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FE74CF9-A89C-565E-4D9E-F2DD4F6D9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F4A829F-E37B-E7B2-EB44-F585A35BFF23}"/>
                  </a:ext>
                </a:extLst>
              </p:cNvPr>
              <p:cNvSpPr txBox="1"/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F4A829F-E37B-E7B2-EB44-F585A35BF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19E953-8DEA-CFE3-2334-FC6AE4F09425}"/>
                  </a:ext>
                </a:extLst>
              </p:cNvPr>
              <p:cNvSpPr txBox="1"/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19E953-8DEA-CFE3-2334-FC6AE4F09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blipFill>
                <a:blip r:embed="rId12"/>
                <a:stretch>
                  <a:fillRect r="-10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490E780-8D98-17C9-F425-74D8B8FCE06F}"/>
                  </a:ext>
                </a:extLst>
              </p:cNvPr>
              <p:cNvSpPr txBox="1"/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490E780-8D98-17C9-F425-74D8B8FCE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A566B44-11FB-B05C-6F2C-47C3836FECEE}"/>
              </a:ext>
            </a:extLst>
          </p:cNvPr>
          <p:cNvSpPr/>
          <p:nvPr/>
        </p:nvSpPr>
        <p:spPr>
          <a:xfrm>
            <a:off x="3755973" y="3411257"/>
            <a:ext cx="4590051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BA40B-9741-6C76-D82C-1FA9638AE473}"/>
              </a:ext>
            </a:extLst>
          </p:cNvPr>
          <p:cNvSpPr/>
          <p:nvPr/>
        </p:nvSpPr>
        <p:spPr>
          <a:xfrm>
            <a:off x="1595950" y="4599013"/>
            <a:ext cx="4590051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21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E1E8-46AB-8353-CE04-D01E06EB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4AAAB7-396E-EBD8-8A57-110B47860FF7}"/>
                  </a:ext>
                </a:extLst>
              </p:cNvPr>
              <p:cNvSpPr txBox="1"/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4AAAB7-396E-EBD8-8A57-110B47860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E6DC81D-0D89-72F4-C227-059413B2DFD7}"/>
                  </a:ext>
                </a:extLst>
              </p:cNvPr>
              <p:cNvSpPr txBox="1"/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E6DC81D-0D89-72F4-C227-059413B2D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4306B55-85CB-A108-88DC-CA8E7119DD9D}"/>
                  </a:ext>
                </a:extLst>
              </p:cNvPr>
              <p:cNvSpPr txBox="1"/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4306B55-85CB-A108-88DC-CA8E7119D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C0DB53-92B6-7CEE-C849-C0221352ECEA}"/>
                  </a:ext>
                </a:extLst>
              </p:cNvPr>
              <p:cNvSpPr txBox="1"/>
              <p:nvPr/>
            </p:nvSpPr>
            <p:spPr>
              <a:xfrm>
                <a:off x="3035966" y="3456053"/>
                <a:ext cx="6120068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C0DB53-92B6-7CEE-C849-C0221352E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3456053"/>
                <a:ext cx="6120068" cy="9948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A88989-4D06-0EA4-E51B-8CB9D61113B8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A88989-4D06-0EA4-E51B-8CB9D6111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C4FD5D-AAB8-8F0C-8B5D-7B7623B9AC43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C4FD5D-AAB8-8F0C-8B5D-7B7623B9A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AAE21262-1012-2702-0A62-3454C3692FB5}"/>
              </a:ext>
            </a:extLst>
          </p:cNvPr>
          <p:cNvSpPr/>
          <p:nvPr/>
        </p:nvSpPr>
        <p:spPr>
          <a:xfrm>
            <a:off x="6839076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776E8424-E7B5-73A0-7F53-812C0CF18CB7}"/>
              </a:ext>
            </a:extLst>
          </p:cNvPr>
          <p:cNvSpPr/>
          <p:nvPr/>
        </p:nvSpPr>
        <p:spPr>
          <a:xfrm>
            <a:off x="7985414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7C12250D-BEF1-40B7-BE48-B4716C043F43}"/>
              </a:ext>
            </a:extLst>
          </p:cNvPr>
          <p:cNvSpPr/>
          <p:nvPr/>
        </p:nvSpPr>
        <p:spPr>
          <a:xfrm>
            <a:off x="9131753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D55577D3-0DB4-FCF3-2B3F-D4F23F2EB2A7}"/>
              </a:ext>
            </a:extLst>
          </p:cNvPr>
          <p:cNvSpPr/>
          <p:nvPr/>
        </p:nvSpPr>
        <p:spPr>
          <a:xfrm>
            <a:off x="10278091" y="1978454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DBBA73F-27E5-2111-44A0-A6CD7CD74304}"/>
              </a:ext>
            </a:extLst>
          </p:cNvPr>
          <p:cNvSpPr/>
          <p:nvPr/>
        </p:nvSpPr>
        <p:spPr>
          <a:xfrm>
            <a:off x="7197307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96CAB2B-FC6A-90E5-D2AD-11A03EC1F23F}"/>
              </a:ext>
            </a:extLst>
          </p:cNvPr>
          <p:cNvSpPr/>
          <p:nvPr/>
        </p:nvSpPr>
        <p:spPr>
          <a:xfrm>
            <a:off x="8343645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920664B-6697-8229-7BA2-8F232F3CBC89}"/>
              </a:ext>
            </a:extLst>
          </p:cNvPr>
          <p:cNvSpPr/>
          <p:nvPr/>
        </p:nvSpPr>
        <p:spPr>
          <a:xfrm>
            <a:off x="9489983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1F94E7E-4D84-5A52-64FB-F760AE8655EC}"/>
              </a:ext>
            </a:extLst>
          </p:cNvPr>
          <p:cNvSpPr/>
          <p:nvPr/>
        </p:nvSpPr>
        <p:spPr>
          <a:xfrm>
            <a:off x="10636322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D496D74-981E-D5D4-AC71-743BD29342B1}"/>
                  </a:ext>
                </a:extLst>
              </p:cNvPr>
              <p:cNvSpPr txBox="1"/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D496D74-981E-D5D4-AC71-743BD293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1FEABF3-B5A4-1282-70B6-7AAA935914A3}"/>
                  </a:ext>
                </a:extLst>
              </p:cNvPr>
              <p:cNvSpPr txBox="1"/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1FEABF3-B5A4-1282-70B6-7AAA93591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DCDA9B-9C1C-4664-81A8-3CD522C72D38}"/>
                  </a:ext>
                </a:extLst>
              </p:cNvPr>
              <p:cNvSpPr txBox="1"/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DCDA9B-9C1C-4664-81A8-3CD522C72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E67689-D909-5913-6B9C-70C4ABCEEB87}"/>
                  </a:ext>
                </a:extLst>
              </p:cNvPr>
              <p:cNvSpPr txBox="1"/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E67689-D909-5913-6B9C-70C4ABCEE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blipFill>
                <a:blip r:embed="rId11"/>
                <a:stretch>
                  <a:fillRect r="-10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207029C-BE15-75D9-30DC-6248EAD100AF}"/>
                  </a:ext>
                </a:extLst>
              </p:cNvPr>
              <p:cNvSpPr txBox="1"/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207029C-BE15-75D9-30DC-6248EAD1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A87197-BCA7-143F-5719-EFC088A1693A}"/>
                  </a:ext>
                </a:extLst>
              </p:cNvPr>
              <p:cNvSpPr txBox="1"/>
              <p:nvPr/>
            </p:nvSpPr>
            <p:spPr>
              <a:xfrm>
                <a:off x="965943" y="4599013"/>
                <a:ext cx="6120068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A87197-BCA7-143F-5719-EFC088A16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3" y="4599013"/>
                <a:ext cx="6120068" cy="9948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294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264F-07C1-7FC9-9375-A062A755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CB72226-D38D-108B-4A12-6393986B4C21}"/>
                  </a:ext>
                </a:extLst>
              </p:cNvPr>
              <p:cNvSpPr txBox="1"/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CB72226-D38D-108B-4A12-6393986B4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EC0BC4-10B3-6D9C-DE99-BE1F6BB9F627}"/>
                  </a:ext>
                </a:extLst>
              </p:cNvPr>
              <p:cNvSpPr txBox="1"/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EC0BC4-10B3-6D9C-DE99-BE1F6BB9F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EEFD2A-1739-09A4-B126-5FABB6A15387}"/>
                  </a:ext>
                </a:extLst>
              </p:cNvPr>
              <p:cNvSpPr txBox="1"/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EEFD2A-1739-09A4-B126-5FABB6A15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191CB1-D9E1-5E38-552D-C6AD878CEF58}"/>
                  </a:ext>
                </a:extLst>
              </p:cNvPr>
              <p:cNvSpPr txBox="1"/>
              <p:nvPr/>
            </p:nvSpPr>
            <p:spPr>
              <a:xfrm>
                <a:off x="3035966" y="3456053"/>
                <a:ext cx="6120068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191CB1-D9E1-5E38-552D-C6AD878CE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3456053"/>
                <a:ext cx="6120068" cy="9948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995159-4837-E283-A781-08B3D65A7DF7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995159-4837-E283-A781-08B3D65A7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FC401C-340C-D853-3BB5-E53172D9433A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5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sz="5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5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GB" sz="5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FC401C-340C-D853-3BB5-E53172D94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0EE367-22FB-A704-D2A7-6F813895B861}"/>
                  </a:ext>
                </a:extLst>
              </p:cNvPr>
              <p:cNvSpPr txBox="1"/>
              <p:nvPr/>
            </p:nvSpPr>
            <p:spPr>
              <a:xfrm>
                <a:off x="965943" y="4599013"/>
                <a:ext cx="6120068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0EE367-22FB-A704-D2A7-6F813895B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3" y="4599013"/>
                <a:ext cx="6120068" cy="9948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8598D005-A071-B8CD-2085-95EE53323F3D}"/>
              </a:ext>
            </a:extLst>
          </p:cNvPr>
          <p:cNvSpPr/>
          <p:nvPr/>
        </p:nvSpPr>
        <p:spPr>
          <a:xfrm>
            <a:off x="6839076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D0E12A7-02D0-DC28-9E1B-5BB7C1A85836}"/>
              </a:ext>
            </a:extLst>
          </p:cNvPr>
          <p:cNvSpPr/>
          <p:nvPr/>
        </p:nvSpPr>
        <p:spPr>
          <a:xfrm>
            <a:off x="7985414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B09F7B5-A185-FC47-6DA3-236200A864E8}"/>
              </a:ext>
            </a:extLst>
          </p:cNvPr>
          <p:cNvSpPr/>
          <p:nvPr/>
        </p:nvSpPr>
        <p:spPr>
          <a:xfrm>
            <a:off x="9131753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211DF06-7D07-3313-1737-6C54B05B5986}"/>
              </a:ext>
            </a:extLst>
          </p:cNvPr>
          <p:cNvSpPr/>
          <p:nvPr/>
        </p:nvSpPr>
        <p:spPr>
          <a:xfrm>
            <a:off x="10278091" y="1978454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0FCA9F-835C-D054-6A33-01853C9DAE4A}"/>
              </a:ext>
            </a:extLst>
          </p:cNvPr>
          <p:cNvSpPr/>
          <p:nvPr/>
        </p:nvSpPr>
        <p:spPr>
          <a:xfrm>
            <a:off x="8916814" y="818971"/>
            <a:ext cx="229268" cy="229268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0AF233-B4ED-7D89-BBEB-8349D6887CB9}"/>
              </a:ext>
            </a:extLst>
          </p:cNvPr>
          <p:cNvSpPr/>
          <p:nvPr/>
        </p:nvSpPr>
        <p:spPr>
          <a:xfrm>
            <a:off x="7197307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E99E17-7223-32BA-B16E-BC1C8AC6F9DF}"/>
              </a:ext>
            </a:extLst>
          </p:cNvPr>
          <p:cNvSpPr/>
          <p:nvPr/>
        </p:nvSpPr>
        <p:spPr>
          <a:xfrm>
            <a:off x="8343645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B8A67B-B0BA-A705-FAAB-417B3C7AC55B}"/>
              </a:ext>
            </a:extLst>
          </p:cNvPr>
          <p:cNvSpPr/>
          <p:nvPr/>
        </p:nvSpPr>
        <p:spPr>
          <a:xfrm>
            <a:off x="9489983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166224-A19B-6D49-6EA8-F4C01B9FF84B}"/>
              </a:ext>
            </a:extLst>
          </p:cNvPr>
          <p:cNvSpPr/>
          <p:nvPr/>
        </p:nvSpPr>
        <p:spPr>
          <a:xfrm>
            <a:off x="10636322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1E124A-6099-220F-72CC-ABBD4E48F0FC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7392998" y="1014663"/>
            <a:ext cx="1557392" cy="86958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1EAF17-D579-31E8-008F-43E59730345D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 flipH="1">
            <a:off x="8458279" y="1048239"/>
            <a:ext cx="573169" cy="80243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59ED8F-3E01-C017-7383-D992823BE0BB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9031448" y="1048239"/>
            <a:ext cx="573169" cy="80243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BD8602-7716-B4A8-FD43-BA3ADD1A62BE}"/>
              </a:ext>
            </a:extLst>
          </p:cNvPr>
          <p:cNvCxnSpPr>
            <a:cxnSpLocks/>
            <a:stCxn id="7" idx="5"/>
            <a:endCxn id="11" idx="1"/>
          </p:cNvCxnSpPr>
          <p:nvPr/>
        </p:nvCxnSpPr>
        <p:spPr>
          <a:xfrm>
            <a:off x="9112506" y="1014663"/>
            <a:ext cx="1557392" cy="86958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18CBB3-8802-BF77-B755-1BCB3FC7AE22}"/>
                  </a:ext>
                </a:extLst>
              </p:cNvPr>
              <p:cNvSpPr txBox="1"/>
              <p:nvPr/>
            </p:nvSpPr>
            <p:spPr>
              <a:xfrm>
                <a:off x="8916814" y="42791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18CBB3-8802-BF77-B755-1BCB3FC7A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814" y="427918"/>
                <a:ext cx="77869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D8350D-79CF-7CE6-B6E6-D5CDDC2131ED}"/>
                  </a:ext>
                </a:extLst>
              </p:cNvPr>
              <p:cNvSpPr txBox="1"/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D8350D-79CF-7CE6-B6E6-D5CDDC213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68DE41-5B00-D4BA-10E1-DDC5BB839498}"/>
                  </a:ext>
                </a:extLst>
              </p:cNvPr>
              <p:cNvSpPr txBox="1"/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68DE41-5B00-D4BA-10E1-DDC5BB839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8D4BFC-F875-21C4-8813-EB05736ABD12}"/>
                  </a:ext>
                </a:extLst>
              </p:cNvPr>
              <p:cNvSpPr txBox="1"/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8D4BFC-F875-21C4-8813-EB05736AB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43057D-CC80-146F-6B45-2E490C8F583B}"/>
                  </a:ext>
                </a:extLst>
              </p:cNvPr>
              <p:cNvSpPr txBox="1"/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43057D-CC80-146F-6B45-2E490C8F5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blipFill>
                <a:blip r:embed="rId13"/>
                <a:stretch>
                  <a:fillRect r="-10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569AA5-DFB1-C631-2B13-D740DFEF6DD0}"/>
                  </a:ext>
                </a:extLst>
              </p:cNvPr>
              <p:cNvSpPr txBox="1"/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569AA5-DFB1-C631-2B13-D740DFEF6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CD2B4DE-EB89-2DEA-4651-6170BD625A26}"/>
              </a:ext>
            </a:extLst>
          </p:cNvPr>
          <p:cNvSpPr/>
          <p:nvPr/>
        </p:nvSpPr>
        <p:spPr>
          <a:xfrm>
            <a:off x="6816008" y="4599013"/>
            <a:ext cx="4590051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291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12E8-24A5-0526-E39D-12A994E2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12F9CB-ECA8-81A9-EB5B-415C234D65E9}"/>
                  </a:ext>
                </a:extLst>
              </p:cNvPr>
              <p:cNvSpPr txBox="1"/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12F9CB-ECA8-81A9-EB5B-415C234D6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D01975-9DAE-9082-862D-439A3F096A79}"/>
                  </a:ext>
                </a:extLst>
              </p:cNvPr>
              <p:cNvSpPr txBox="1"/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D01975-9DAE-9082-862D-439A3F096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C1745B-7A56-77FD-128F-445DA4A1E657}"/>
                  </a:ext>
                </a:extLst>
              </p:cNvPr>
              <p:cNvSpPr txBox="1"/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C1745B-7A56-77FD-128F-445DA4A1E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E84608-E96B-B582-8E49-9B38BAC03196}"/>
                  </a:ext>
                </a:extLst>
              </p:cNvPr>
              <p:cNvSpPr txBox="1"/>
              <p:nvPr/>
            </p:nvSpPr>
            <p:spPr>
              <a:xfrm>
                <a:off x="3035966" y="3456053"/>
                <a:ext cx="6120068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E84608-E96B-B582-8E49-9B38BAC03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3456053"/>
                <a:ext cx="6120068" cy="9948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1617F1-D5F5-7CC5-78F6-1243959C825F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1617F1-D5F5-7CC5-78F6-1243959C8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99001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ADE1369-D7D2-3777-6732-3682B9D1D7BD}"/>
                  </a:ext>
                </a:extLst>
              </p:cNvPr>
              <p:cNvSpPr txBox="1"/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ADE1369-D7D2-3777-6732-3682B9D1D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99013"/>
                <a:ext cx="6120068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A652AF-C34B-D333-D536-B8F66BB1C0EC}"/>
                  </a:ext>
                </a:extLst>
              </p:cNvPr>
              <p:cNvSpPr txBox="1"/>
              <p:nvPr/>
            </p:nvSpPr>
            <p:spPr>
              <a:xfrm>
                <a:off x="965943" y="4599013"/>
                <a:ext cx="6120068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A652AF-C34B-D333-D536-B8F66BB1C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3" y="4599013"/>
                <a:ext cx="6120068" cy="9948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286699B0-0A64-A7C3-D08B-05EFABC5AD42}"/>
              </a:ext>
            </a:extLst>
          </p:cNvPr>
          <p:cNvSpPr/>
          <p:nvPr/>
        </p:nvSpPr>
        <p:spPr>
          <a:xfrm>
            <a:off x="6839076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6E6E2DF-49B0-0869-AABA-E0B39DA2F23E}"/>
              </a:ext>
            </a:extLst>
          </p:cNvPr>
          <p:cNvSpPr/>
          <p:nvPr/>
        </p:nvSpPr>
        <p:spPr>
          <a:xfrm>
            <a:off x="7985414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603A412-9D84-A608-E3C1-8246A5DFDD83}"/>
              </a:ext>
            </a:extLst>
          </p:cNvPr>
          <p:cNvSpPr/>
          <p:nvPr/>
        </p:nvSpPr>
        <p:spPr>
          <a:xfrm>
            <a:off x="9131753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1E9CCD8-DE97-3684-7EC3-F280646DFF18}"/>
              </a:ext>
            </a:extLst>
          </p:cNvPr>
          <p:cNvSpPr/>
          <p:nvPr/>
        </p:nvSpPr>
        <p:spPr>
          <a:xfrm>
            <a:off x="10278091" y="1978454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114D10-D608-023A-98E9-D0AD919E169E}"/>
              </a:ext>
            </a:extLst>
          </p:cNvPr>
          <p:cNvSpPr/>
          <p:nvPr/>
        </p:nvSpPr>
        <p:spPr>
          <a:xfrm>
            <a:off x="7197307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5C3EB2-D85B-AC4B-BD60-C604F2422551}"/>
              </a:ext>
            </a:extLst>
          </p:cNvPr>
          <p:cNvSpPr/>
          <p:nvPr/>
        </p:nvSpPr>
        <p:spPr>
          <a:xfrm>
            <a:off x="8343645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CBA02D-9C4D-42CD-CEF2-6F4C9B627F6B}"/>
              </a:ext>
            </a:extLst>
          </p:cNvPr>
          <p:cNvSpPr/>
          <p:nvPr/>
        </p:nvSpPr>
        <p:spPr>
          <a:xfrm>
            <a:off x="9489983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A0468C-C688-7CB7-1F52-5BAAC8219B7A}"/>
              </a:ext>
            </a:extLst>
          </p:cNvPr>
          <p:cNvSpPr/>
          <p:nvPr/>
        </p:nvSpPr>
        <p:spPr>
          <a:xfrm>
            <a:off x="10636322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4F5FD5-3B5B-7123-D43A-C48E8AEB3AAF}"/>
                  </a:ext>
                </a:extLst>
              </p:cNvPr>
              <p:cNvSpPr txBox="1"/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4F5FD5-3B5B-7123-D43A-C48E8AEB3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D99465-1541-2969-E26D-2813DACCB907}"/>
                  </a:ext>
                </a:extLst>
              </p:cNvPr>
              <p:cNvSpPr txBox="1"/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D99465-1541-2969-E26D-2813DACC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9D8FDA-037F-0BCA-CB18-2CFBB976790B}"/>
                  </a:ext>
                </a:extLst>
              </p:cNvPr>
              <p:cNvSpPr txBox="1"/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9D8FDA-037F-0BCA-CB18-2CFBB9767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C2A357-7535-6AC2-4138-973E2D0F40E4}"/>
                  </a:ext>
                </a:extLst>
              </p:cNvPr>
              <p:cNvSpPr txBox="1"/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C2A357-7535-6AC2-4138-973E2D0F4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blipFill>
                <a:blip r:embed="rId12"/>
                <a:stretch>
                  <a:fillRect r="-10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75B171-5433-4C85-6B14-9CC648D5D4F0}"/>
                  </a:ext>
                </a:extLst>
              </p:cNvPr>
              <p:cNvSpPr txBox="1"/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75B171-5433-4C85-6B14-9CC648D5D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5325A082-1289-3E2E-6F3A-3BB42C3017DA}"/>
              </a:ext>
            </a:extLst>
          </p:cNvPr>
          <p:cNvSpPr/>
          <p:nvPr/>
        </p:nvSpPr>
        <p:spPr>
          <a:xfrm>
            <a:off x="6816008" y="4599013"/>
            <a:ext cx="4590051" cy="108001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31A36CF-5E03-B56C-E247-BC0D19C9CED2}"/>
              </a:ext>
            </a:extLst>
          </p:cNvPr>
          <p:cNvSpPr/>
          <p:nvPr/>
        </p:nvSpPr>
        <p:spPr>
          <a:xfrm>
            <a:off x="7131000" y="1808982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AC6CE61-B693-96C3-6A5D-3557E55F60A9}"/>
              </a:ext>
            </a:extLst>
          </p:cNvPr>
          <p:cNvSpPr/>
          <p:nvPr/>
        </p:nvSpPr>
        <p:spPr>
          <a:xfrm>
            <a:off x="8301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9E23A51-69EC-0AFE-E5FE-7515F010C0A1}"/>
              </a:ext>
            </a:extLst>
          </p:cNvPr>
          <p:cNvSpPr/>
          <p:nvPr/>
        </p:nvSpPr>
        <p:spPr>
          <a:xfrm>
            <a:off x="9426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ABD154-0B3B-30B1-A435-19C25D8C8DAA}"/>
              </a:ext>
            </a:extLst>
          </p:cNvPr>
          <p:cNvSpPr/>
          <p:nvPr/>
        </p:nvSpPr>
        <p:spPr>
          <a:xfrm>
            <a:off x="10596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9C6CB1-21E8-EA79-25FE-7B657E54D7DA}"/>
                  </a:ext>
                </a:extLst>
              </p:cNvPr>
              <p:cNvSpPr txBox="1"/>
              <p:nvPr/>
            </p:nvSpPr>
            <p:spPr>
              <a:xfrm>
                <a:off x="12710932" y="4599000"/>
                <a:ext cx="6120068" cy="102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⋅∏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5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5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9C6CB1-21E8-EA79-25FE-7B657E54D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0932" y="4599000"/>
                <a:ext cx="6120068" cy="10273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023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AF4C-F4CA-322B-0EDD-F2F21B4B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5FA422-C69B-48C6-798C-694946AFE457}"/>
                  </a:ext>
                </a:extLst>
              </p:cNvPr>
              <p:cNvSpPr txBox="1"/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5FA422-C69B-48C6-798C-694946AFE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0E8B04A-40F0-C989-1DA1-AF63FCFF7120}"/>
                  </a:ext>
                </a:extLst>
              </p:cNvPr>
              <p:cNvSpPr txBox="1"/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0E8B04A-40F0-C989-1DA1-AF63FCFF7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5E1AE3-A05A-5ACD-F051-EEB865D7E10A}"/>
                  </a:ext>
                </a:extLst>
              </p:cNvPr>
              <p:cNvSpPr txBox="1"/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5E1AE3-A05A-5ACD-F051-EEB865D7E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A5A948-6775-550B-32F1-1C44CB28BC7A}"/>
                  </a:ext>
                </a:extLst>
              </p:cNvPr>
              <p:cNvSpPr txBox="1"/>
              <p:nvPr/>
            </p:nvSpPr>
            <p:spPr>
              <a:xfrm>
                <a:off x="3035966" y="3456053"/>
                <a:ext cx="6120068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A5A948-6775-550B-32F1-1C44CB28B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3456053"/>
                <a:ext cx="6120068" cy="9948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EA6382-9DB4-28E8-EED3-00518FA2E269}"/>
                  </a:ext>
                </a:extLst>
              </p:cNvPr>
              <p:cNvSpPr txBox="1"/>
              <p:nvPr/>
            </p:nvSpPr>
            <p:spPr>
              <a:xfrm>
                <a:off x="5196000" y="4599013"/>
                <a:ext cx="9900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EA6382-9DB4-28E8-EED3-00518FA2E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000" y="4599013"/>
                <a:ext cx="99001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0C3571-7446-1FA6-B5CF-1DA5A3385403}"/>
                  </a:ext>
                </a:extLst>
              </p:cNvPr>
              <p:cNvSpPr txBox="1"/>
              <p:nvPr/>
            </p:nvSpPr>
            <p:spPr>
              <a:xfrm>
                <a:off x="5646000" y="4599013"/>
                <a:ext cx="1080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0C3571-7446-1FA6-B5CF-1DA5A3385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000" y="4599013"/>
                <a:ext cx="108000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0C7D8E-7421-26BD-5296-4380A72E660A}"/>
                  </a:ext>
                </a:extLst>
              </p:cNvPr>
              <p:cNvSpPr txBox="1"/>
              <p:nvPr/>
            </p:nvSpPr>
            <p:spPr>
              <a:xfrm>
                <a:off x="291000" y="4599013"/>
                <a:ext cx="6120068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5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5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0C7D8E-7421-26BD-5296-4380A72E6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00" y="4599013"/>
                <a:ext cx="6120068" cy="9948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8A88E400-EA52-A43E-6E99-C6E8EA0F5C2C}"/>
              </a:ext>
            </a:extLst>
          </p:cNvPr>
          <p:cNvSpPr/>
          <p:nvPr/>
        </p:nvSpPr>
        <p:spPr>
          <a:xfrm>
            <a:off x="6839076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9657102-B265-E5A6-8EED-28405A34AA5B}"/>
              </a:ext>
            </a:extLst>
          </p:cNvPr>
          <p:cNvSpPr/>
          <p:nvPr/>
        </p:nvSpPr>
        <p:spPr>
          <a:xfrm>
            <a:off x="7985414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ABB377E-2597-1789-E5B3-B5D4ACF40741}"/>
              </a:ext>
            </a:extLst>
          </p:cNvPr>
          <p:cNvSpPr/>
          <p:nvPr/>
        </p:nvSpPr>
        <p:spPr>
          <a:xfrm>
            <a:off x="9131753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6FED212-07C8-8EE9-E4B9-A0D036612DFA}"/>
              </a:ext>
            </a:extLst>
          </p:cNvPr>
          <p:cNvSpPr/>
          <p:nvPr/>
        </p:nvSpPr>
        <p:spPr>
          <a:xfrm>
            <a:off x="10278091" y="1978454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BF2F69-F608-9E2D-4962-103A053C3E29}"/>
              </a:ext>
            </a:extLst>
          </p:cNvPr>
          <p:cNvSpPr/>
          <p:nvPr/>
        </p:nvSpPr>
        <p:spPr>
          <a:xfrm>
            <a:off x="7197307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6F8145-ADB7-666C-3E91-33AF4C56DAC8}"/>
              </a:ext>
            </a:extLst>
          </p:cNvPr>
          <p:cNvSpPr/>
          <p:nvPr/>
        </p:nvSpPr>
        <p:spPr>
          <a:xfrm>
            <a:off x="8343645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E6BE6-6DD2-6446-85C4-A50F2422327C}"/>
              </a:ext>
            </a:extLst>
          </p:cNvPr>
          <p:cNvSpPr/>
          <p:nvPr/>
        </p:nvSpPr>
        <p:spPr>
          <a:xfrm>
            <a:off x="9489983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566980-F110-BE97-5B9D-A29C4AA14C04}"/>
              </a:ext>
            </a:extLst>
          </p:cNvPr>
          <p:cNvSpPr/>
          <p:nvPr/>
        </p:nvSpPr>
        <p:spPr>
          <a:xfrm>
            <a:off x="10636322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5A9E30-1B4F-0B20-FF3D-706BE4C74404}"/>
                  </a:ext>
                </a:extLst>
              </p:cNvPr>
              <p:cNvSpPr txBox="1"/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5A9E30-1B4F-0B20-FF3D-706BE4C74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5E74DA-7ACE-24D8-55A4-C67652AB0E36}"/>
                  </a:ext>
                </a:extLst>
              </p:cNvPr>
              <p:cNvSpPr txBox="1"/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5E74DA-7ACE-24D8-55A4-C67652AB0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3995E0-F1F9-4F9A-1176-8D656BE378C9}"/>
                  </a:ext>
                </a:extLst>
              </p:cNvPr>
              <p:cNvSpPr txBox="1"/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3995E0-F1F9-4F9A-1176-8D656BE37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153301-042D-2AE6-1FAC-89708D21303D}"/>
                  </a:ext>
                </a:extLst>
              </p:cNvPr>
              <p:cNvSpPr txBox="1"/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153301-042D-2AE6-1FAC-89708D213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blipFill>
                <a:blip r:embed="rId12"/>
                <a:stretch>
                  <a:fillRect r="-10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B79A9F9-CE70-789A-8C35-57ACF5DA47B9}"/>
                  </a:ext>
                </a:extLst>
              </p:cNvPr>
              <p:cNvSpPr txBox="1"/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B79A9F9-CE70-789A-8C35-57ACF5DA4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B4512851-81E1-40AE-0A79-0F8F89ACDB85}"/>
              </a:ext>
            </a:extLst>
          </p:cNvPr>
          <p:cNvSpPr/>
          <p:nvPr/>
        </p:nvSpPr>
        <p:spPr>
          <a:xfrm>
            <a:off x="7131000" y="1808982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84B2C48-41F8-344C-DB94-E82E6631AE32}"/>
              </a:ext>
            </a:extLst>
          </p:cNvPr>
          <p:cNvSpPr/>
          <p:nvPr/>
        </p:nvSpPr>
        <p:spPr>
          <a:xfrm>
            <a:off x="8301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AAFD39A-65AD-D9BF-C1C1-DA54B26A37FE}"/>
              </a:ext>
            </a:extLst>
          </p:cNvPr>
          <p:cNvSpPr/>
          <p:nvPr/>
        </p:nvSpPr>
        <p:spPr>
          <a:xfrm>
            <a:off x="9426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59E5BA3-908C-6919-5A64-1B47E3A5E473}"/>
              </a:ext>
            </a:extLst>
          </p:cNvPr>
          <p:cNvSpPr/>
          <p:nvPr/>
        </p:nvSpPr>
        <p:spPr>
          <a:xfrm>
            <a:off x="10596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173BED-A7FC-ECEC-66E9-BBFD3096359E}"/>
                  </a:ext>
                </a:extLst>
              </p:cNvPr>
              <p:cNvSpPr txBox="1"/>
              <p:nvPr/>
            </p:nvSpPr>
            <p:spPr>
              <a:xfrm>
                <a:off x="6050932" y="4599000"/>
                <a:ext cx="6120068" cy="102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⋅∏</m:t>
                      </m:r>
                      <m:sSub>
                        <m:sSubPr>
                          <m:ctrlP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GB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5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sz="5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5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173BED-A7FC-ECEC-66E9-BBFD30963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32" y="4599000"/>
                <a:ext cx="6120068" cy="10273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989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3D61-1E54-9EF0-EB6F-827D882B3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00E6F2-2FCF-92DE-6080-7186D05FA392}"/>
                  </a:ext>
                </a:extLst>
              </p:cNvPr>
              <p:cNvSpPr txBox="1"/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00E6F2-2FCF-92DE-6080-7186D05FA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178975"/>
                <a:ext cx="324003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0BEDD0-0BD1-E491-A3FD-33C280AD5C71}"/>
                  </a:ext>
                </a:extLst>
              </p:cNvPr>
              <p:cNvSpPr txBox="1"/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0BEDD0-0BD1-E491-A3FD-33C280AD5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178975"/>
                <a:ext cx="243002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C99F1-C4EE-6CB8-0E82-EEA7AEC0CBEC}"/>
                  </a:ext>
                </a:extLst>
              </p:cNvPr>
              <p:cNvSpPr txBox="1"/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9C99F1-C4EE-6CB8-0E82-EEA7AEC0C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41" y="4059007"/>
                <a:ext cx="10620118" cy="1213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BBF7A4F-A8B8-2FF1-1292-E5B2F93E24CC}"/>
                  </a:ext>
                </a:extLst>
              </p:cNvPr>
              <p:cNvSpPr txBox="1"/>
              <p:nvPr/>
            </p:nvSpPr>
            <p:spPr>
              <a:xfrm>
                <a:off x="3035966" y="3456053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BBF7A4F-A8B8-2FF1-1292-E5B2F93E2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66" y="3456053"/>
                <a:ext cx="6120068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9957AA-08EF-441E-99EB-9B1788083772}"/>
                  </a:ext>
                </a:extLst>
              </p:cNvPr>
              <p:cNvSpPr txBox="1"/>
              <p:nvPr/>
            </p:nvSpPr>
            <p:spPr>
              <a:xfrm>
                <a:off x="3575989" y="4734000"/>
                <a:ext cx="9900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E9957AA-08EF-441E-99EB-9B1788083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989" y="4734000"/>
                <a:ext cx="99001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0721F70-C65C-3FCB-6A9F-5C6416E423C8}"/>
                  </a:ext>
                </a:extLst>
              </p:cNvPr>
              <p:cNvSpPr txBox="1"/>
              <p:nvPr/>
            </p:nvSpPr>
            <p:spPr>
              <a:xfrm>
                <a:off x="4656000" y="4779203"/>
                <a:ext cx="1080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0721F70-C65C-3FCB-6A9F-5C6416E42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000" y="4779203"/>
                <a:ext cx="1080000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E66E413B-E714-DFC5-041D-6D0008F0CE69}"/>
              </a:ext>
            </a:extLst>
          </p:cNvPr>
          <p:cNvSpPr/>
          <p:nvPr/>
        </p:nvSpPr>
        <p:spPr>
          <a:xfrm>
            <a:off x="6839076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1A0BB2F-F0E9-5B82-4C2A-2C41BE7CC98B}"/>
              </a:ext>
            </a:extLst>
          </p:cNvPr>
          <p:cNvSpPr/>
          <p:nvPr/>
        </p:nvSpPr>
        <p:spPr>
          <a:xfrm>
            <a:off x="7985414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C3E3B3E-EAF8-3E11-97AA-AFFE358E2278}"/>
              </a:ext>
            </a:extLst>
          </p:cNvPr>
          <p:cNvSpPr/>
          <p:nvPr/>
        </p:nvSpPr>
        <p:spPr>
          <a:xfrm>
            <a:off x="9131753" y="1965309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E9637F39-EB06-0DF2-35C4-47A80E7F039C}"/>
              </a:ext>
            </a:extLst>
          </p:cNvPr>
          <p:cNvSpPr/>
          <p:nvPr/>
        </p:nvSpPr>
        <p:spPr>
          <a:xfrm>
            <a:off x="10278091" y="1978454"/>
            <a:ext cx="945729" cy="1000541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616A36-0AC5-D875-0924-AE97BA14DC3A}"/>
              </a:ext>
            </a:extLst>
          </p:cNvPr>
          <p:cNvSpPr/>
          <p:nvPr/>
        </p:nvSpPr>
        <p:spPr>
          <a:xfrm>
            <a:off x="7197307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EABD37-1418-D721-1160-D34A26EC0E43}"/>
              </a:ext>
            </a:extLst>
          </p:cNvPr>
          <p:cNvSpPr/>
          <p:nvPr/>
        </p:nvSpPr>
        <p:spPr>
          <a:xfrm>
            <a:off x="8343645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0294FF-F489-E805-5489-6D4153E8C081}"/>
              </a:ext>
            </a:extLst>
          </p:cNvPr>
          <p:cNvSpPr/>
          <p:nvPr/>
        </p:nvSpPr>
        <p:spPr>
          <a:xfrm>
            <a:off x="9489983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FD8BF1-DAE9-1EF3-D830-4E8D88AB1378}"/>
              </a:ext>
            </a:extLst>
          </p:cNvPr>
          <p:cNvSpPr/>
          <p:nvPr/>
        </p:nvSpPr>
        <p:spPr>
          <a:xfrm>
            <a:off x="10636322" y="1850676"/>
            <a:ext cx="229268" cy="229268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1A601F-0DF3-2036-00FE-1D2B5B696716}"/>
                  </a:ext>
                </a:extLst>
              </p:cNvPr>
              <p:cNvSpPr txBox="1"/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1A601F-0DF3-2036-00FE-1D2B5B696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513" y="1660938"/>
                <a:ext cx="77869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3B74E1-2932-BC56-7C0C-AC6825537DDB}"/>
                  </a:ext>
                </a:extLst>
              </p:cNvPr>
              <p:cNvSpPr txBox="1"/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3B74E1-2932-BC56-7C0C-AC6825537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6404" y="1380534"/>
                <a:ext cx="1019659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10D4A9-F6F2-858B-FBC5-8F31FF26A96D}"/>
                  </a:ext>
                </a:extLst>
              </p:cNvPr>
              <p:cNvSpPr txBox="1"/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10D4A9-F6F2-858B-FBC5-8F31FF26A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078" y="2320695"/>
                <a:ext cx="778697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A2770A-34A9-B994-77DA-62DDFF57EFCF}"/>
                  </a:ext>
                </a:extLst>
              </p:cNvPr>
              <p:cNvSpPr txBox="1"/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A2770A-34A9-B994-77DA-62DDFF57E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055" y="2341772"/>
                <a:ext cx="778697" cy="584775"/>
              </a:xfrm>
              <a:prstGeom prst="rect">
                <a:avLst/>
              </a:prstGeom>
              <a:blipFill>
                <a:blip r:embed="rId11"/>
                <a:stretch>
                  <a:fillRect r="-10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F4A452-028D-1D14-2596-3A3BE693633E}"/>
                  </a:ext>
                </a:extLst>
              </p:cNvPr>
              <p:cNvSpPr txBox="1"/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F4A452-028D-1D14-2596-3A3BE6936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492" y="548968"/>
                <a:ext cx="778697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60664615-E045-710D-ED46-C1951D11FCF3}"/>
              </a:ext>
            </a:extLst>
          </p:cNvPr>
          <p:cNvSpPr/>
          <p:nvPr/>
        </p:nvSpPr>
        <p:spPr>
          <a:xfrm>
            <a:off x="7131000" y="1808982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741963-7E9F-AA3B-6F9C-0C1169D632D7}"/>
              </a:ext>
            </a:extLst>
          </p:cNvPr>
          <p:cNvSpPr/>
          <p:nvPr/>
        </p:nvSpPr>
        <p:spPr>
          <a:xfrm>
            <a:off x="8301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25B31DD-1055-5FAD-43D3-A34CD6BC8DA4}"/>
              </a:ext>
            </a:extLst>
          </p:cNvPr>
          <p:cNvSpPr/>
          <p:nvPr/>
        </p:nvSpPr>
        <p:spPr>
          <a:xfrm>
            <a:off x="9426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319CA9B-FDAF-0B5B-00F4-CAACACFD80CA}"/>
              </a:ext>
            </a:extLst>
          </p:cNvPr>
          <p:cNvSpPr/>
          <p:nvPr/>
        </p:nvSpPr>
        <p:spPr>
          <a:xfrm>
            <a:off x="10596000" y="180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FB9C6D-8FC5-A5B8-9CC0-571A016DC80A}"/>
                  </a:ext>
                </a:extLst>
              </p:cNvPr>
              <p:cNvSpPr txBox="1"/>
              <p:nvPr/>
            </p:nvSpPr>
            <p:spPr>
              <a:xfrm>
                <a:off x="4971000" y="4734000"/>
                <a:ext cx="6120068" cy="944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5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5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−,</m:t>
                              </m:r>
                              <m:r>
                                <m:rPr>
                                  <m:sty m:val="p"/>
                                </m:rPr>
                                <a:rPr lang="en-GB" sz="5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GB" sz="5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GB" sz="54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FB9C6D-8FC5-A5B8-9CC0-571A016DC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000" y="4734000"/>
                <a:ext cx="6120068" cy="9448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55E02E-AEEE-DF41-B2FC-94B1921FA124}"/>
                  </a:ext>
                </a:extLst>
              </p:cNvPr>
              <p:cNvSpPr txBox="1"/>
              <p:nvPr/>
            </p:nvSpPr>
            <p:spPr>
              <a:xfrm>
                <a:off x="1461000" y="4755670"/>
                <a:ext cx="2835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55E02E-AEEE-DF41-B2FC-94B1921FA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00" y="4755670"/>
                <a:ext cx="2835000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054C2416-8AF9-E24D-D1DC-A1131ED18B7B}"/>
              </a:ext>
            </a:extLst>
          </p:cNvPr>
          <p:cNvSpPr/>
          <p:nvPr/>
        </p:nvSpPr>
        <p:spPr>
          <a:xfrm>
            <a:off x="12306000" y="1044000"/>
            <a:ext cx="2745000" cy="48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826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DCE1-D9CB-6EA2-B3B8-A8DDA828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6B9BBA-B1F1-9294-42F4-674473E5DD35}"/>
                  </a:ext>
                </a:extLst>
              </p:cNvPr>
              <p:cNvSpPr txBox="1"/>
              <p:nvPr/>
            </p:nvSpPr>
            <p:spPr>
              <a:xfrm>
                <a:off x="1235964" y="1178975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6B9BBA-B1F1-9294-42F4-674473E5D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64" y="1178975"/>
                <a:ext cx="324003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F6D0B3B-25C0-F49C-C818-9F7936388249}"/>
                  </a:ext>
                </a:extLst>
              </p:cNvPr>
              <p:cNvSpPr txBox="1"/>
              <p:nvPr/>
            </p:nvSpPr>
            <p:spPr>
              <a:xfrm>
                <a:off x="426000" y="1178975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F6D0B3B-25C0-F49C-C818-9F7936388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0" y="1178975"/>
                <a:ext cx="243002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628374-FEDF-14B6-8E69-3EE5E8709196}"/>
                  </a:ext>
                </a:extLst>
              </p:cNvPr>
              <p:cNvSpPr txBox="1"/>
              <p:nvPr/>
            </p:nvSpPr>
            <p:spPr>
              <a:xfrm>
                <a:off x="4836000" y="660670"/>
                <a:ext cx="61200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628374-FEDF-14B6-8E69-3EE5E8709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000" y="660670"/>
                <a:ext cx="6120068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9B6B90-BB54-A591-C2D2-747C4CD9485B}"/>
                  </a:ext>
                </a:extLst>
              </p:cNvPr>
              <p:cNvSpPr txBox="1"/>
              <p:nvPr/>
            </p:nvSpPr>
            <p:spPr>
              <a:xfrm>
                <a:off x="4836000" y="1629000"/>
                <a:ext cx="9900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9B6B90-BB54-A591-C2D2-747C4CD94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000" y="1629000"/>
                <a:ext cx="990011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E2E788C-F92D-DF96-ADDF-FD9C6B0064D8}"/>
                  </a:ext>
                </a:extLst>
              </p:cNvPr>
              <p:cNvSpPr txBox="1"/>
              <p:nvPr/>
            </p:nvSpPr>
            <p:spPr>
              <a:xfrm>
                <a:off x="5421000" y="1629000"/>
                <a:ext cx="1080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E2E788C-F92D-DF96-ADDF-FD9C6B006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000" y="1629000"/>
                <a:ext cx="1080000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02C161-DF35-C58F-DD11-1B7C71DB5FEA}"/>
                  </a:ext>
                </a:extLst>
              </p:cNvPr>
              <p:cNvSpPr txBox="1"/>
              <p:nvPr/>
            </p:nvSpPr>
            <p:spPr>
              <a:xfrm>
                <a:off x="5691000" y="1629000"/>
                <a:ext cx="6120068" cy="944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p>
                        <m:sSup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5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5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−,</m:t>
                              </m:r>
                              <m:r>
                                <m:rPr>
                                  <m:sty m:val="p"/>
                                </m:rPr>
                                <a:rPr lang="en-GB" sz="5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GB" sz="5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GB" sz="54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02C161-DF35-C58F-DD11-1B7C71DB5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629000"/>
                <a:ext cx="6120068" cy="9448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4A8E60-D94D-4072-DDC4-93A1F9D63403}"/>
                  </a:ext>
                </a:extLst>
              </p:cNvPr>
              <p:cNvSpPr txBox="1"/>
              <p:nvPr/>
            </p:nvSpPr>
            <p:spPr>
              <a:xfrm>
                <a:off x="3351000" y="1629000"/>
                <a:ext cx="2835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4A8E60-D94D-4072-DDC4-93A1F9D63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000" y="1629000"/>
                <a:ext cx="2835000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469451-6F62-C1CB-D07B-01BA6E4B6F0E}"/>
                  </a:ext>
                </a:extLst>
              </p:cNvPr>
              <p:cNvSpPr txBox="1"/>
              <p:nvPr/>
            </p:nvSpPr>
            <p:spPr>
              <a:xfrm>
                <a:off x="3126000" y="7209000"/>
                <a:ext cx="7560000" cy="1790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5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5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5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5400" i="1">
                                      <a:latin typeface="Cambria Math" panose="02040503050406030204" pitchFamily="18" charset="0"/>
                                    </a:rPr>
                                    <m:t>−,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5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r>
                                    <a:rPr lang="en-GB" sz="5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5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469451-6F62-C1CB-D07B-01BA6E4B6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000" y="7209000"/>
                <a:ext cx="7560000" cy="17903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B5285D-7DEB-2A71-F07D-93C2F8B6D54C}"/>
                  </a:ext>
                </a:extLst>
              </p:cNvPr>
              <p:cNvSpPr txBox="1"/>
              <p:nvPr/>
            </p:nvSpPr>
            <p:spPr>
              <a:xfrm>
                <a:off x="3486000" y="1179000"/>
                <a:ext cx="10620118" cy="1213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B5285D-7DEB-2A71-F07D-93C2F8B6D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1179000"/>
                <a:ext cx="10620118" cy="12136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E43BFC0A-9435-A5AD-163A-87C53484A98D}"/>
              </a:ext>
            </a:extLst>
          </p:cNvPr>
          <p:cNvSpPr/>
          <p:nvPr/>
        </p:nvSpPr>
        <p:spPr>
          <a:xfrm>
            <a:off x="11226000" y="1044000"/>
            <a:ext cx="2745000" cy="48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1A21DA-0C11-233E-DD7C-CE08AF01C6A1}"/>
                  </a:ext>
                </a:extLst>
              </p:cNvPr>
              <p:cNvSpPr txBox="1"/>
              <p:nvPr/>
            </p:nvSpPr>
            <p:spPr>
              <a:xfrm>
                <a:off x="2316000" y="2934000"/>
                <a:ext cx="7560000" cy="1668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5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5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5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5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1A21DA-0C11-233E-DD7C-CE08AF01C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00" y="2934000"/>
                <a:ext cx="7560000" cy="16682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CF4753E9-957C-AF88-D487-68E99FFEBA1B}"/>
              </a:ext>
            </a:extLst>
          </p:cNvPr>
          <p:cNvSpPr txBox="1"/>
          <p:nvPr/>
        </p:nvSpPr>
        <p:spPr>
          <a:xfrm>
            <a:off x="4160957" y="5016114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Tree recursion</a:t>
            </a:r>
          </a:p>
        </p:txBody>
      </p:sp>
    </p:spTree>
    <p:extLst>
      <p:ext uri="{BB962C8B-B14F-4D97-AF65-F5344CB8AC3E}">
        <p14:creationId xmlns:p14="http://schemas.microsoft.com/office/powerpoint/2010/main" val="3426797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03B01-64A5-F32F-368F-EFDA1052F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F72B6A74-B914-F8C8-C397-25A7BA47E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9861BB-A79E-56C3-8486-C894814EC0BB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9861BB-A79E-56C3-8486-C894814EC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A301D4-E5A4-B814-09FA-A679F7B7999D}"/>
              </a:ext>
            </a:extLst>
          </p:cNvPr>
          <p:cNvCxnSpPr>
            <a:cxnSpLocks/>
          </p:cNvCxnSpPr>
          <p:nvPr/>
        </p:nvCxnSpPr>
        <p:spPr>
          <a:xfrm flipV="1">
            <a:off x="3621000" y="3474000"/>
            <a:ext cx="0" cy="40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222AC-3AC0-12B6-64CC-7CBD1492986F}"/>
                  </a:ext>
                </a:extLst>
              </p:cNvPr>
              <p:cNvSpPr txBox="1"/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222AC-3AC0-12B6-64CC-7CBD14929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146D0F-FBBC-690D-AADE-905DE9268A16}"/>
              </a:ext>
            </a:extLst>
          </p:cNvPr>
          <p:cNvCxnSpPr>
            <a:cxnSpLocks/>
          </p:cNvCxnSpPr>
          <p:nvPr/>
        </p:nvCxnSpPr>
        <p:spPr>
          <a:xfrm flipV="1">
            <a:off x="3621000" y="3969000"/>
            <a:ext cx="0" cy="2115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153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2C76-48AA-5A75-ED54-DFC1EE1A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2066D112-FF2C-07C5-825C-CFD3AEB41C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85794B-54D2-31BA-7DC9-91F288572ED8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85794B-54D2-31BA-7DC9-91F288572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2E7E43-F679-CD92-EFA4-80DDD43419BB}"/>
              </a:ext>
            </a:extLst>
          </p:cNvPr>
          <p:cNvCxnSpPr>
            <a:cxnSpLocks/>
          </p:cNvCxnSpPr>
          <p:nvPr/>
        </p:nvCxnSpPr>
        <p:spPr>
          <a:xfrm flipV="1">
            <a:off x="3621000" y="1404000"/>
            <a:ext cx="0" cy="247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A1245-A5AA-81CD-0940-977B9A750A74}"/>
                  </a:ext>
                </a:extLst>
              </p:cNvPr>
              <p:cNvSpPr txBox="1"/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A1245-A5AA-81CD-0940-977B9A750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A07DC9-5422-1D71-B585-338A6F8D9674}"/>
              </a:ext>
            </a:extLst>
          </p:cNvPr>
          <p:cNvCxnSpPr>
            <a:cxnSpLocks/>
          </p:cNvCxnSpPr>
          <p:nvPr/>
        </p:nvCxnSpPr>
        <p:spPr>
          <a:xfrm flipV="1">
            <a:off x="3621000" y="3969000"/>
            <a:ext cx="0" cy="2115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96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AB7F-9B45-6752-8BD0-B0079D6C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70E908EC-6674-EABD-64BF-3F4C61AD2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6975DA-0B24-9574-1765-EC928AE4F54A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EB0085-0FC4-BB09-AD0E-132239318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2A15DB-6D36-D670-404D-03D178E459FA}"/>
              </a:ext>
            </a:extLst>
          </p:cNvPr>
          <p:cNvCxnSpPr>
            <a:cxnSpLocks/>
          </p:cNvCxnSpPr>
          <p:nvPr/>
        </p:nvCxnSpPr>
        <p:spPr>
          <a:xfrm flipV="1">
            <a:off x="3621000" y="1404000"/>
            <a:ext cx="0" cy="247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BE640A-5630-6A5C-A497-88997D057B2D}"/>
                  </a:ext>
                </a:extLst>
              </p:cNvPr>
              <p:cNvSpPr txBox="1"/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221ED7-EAA1-785E-755D-9CBC15E8D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EB07C8-102F-D895-FC20-F5A3D42D0B43}"/>
              </a:ext>
            </a:extLst>
          </p:cNvPr>
          <p:cNvCxnSpPr>
            <a:cxnSpLocks/>
          </p:cNvCxnSpPr>
          <p:nvPr/>
        </p:nvCxnSpPr>
        <p:spPr>
          <a:xfrm flipV="1">
            <a:off x="3621000" y="3969000"/>
            <a:ext cx="0" cy="2115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77E161A-2A63-DF5C-4F1C-5F114D675202}"/>
              </a:ext>
            </a:extLst>
          </p:cNvPr>
          <p:cNvCxnSpPr>
            <a:cxnSpLocks/>
          </p:cNvCxnSpPr>
          <p:nvPr/>
        </p:nvCxnSpPr>
        <p:spPr>
          <a:xfrm>
            <a:off x="3621000" y="1359000"/>
            <a:ext cx="265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674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31B74-3EB0-C365-379B-9FFF361F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538D3BC-B9E1-0DF9-1307-14FD3A18C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EB0085-0FC4-BB09-AD0E-1322393180F2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EB0085-0FC4-BB09-AD0E-132239318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CE70AF-82A7-70AF-F73F-428895BF9192}"/>
              </a:ext>
            </a:extLst>
          </p:cNvPr>
          <p:cNvCxnSpPr>
            <a:cxnSpLocks/>
          </p:cNvCxnSpPr>
          <p:nvPr/>
        </p:nvCxnSpPr>
        <p:spPr>
          <a:xfrm flipV="1">
            <a:off x="3621000" y="1404000"/>
            <a:ext cx="0" cy="247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221ED7-EAA1-785E-755D-9CBC15E8D688}"/>
                  </a:ext>
                </a:extLst>
              </p:cNvPr>
              <p:cNvSpPr txBox="1"/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221ED7-EAA1-785E-755D-9CBC15E8D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E9B2F4-9271-0FBE-4B7E-92D338C16BF8}"/>
              </a:ext>
            </a:extLst>
          </p:cNvPr>
          <p:cNvCxnSpPr>
            <a:cxnSpLocks/>
          </p:cNvCxnSpPr>
          <p:nvPr/>
        </p:nvCxnSpPr>
        <p:spPr>
          <a:xfrm flipV="1">
            <a:off x="3621000" y="3969000"/>
            <a:ext cx="0" cy="2115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04A1075-BFC8-6D00-CCF3-FA653DC59EBD}"/>
              </a:ext>
            </a:extLst>
          </p:cNvPr>
          <p:cNvCxnSpPr>
            <a:cxnSpLocks/>
          </p:cNvCxnSpPr>
          <p:nvPr/>
        </p:nvCxnSpPr>
        <p:spPr>
          <a:xfrm>
            <a:off x="3621000" y="1359000"/>
            <a:ext cx="265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D50A82-3891-2668-01F5-6A8B893E01C3}"/>
              </a:ext>
            </a:extLst>
          </p:cNvPr>
          <p:cNvCxnSpPr>
            <a:cxnSpLocks/>
          </p:cNvCxnSpPr>
          <p:nvPr/>
        </p:nvCxnSpPr>
        <p:spPr>
          <a:xfrm flipV="1">
            <a:off x="6321000" y="1404000"/>
            <a:ext cx="0" cy="4680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5B3D15-D5F8-C5E2-D6A7-6D0A97615DBA}"/>
                  </a:ext>
                </a:extLst>
              </p:cNvPr>
              <p:cNvSpPr txBox="1"/>
              <p:nvPr/>
            </p:nvSpPr>
            <p:spPr>
              <a:xfrm>
                <a:off x="6231000" y="5274000"/>
                <a:ext cx="153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45B3D15-D5F8-C5E2-D6A7-6D0A97615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000" y="5274000"/>
                <a:ext cx="1530000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285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B27A5-4EF4-8CBE-B260-86CFC6DF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021CCFD-45AD-B0FD-9FD9-09429EFC3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A03DE9-9FD1-9FEC-CEB6-FBE01B8DE9F4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A03DE9-9FD1-9FEC-CEB6-FBE01B8DE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4C874C-17AF-DDC4-CB34-23B5BB863ED5}"/>
              </a:ext>
            </a:extLst>
          </p:cNvPr>
          <p:cNvCxnSpPr>
            <a:cxnSpLocks/>
          </p:cNvCxnSpPr>
          <p:nvPr/>
        </p:nvCxnSpPr>
        <p:spPr>
          <a:xfrm flipV="1">
            <a:off x="3621000" y="1404000"/>
            <a:ext cx="0" cy="247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DB00B6-CD0B-DC40-5066-96DFFCF5C6F7}"/>
                  </a:ext>
                </a:extLst>
              </p:cNvPr>
              <p:cNvSpPr txBox="1"/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DB00B6-CD0B-DC40-5066-96DFFCF5C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470608-65CE-1E24-0029-782E501DAF8D}"/>
              </a:ext>
            </a:extLst>
          </p:cNvPr>
          <p:cNvCxnSpPr>
            <a:cxnSpLocks/>
          </p:cNvCxnSpPr>
          <p:nvPr/>
        </p:nvCxnSpPr>
        <p:spPr>
          <a:xfrm flipV="1">
            <a:off x="3621000" y="3969000"/>
            <a:ext cx="0" cy="2115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CEDC16F-613B-336D-8D60-30F1AAC62B03}"/>
              </a:ext>
            </a:extLst>
          </p:cNvPr>
          <p:cNvCxnSpPr>
            <a:cxnSpLocks/>
          </p:cNvCxnSpPr>
          <p:nvPr/>
        </p:nvCxnSpPr>
        <p:spPr>
          <a:xfrm>
            <a:off x="3621000" y="1359000"/>
            <a:ext cx="265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3D0CE3-F74C-E9F3-FC48-6EFD52DAFBC2}"/>
              </a:ext>
            </a:extLst>
          </p:cNvPr>
          <p:cNvCxnSpPr>
            <a:cxnSpLocks/>
          </p:cNvCxnSpPr>
          <p:nvPr/>
        </p:nvCxnSpPr>
        <p:spPr>
          <a:xfrm flipV="1">
            <a:off x="6321000" y="1404000"/>
            <a:ext cx="0" cy="4680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55EC1E-73D2-62B4-A96B-5D55C2B9FE4C}"/>
              </a:ext>
            </a:extLst>
          </p:cNvPr>
          <p:cNvCxnSpPr>
            <a:cxnSpLocks/>
          </p:cNvCxnSpPr>
          <p:nvPr/>
        </p:nvCxnSpPr>
        <p:spPr>
          <a:xfrm>
            <a:off x="6321000" y="1359000"/>
            <a:ext cx="0" cy="189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04756F-8BEC-B10C-60D5-E41FBF7C0C5F}"/>
                  </a:ext>
                </a:extLst>
              </p:cNvPr>
              <p:cNvSpPr txBox="1"/>
              <p:nvPr/>
            </p:nvSpPr>
            <p:spPr>
              <a:xfrm>
                <a:off x="6231000" y="5274000"/>
                <a:ext cx="153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04756F-8BEC-B10C-60D5-E41FBF7C0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000" y="5274000"/>
                <a:ext cx="1530000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3367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10255-F589-9296-BA74-8B76697A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EBCA350-AF6B-356D-DE25-48A2B9C22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86D77C-3110-0DF3-C2B2-44EF706CEA00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86D77C-3110-0DF3-C2B2-44EF706CE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F7113F-AB56-100B-8976-506D6BD12A11}"/>
              </a:ext>
            </a:extLst>
          </p:cNvPr>
          <p:cNvCxnSpPr>
            <a:cxnSpLocks/>
          </p:cNvCxnSpPr>
          <p:nvPr/>
        </p:nvCxnSpPr>
        <p:spPr>
          <a:xfrm flipV="1">
            <a:off x="3621000" y="1404000"/>
            <a:ext cx="0" cy="247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672F8-BC7C-EB76-2BEE-EE4077AD0165}"/>
                  </a:ext>
                </a:extLst>
              </p:cNvPr>
              <p:cNvSpPr txBox="1"/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E672F8-BC7C-EB76-2BEE-EE4077AD0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461185-EEE5-D940-ED6F-0F35B98DACBB}"/>
              </a:ext>
            </a:extLst>
          </p:cNvPr>
          <p:cNvCxnSpPr>
            <a:cxnSpLocks/>
          </p:cNvCxnSpPr>
          <p:nvPr/>
        </p:nvCxnSpPr>
        <p:spPr>
          <a:xfrm flipV="1">
            <a:off x="3621000" y="3969000"/>
            <a:ext cx="0" cy="2115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B0847AB-CE1A-24DE-9C14-FEE7A9430E86}"/>
              </a:ext>
            </a:extLst>
          </p:cNvPr>
          <p:cNvCxnSpPr>
            <a:cxnSpLocks/>
          </p:cNvCxnSpPr>
          <p:nvPr/>
        </p:nvCxnSpPr>
        <p:spPr>
          <a:xfrm>
            <a:off x="3621000" y="1359000"/>
            <a:ext cx="265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2F93FE-74DF-E846-96F6-84C46FF6358E}"/>
              </a:ext>
            </a:extLst>
          </p:cNvPr>
          <p:cNvCxnSpPr>
            <a:cxnSpLocks/>
          </p:cNvCxnSpPr>
          <p:nvPr/>
        </p:nvCxnSpPr>
        <p:spPr>
          <a:xfrm flipV="1">
            <a:off x="6321000" y="1404000"/>
            <a:ext cx="0" cy="4680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4618B3-C3E9-2158-5EC0-B1B146DEEB5A}"/>
              </a:ext>
            </a:extLst>
          </p:cNvPr>
          <p:cNvCxnSpPr>
            <a:cxnSpLocks/>
          </p:cNvCxnSpPr>
          <p:nvPr/>
        </p:nvCxnSpPr>
        <p:spPr>
          <a:xfrm>
            <a:off x="6321000" y="1359000"/>
            <a:ext cx="0" cy="189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60C05B-A45F-B6B6-9EDE-AFD0602406B3}"/>
                  </a:ext>
                </a:extLst>
              </p:cNvPr>
              <p:cNvSpPr txBox="1"/>
              <p:nvPr/>
            </p:nvSpPr>
            <p:spPr>
              <a:xfrm>
                <a:off x="6231000" y="5274000"/>
                <a:ext cx="153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60C05B-A45F-B6B6-9EDE-AFD060240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000" y="5274000"/>
                <a:ext cx="1530000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377C1A-7859-1019-2FD2-C0BC708CB051}"/>
              </a:ext>
            </a:extLst>
          </p:cNvPr>
          <p:cNvCxnSpPr>
            <a:cxnSpLocks/>
          </p:cNvCxnSpPr>
          <p:nvPr/>
        </p:nvCxnSpPr>
        <p:spPr>
          <a:xfrm flipH="1">
            <a:off x="4386000" y="3249000"/>
            <a:ext cx="193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895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14E4-A63E-F6D3-8D4C-A9E32CDE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D5D778B7-BE65-CF71-2BD8-8D8CF7B53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BF1958-B2C1-7366-4FF6-513F48287EDF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BF1958-B2C1-7366-4FF6-513F48287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B3A853-2388-13FB-0E69-141CB80A05C2}"/>
              </a:ext>
            </a:extLst>
          </p:cNvPr>
          <p:cNvCxnSpPr>
            <a:cxnSpLocks/>
          </p:cNvCxnSpPr>
          <p:nvPr/>
        </p:nvCxnSpPr>
        <p:spPr>
          <a:xfrm flipV="1">
            <a:off x="3621000" y="1404000"/>
            <a:ext cx="0" cy="247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127CF9-D1EF-198D-69A6-8905018C7436}"/>
                  </a:ext>
                </a:extLst>
              </p:cNvPr>
              <p:cNvSpPr txBox="1"/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127CF9-D1EF-198D-69A6-8905018C7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5409000"/>
                <a:ext cx="81000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174719-E1CB-E4F2-8AB8-69370BAF5F0B}"/>
              </a:ext>
            </a:extLst>
          </p:cNvPr>
          <p:cNvCxnSpPr>
            <a:cxnSpLocks/>
          </p:cNvCxnSpPr>
          <p:nvPr/>
        </p:nvCxnSpPr>
        <p:spPr>
          <a:xfrm flipV="1">
            <a:off x="3621000" y="3969000"/>
            <a:ext cx="0" cy="2115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6B02C91-B746-D412-8EEC-DECD6741DAA3}"/>
              </a:ext>
            </a:extLst>
          </p:cNvPr>
          <p:cNvCxnSpPr>
            <a:cxnSpLocks/>
          </p:cNvCxnSpPr>
          <p:nvPr/>
        </p:nvCxnSpPr>
        <p:spPr>
          <a:xfrm>
            <a:off x="3621000" y="1359000"/>
            <a:ext cx="265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9CF5BD-E3A4-4F94-13BC-FAEEA9E956B5}"/>
              </a:ext>
            </a:extLst>
          </p:cNvPr>
          <p:cNvCxnSpPr>
            <a:cxnSpLocks/>
          </p:cNvCxnSpPr>
          <p:nvPr/>
        </p:nvCxnSpPr>
        <p:spPr>
          <a:xfrm flipV="1">
            <a:off x="6321000" y="1404000"/>
            <a:ext cx="0" cy="46800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99DAA1-CD2C-7D87-03FD-0B8C8C915D30}"/>
              </a:ext>
            </a:extLst>
          </p:cNvPr>
          <p:cNvCxnSpPr>
            <a:cxnSpLocks/>
          </p:cNvCxnSpPr>
          <p:nvPr/>
        </p:nvCxnSpPr>
        <p:spPr>
          <a:xfrm>
            <a:off x="6321000" y="1359000"/>
            <a:ext cx="0" cy="189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4B77BA-7A1C-3177-90D4-B6CAE01DBFFB}"/>
                  </a:ext>
                </a:extLst>
              </p:cNvPr>
              <p:cNvSpPr txBox="1"/>
              <p:nvPr/>
            </p:nvSpPr>
            <p:spPr>
              <a:xfrm>
                <a:off x="6231000" y="5274000"/>
                <a:ext cx="1530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4B77BA-7A1C-3177-90D4-B6CAE01DB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000" y="5274000"/>
                <a:ext cx="1530000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B980CA-74D4-3852-4A83-40C4D465749D}"/>
              </a:ext>
            </a:extLst>
          </p:cNvPr>
          <p:cNvCxnSpPr>
            <a:cxnSpLocks/>
          </p:cNvCxnSpPr>
          <p:nvPr/>
        </p:nvCxnSpPr>
        <p:spPr>
          <a:xfrm flipH="1">
            <a:off x="4386000" y="3249000"/>
            <a:ext cx="193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3D2641-5050-4C33-0084-EB2500DE0BF9}"/>
              </a:ext>
            </a:extLst>
          </p:cNvPr>
          <p:cNvCxnSpPr>
            <a:cxnSpLocks/>
          </p:cNvCxnSpPr>
          <p:nvPr/>
        </p:nvCxnSpPr>
        <p:spPr>
          <a:xfrm flipV="1">
            <a:off x="4341000" y="3249000"/>
            <a:ext cx="0" cy="2807400"/>
          </a:xfrm>
          <a:prstGeom prst="straightConnector1">
            <a:avLst/>
          </a:prstGeom>
          <a:ln w="38100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72C6AB-1C5B-F40C-9AE8-326D6FF7DAA1}"/>
                  </a:ext>
                </a:extLst>
              </p:cNvPr>
              <p:cNvSpPr txBox="1"/>
              <p:nvPr/>
            </p:nvSpPr>
            <p:spPr>
              <a:xfrm>
                <a:off x="4251000" y="5454000"/>
                <a:ext cx="1530000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72C6AB-1C5B-F40C-9AE8-326D6FF7D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000" y="5454000"/>
                <a:ext cx="1530000" cy="6481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3094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01AD-92C2-C561-1E70-29834F57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8A9EFBBD-02E8-3651-DF1C-0C7332873C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6AE284-6A09-26A4-5950-43E12E026310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6AE284-6A09-26A4-5950-43E12E026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03849C-9624-E507-9B38-234B656024B0}"/>
              </a:ext>
            </a:extLst>
          </p:cNvPr>
          <p:cNvCxnSpPr>
            <a:cxnSpLocks/>
          </p:cNvCxnSpPr>
          <p:nvPr/>
        </p:nvCxnSpPr>
        <p:spPr>
          <a:xfrm flipV="1">
            <a:off x="3621000" y="1404000"/>
            <a:ext cx="0" cy="247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B5446DF-5084-3EA7-5C8A-307C326B7FFD}"/>
              </a:ext>
            </a:extLst>
          </p:cNvPr>
          <p:cNvCxnSpPr>
            <a:cxnSpLocks/>
          </p:cNvCxnSpPr>
          <p:nvPr/>
        </p:nvCxnSpPr>
        <p:spPr>
          <a:xfrm>
            <a:off x="3621000" y="1359000"/>
            <a:ext cx="265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B9B31A-A203-CF19-9795-857FF44F0D69}"/>
              </a:ext>
            </a:extLst>
          </p:cNvPr>
          <p:cNvCxnSpPr>
            <a:cxnSpLocks/>
          </p:cNvCxnSpPr>
          <p:nvPr/>
        </p:nvCxnSpPr>
        <p:spPr>
          <a:xfrm>
            <a:off x="6321000" y="1359000"/>
            <a:ext cx="0" cy="189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3E752B1-2B40-597E-D9C4-1CD55CD9040B}"/>
              </a:ext>
            </a:extLst>
          </p:cNvPr>
          <p:cNvCxnSpPr>
            <a:cxnSpLocks/>
          </p:cNvCxnSpPr>
          <p:nvPr/>
        </p:nvCxnSpPr>
        <p:spPr>
          <a:xfrm flipH="1">
            <a:off x="4386000" y="3249000"/>
            <a:ext cx="193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A199C8-A8BA-F4DD-401B-0EB80D8B641A}"/>
              </a:ext>
            </a:extLst>
          </p:cNvPr>
          <p:cNvCxnSpPr>
            <a:cxnSpLocks/>
          </p:cNvCxnSpPr>
          <p:nvPr/>
        </p:nvCxnSpPr>
        <p:spPr>
          <a:xfrm flipV="1">
            <a:off x="4341000" y="1809000"/>
            <a:ext cx="0" cy="144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E6221C-9502-7EA4-AC0C-A7399A51C7BA}"/>
              </a:ext>
            </a:extLst>
          </p:cNvPr>
          <p:cNvCxnSpPr>
            <a:cxnSpLocks/>
          </p:cNvCxnSpPr>
          <p:nvPr/>
        </p:nvCxnSpPr>
        <p:spPr>
          <a:xfrm>
            <a:off x="4341000" y="1764000"/>
            <a:ext cx="153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299C5E-31A0-8772-6EF1-C40AE31737C0}"/>
              </a:ext>
            </a:extLst>
          </p:cNvPr>
          <p:cNvCxnSpPr>
            <a:cxnSpLocks/>
          </p:cNvCxnSpPr>
          <p:nvPr/>
        </p:nvCxnSpPr>
        <p:spPr>
          <a:xfrm>
            <a:off x="5916000" y="1764000"/>
            <a:ext cx="0" cy="117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D5A8C7-D2AD-CA50-E612-9CBBC600F275}"/>
              </a:ext>
            </a:extLst>
          </p:cNvPr>
          <p:cNvCxnSpPr>
            <a:cxnSpLocks/>
          </p:cNvCxnSpPr>
          <p:nvPr/>
        </p:nvCxnSpPr>
        <p:spPr>
          <a:xfrm flipH="1">
            <a:off x="4656000" y="2934000"/>
            <a:ext cx="126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B86B5F-3006-92B2-FC7D-E08271BDBBED}"/>
              </a:ext>
            </a:extLst>
          </p:cNvPr>
          <p:cNvCxnSpPr>
            <a:cxnSpLocks/>
          </p:cNvCxnSpPr>
          <p:nvPr/>
        </p:nvCxnSpPr>
        <p:spPr>
          <a:xfrm flipV="1">
            <a:off x="4656000" y="1989000"/>
            <a:ext cx="0" cy="94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2D168B-0586-2805-9FED-9AFA90AEB855}"/>
              </a:ext>
            </a:extLst>
          </p:cNvPr>
          <p:cNvCxnSpPr>
            <a:cxnSpLocks/>
          </p:cNvCxnSpPr>
          <p:nvPr/>
        </p:nvCxnSpPr>
        <p:spPr>
          <a:xfrm>
            <a:off x="4656000" y="1944000"/>
            <a:ext cx="103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35EB44-E780-15F0-96CB-E62A8E482FC3}"/>
              </a:ext>
            </a:extLst>
          </p:cNvPr>
          <p:cNvCxnSpPr>
            <a:cxnSpLocks/>
          </p:cNvCxnSpPr>
          <p:nvPr/>
        </p:nvCxnSpPr>
        <p:spPr>
          <a:xfrm>
            <a:off x="5736000" y="1944000"/>
            <a:ext cx="0" cy="81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C2FD74-F068-1697-078B-23EA3DA4D909}"/>
              </a:ext>
            </a:extLst>
          </p:cNvPr>
          <p:cNvCxnSpPr>
            <a:cxnSpLocks/>
          </p:cNvCxnSpPr>
          <p:nvPr/>
        </p:nvCxnSpPr>
        <p:spPr>
          <a:xfrm flipH="1">
            <a:off x="4836000" y="2799000"/>
            <a:ext cx="90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176371-D543-740D-28A6-477B7B271CAA}"/>
              </a:ext>
            </a:extLst>
          </p:cNvPr>
          <p:cNvCxnSpPr>
            <a:cxnSpLocks/>
          </p:cNvCxnSpPr>
          <p:nvPr/>
        </p:nvCxnSpPr>
        <p:spPr>
          <a:xfrm flipV="1">
            <a:off x="4791000" y="2079000"/>
            <a:ext cx="0" cy="72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C75F423-B3D0-171E-74FF-7A7A206CE58F}"/>
              </a:ext>
            </a:extLst>
          </p:cNvPr>
          <p:cNvCxnSpPr>
            <a:cxnSpLocks/>
          </p:cNvCxnSpPr>
          <p:nvPr/>
        </p:nvCxnSpPr>
        <p:spPr>
          <a:xfrm>
            <a:off x="4791000" y="2079000"/>
            <a:ext cx="72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E554FF-97F5-A18D-2025-0A6CD4B8AC38}"/>
              </a:ext>
            </a:extLst>
          </p:cNvPr>
          <p:cNvCxnSpPr>
            <a:cxnSpLocks/>
          </p:cNvCxnSpPr>
          <p:nvPr/>
        </p:nvCxnSpPr>
        <p:spPr>
          <a:xfrm>
            <a:off x="5556000" y="2079000"/>
            <a:ext cx="0" cy="58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4B451CEE-E660-4A61-686D-6F135D9417D4}"/>
              </a:ext>
            </a:extLst>
          </p:cNvPr>
          <p:cNvSpPr/>
          <p:nvPr/>
        </p:nvSpPr>
        <p:spPr>
          <a:xfrm>
            <a:off x="5151000" y="230400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744FE06C-0841-EE6F-18EE-DF8D284F8E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86000" y="3429000"/>
            <a:ext cx="3507692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0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29320-4BD0-07E9-4B01-F684C704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9A2118-6EB1-5C93-C22A-04A66DA338CD}"/>
                  </a:ext>
                </a:extLst>
              </p:cNvPr>
              <p:cNvSpPr txBox="1"/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9A2118-6EB1-5C93-C22A-04A66DA33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00" y="1089000"/>
                <a:ext cx="7560000" cy="13763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7D953C31-86D3-D9F9-1907-C7E10DF76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00" y="684000"/>
            <a:ext cx="5850000" cy="57037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FEA1AF1-AC36-7592-6B57-1DEC61DEA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994000" y="2090812"/>
            <a:ext cx="2745000" cy="267637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47EA70-4963-6AD9-9335-2BA86DD59CB7}"/>
              </a:ext>
            </a:extLst>
          </p:cNvPr>
          <p:cNvCxnSpPr>
            <a:cxnSpLocks/>
          </p:cNvCxnSpPr>
          <p:nvPr/>
        </p:nvCxnSpPr>
        <p:spPr>
          <a:xfrm flipV="1">
            <a:off x="3216000" y="2619000"/>
            <a:ext cx="0" cy="166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12D836-F0EB-30E1-3E1C-88E194414C51}"/>
              </a:ext>
            </a:extLst>
          </p:cNvPr>
          <p:cNvCxnSpPr>
            <a:cxnSpLocks/>
          </p:cNvCxnSpPr>
          <p:nvPr/>
        </p:nvCxnSpPr>
        <p:spPr>
          <a:xfrm>
            <a:off x="3216000" y="2574000"/>
            <a:ext cx="175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E8A89B-97EA-2075-816B-8D0F98D910EE}"/>
              </a:ext>
            </a:extLst>
          </p:cNvPr>
          <p:cNvCxnSpPr>
            <a:cxnSpLocks/>
          </p:cNvCxnSpPr>
          <p:nvPr/>
        </p:nvCxnSpPr>
        <p:spPr>
          <a:xfrm>
            <a:off x="5016000" y="2574000"/>
            <a:ext cx="0" cy="225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013675D-7FC0-B92A-2192-E22F7FA5A181}"/>
              </a:ext>
            </a:extLst>
          </p:cNvPr>
          <p:cNvCxnSpPr>
            <a:cxnSpLocks/>
          </p:cNvCxnSpPr>
          <p:nvPr/>
        </p:nvCxnSpPr>
        <p:spPr>
          <a:xfrm flipH="1">
            <a:off x="2631000" y="4869000"/>
            <a:ext cx="238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D0CEF95-4C86-6FC0-3CED-CD02D8827BEC}"/>
              </a:ext>
            </a:extLst>
          </p:cNvPr>
          <p:cNvCxnSpPr>
            <a:cxnSpLocks/>
          </p:cNvCxnSpPr>
          <p:nvPr/>
        </p:nvCxnSpPr>
        <p:spPr>
          <a:xfrm flipV="1">
            <a:off x="2586000" y="1629000"/>
            <a:ext cx="0" cy="324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2AB443-6824-BFAC-AA81-F8BE5A386137}"/>
              </a:ext>
            </a:extLst>
          </p:cNvPr>
          <p:cNvCxnSpPr>
            <a:cxnSpLocks/>
          </p:cNvCxnSpPr>
          <p:nvPr/>
        </p:nvCxnSpPr>
        <p:spPr>
          <a:xfrm>
            <a:off x="2586000" y="1584000"/>
            <a:ext cx="346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9B12F3B-D830-A056-5E12-F941AFCD1421}"/>
              </a:ext>
            </a:extLst>
          </p:cNvPr>
          <p:cNvCxnSpPr>
            <a:cxnSpLocks/>
          </p:cNvCxnSpPr>
          <p:nvPr/>
        </p:nvCxnSpPr>
        <p:spPr>
          <a:xfrm>
            <a:off x="6096000" y="1584000"/>
            <a:ext cx="0" cy="382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942966-DAD0-E9DF-0348-D732D13A6985}"/>
              </a:ext>
            </a:extLst>
          </p:cNvPr>
          <p:cNvCxnSpPr>
            <a:cxnSpLocks/>
          </p:cNvCxnSpPr>
          <p:nvPr/>
        </p:nvCxnSpPr>
        <p:spPr>
          <a:xfrm flipH="1">
            <a:off x="2001000" y="5454000"/>
            <a:ext cx="409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AE4CE7-9C5B-E635-0BA2-E28FD85368F2}"/>
              </a:ext>
            </a:extLst>
          </p:cNvPr>
          <p:cNvCxnSpPr>
            <a:cxnSpLocks/>
          </p:cNvCxnSpPr>
          <p:nvPr/>
        </p:nvCxnSpPr>
        <p:spPr>
          <a:xfrm flipV="1">
            <a:off x="1956000" y="1134000"/>
            <a:ext cx="0" cy="432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4257C6-10C8-681B-60CD-1B62B6AD27B5}"/>
              </a:ext>
            </a:extLst>
          </p:cNvPr>
          <p:cNvCxnSpPr>
            <a:cxnSpLocks/>
          </p:cNvCxnSpPr>
          <p:nvPr/>
        </p:nvCxnSpPr>
        <p:spPr>
          <a:xfrm>
            <a:off x="1956000" y="1089000"/>
            <a:ext cx="459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EFCC91A-4BBA-5560-BEE1-951C5E5F05E1}"/>
              </a:ext>
            </a:extLst>
          </p:cNvPr>
          <p:cNvCxnSpPr>
            <a:cxnSpLocks/>
          </p:cNvCxnSpPr>
          <p:nvPr/>
        </p:nvCxnSpPr>
        <p:spPr>
          <a:xfrm>
            <a:off x="6591000" y="1089000"/>
            <a:ext cx="0" cy="450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9A7138E-5C88-C007-F890-7914795E8AA6}"/>
              </a:ext>
            </a:extLst>
          </p:cNvPr>
          <p:cNvCxnSpPr>
            <a:cxnSpLocks/>
          </p:cNvCxnSpPr>
          <p:nvPr/>
        </p:nvCxnSpPr>
        <p:spPr>
          <a:xfrm flipH="1">
            <a:off x="1866000" y="5589000"/>
            <a:ext cx="472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A6014B8-8850-89B5-E786-AE5B596BDF15}"/>
              </a:ext>
            </a:extLst>
          </p:cNvPr>
          <p:cNvCxnSpPr>
            <a:cxnSpLocks/>
          </p:cNvCxnSpPr>
          <p:nvPr/>
        </p:nvCxnSpPr>
        <p:spPr>
          <a:xfrm flipV="1">
            <a:off x="1821000" y="1044000"/>
            <a:ext cx="0" cy="454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F8D196D-E4B8-1E1D-700E-3ECF772EA6DD}"/>
              </a:ext>
            </a:extLst>
          </p:cNvPr>
          <p:cNvCxnSpPr>
            <a:cxnSpLocks/>
          </p:cNvCxnSpPr>
          <p:nvPr/>
        </p:nvCxnSpPr>
        <p:spPr>
          <a:xfrm>
            <a:off x="1821000" y="1044000"/>
            <a:ext cx="481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89589D6E-7A51-2A98-9EEE-D721B78B5213}"/>
              </a:ext>
            </a:extLst>
          </p:cNvPr>
          <p:cNvSpPr/>
          <p:nvPr/>
        </p:nvSpPr>
        <p:spPr>
          <a:xfrm>
            <a:off x="3801000" y="356400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2BC56C1-6C0E-637C-4DBD-0EFB53DD8103}"/>
              </a:ext>
            </a:extLst>
          </p:cNvPr>
          <p:cNvGrpSpPr/>
          <p:nvPr/>
        </p:nvGrpSpPr>
        <p:grpSpPr>
          <a:xfrm>
            <a:off x="-1959000" y="2304000"/>
            <a:ext cx="1542858" cy="1440000"/>
            <a:chOff x="2979231" y="2409577"/>
            <a:chExt cx="2222308" cy="2074153"/>
          </a:xfrm>
        </p:grpSpPr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B754B74-FEC2-0049-A713-56F873BE4C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9231" y="2446615"/>
              <a:ext cx="0" cy="203711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4C64DED0-98C3-74B0-CBD9-3225F0465D22}"/>
                </a:ext>
              </a:extLst>
            </p:cNvPr>
            <p:cNvCxnSpPr>
              <a:cxnSpLocks/>
            </p:cNvCxnSpPr>
            <p:nvPr/>
          </p:nvCxnSpPr>
          <p:spPr>
            <a:xfrm>
              <a:off x="2979231" y="2409577"/>
              <a:ext cx="2185269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9D7DA08-989C-3AF4-5236-BC0E0E36B7FA}"/>
                </a:ext>
              </a:extLst>
            </p:cNvPr>
            <p:cNvCxnSpPr>
              <a:cxnSpLocks/>
            </p:cNvCxnSpPr>
            <p:nvPr/>
          </p:nvCxnSpPr>
          <p:spPr>
            <a:xfrm>
              <a:off x="5201538" y="2409577"/>
              <a:ext cx="0" cy="155561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C25E76FD-4539-95D3-046E-8CE52EAFF5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8885" y="3965192"/>
              <a:ext cx="1592654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5E4CB24-9D3B-2330-EC7A-993E67CFD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1846" y="2779962"/>
              <a:ext cx="0" cy="1185231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E9C51FE-6B14-7A7A-1CDE-7582E0A2806F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46" y="2742923"/>
              <a:ext cx="125930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63D21CB3-D546-220F-AB0B-16D0DB23E46E}"/>
                </a:ext>
              </a:extLst>
            </p:cNvPr>
            <p:cNvCxnSpPr>
              <a:cxnSpLocks/>
            </p:cNvCxnSpPr>
            <p:nvPr/>
          </p:nvCxnSpPr>
          <p:spPr>
            <a:xfrm>
              <a:off x="4868192" y="2742923"/>
              <a:ext cx="0" cy="96300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D5DC7B3-35BF-91AF-5F30-A2709FF8EB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1115" y="3705923"/>
              <a:ext cx="1037077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984CCD3-6F58-E9CC-7F66-5C16339B6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115" y="2928115"/>
              <a:ext cx="0" cy="777808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FB69054-6FED-3B0A-C978-122F4C8A6E79}"/>
                </a:ext>
              </a:extLst>
            </p:cNvPr>
            <p:cNvCxnSpPr>
              <a:cxnSpLocks/>
            </p:cNvCxnSpPr>
            <p:nvPr/>
          </p:nvCxnSpPr>
          <p:spPr>
            <a:xfrm>
              <a:off x="3831115" y="2891077"/>
              <a:ext cx="851885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EDA1FFA-1255-95C3-778D-BD771D650C74}"/>
                </a:ext>
              </a:extLst>
            </p:cNvPr>
            <p:cNvCxnSpPr>
              <a:cxnSpLocks/>
            </p:cNvCxnSpPr>
            <p:nvPr/>
          </p:nvCxnSpPr>
          <p:spPr>
            <a:xfrm>
              <a:off x="4720038" y="2891077"/>
              <a:ext cx="0" cy="666692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572A1D88-059D-EABE-6D4A-1F3FE7BC7A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9269" y="3594808"/>
              <a:ext cx="740769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70DE499-434C-1AFD-4B20-218BEB15A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231" y="3002192"/>
              <a:ext cx="0" cy="59261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362A40C-25A9-1062-7825-5323C4862A66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31" y="3002192"/>
              <a:ext cx="592615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2410D41-E44B-0765-569C-1DCA655737B8}"/>
                </a:ext>
              </a:extLst>
            </p:cNvPr>
            <p:cNvCxnSpPr>
              <a:cxnSpLocks/>
            </p:cNvCxnSpPr>
            <p:nvPr/>
          </p:nvCxnSpPr>
          <p:spPr>
            <a:xfrm>
              <a:off x="4571885" y="3002192"/>
              <a:ext cx="0" cy="48150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549EA2B-D87F-338A-574B-01173D190CDC}"/>
                </a:ext>
              </a:extLst>
            </p:cNvPr>
            <p:cNvSpPr/>
            <p:nvPr/>
          </p:nvSpPr>
          <p:spPr>
            <a:xfrm>
              <a:off x="4238538" y="3187385"/>
              <a:ext cx="148154" cy="14815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BA13974-4D65-E44B-C131-2A14666821EB}"/>
              </a:ext>
            </a:extLst>
          </p:cNvPr>
          <p:cNvCxnSpPr>
            <a:cxnSpLocks/>
          </p:cNvCxnSpPr>
          <p:nvPr/>
        </p:nvCxnSpPr>
        <p:spPr>
          <a:xfrm flipV="1">
            <a:off x="-3039000" y="2169000"/>
            <a:ext cx="0" cy="247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22D6B05-DCCA-B124-3624-EA92B37DF901}"/>
              </a:ext>
            </a:extLst>
          </p:cNvPr>
          <p:cNvCxnSpPr>
            <a:cxnSpLocks/>
          </p:cNvCxnSpPr>
          <p:nvPr/>
        </p:nvCxnSpPr>
        <p:spPr>
          <a:xfrm>
            <a:off x="-3039000" y="2124000"/>
            <a:ext cx="265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256D67D-81C3-644D-E5E2-28380E4712AA}"/>
              </a:ext>
            </a:extLst>
          </p:cNvPr>
          <p:cNvCxnSpPr>
            <a:cxnSpLocks/>
          </p:cNvCxnSpPr>
          <p:nvPr/>
        </p:nvCxnSpPr>
        <p:spPr>
          <a:xfrm>
            <a:off x="-339000" y="2124000"/>
            <a:ext cx="0" cy="189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4A9474C-7233-9F2B-8F04-C3B62771E535}"/>
              </a:ext>
            </a:extLst>
          </p:cNvPr>
          <p:cNvCxnSpPr>
            <a:cxnSpLocks/>
          </p:cNvCxnSpPr>
          <p:nvPr/>
        </p:nvCxnSpPr>
        <p:spPr>
          <a:xfrm flipH="1">
            <a:off x="-2274000" y="4014000"/>
            <a:ext cx="193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BB1D8ED-5CB9-C3B7-AE39-17C1E9FA7540}"/>
              </a:ext>
            </a:extLst>
          </p:cNvPr>
          <p:cNvCxnSpPr>
            <a:cxnSpLocks/>
          </p:cNvCxnSpPr>
          <p:nvPr/>
        </p:nvCxnSpPr>
        <p:spPr>
          <a:xfrm flipV="1">
            <a:off x="-2319000" y="2574000"/>
            <a:ext cx="0" cy="144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5CBE9A8-8FEB-E5B6-F235-66D66D910DFB}"/>
              </a:ext>
            </a:extLst>
          </p:cNvPr>
          <p:cNvCxnSpPr>
            <a:cxnSpLocks/>
          </p:cNvCxnSpPr>
          <p:nvPr/>
        </p:nvCxnSpPr>
        <p:spPr>
          <a:xfrm>
            <a:off x="-2319000" y="2529000"/>
            <a:ext cx="153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725CB0C-4E5F-F170-F03D-C2503F67DEAA}"/>
              </a:ext>
            </a:extLst>
          </p:cNvPr>
          <p:cNvCxnSpPr>
            <a:cxnSpLocks/>
          </p:cNvCxnSpPr>
          <p:nvPr/>
        </p:nvCxnSpPr>
        <p:spPr>
          <a:xfrm>
            <a:off x="-744000" y="2529000"/>
            <a:ext cx="0" cy="117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BC43A65-E4E4-0BA7-0922-9A5CDD32B382}"/>
              </a:ext>
            </a:extLst>
          </p:cNvPr>
          <p:cNvCxnSpPr>
            <a:cxnSpLocks/>
          </p:cNvCxnSpPr>
          <p:nvPr/>
        </p:nvCxnSpPr>
        <p:spPr>
          <a:xfrm flipH="1">
            <a:off x="-2004000" y="3699000"/>
            <a:ext cx="126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F74E3BF-BBC6-B8DB-D006-B86448972620}"/>
              </a:ext>
            </a:extLst>
          </p:cNvPr>
          <p:cNvCxnSpPr>
            <a:cxnSpLocks/>
          </p:cNvCxnSpPr>
          <p:nvPr/>
        </p:nvCxnSpPr>
        <p:spPr>
          <a:xfrm flipV="1">
            <a:off x="-2004000" y="2754000"/>
            <a:ext cx="0" cy="94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6CC832D-EA36-DF99-3404-3CF22690F0FA}"/>
              </a:ext>
            </a:extLst>
          </p:cNvPr>
          <p:cNvCxnSpPr>
            <a:cxnSpLocks/>
          </p:cNvCxnSpPr>
          <p:nvPr/>
        </p:nvCxnSpPr>
        <p:spPr>
          <a:xfrm>
            <a:off x="-2004000" y="2709000"/>
            <a:ext cx="1035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620C11-3B64-7E1B-450F-36FF5A45A635}"/>
              </a:ext>
            </a:extLst>
          </p:cNvPr>
          <p:cNvCxnSpPr>
            <a:cxnSpLocks/>
          </p:cNvCxnSpPr>
          <p:nvPr/>
        </p:nvCxnSpPr>
        <p:spPr>
          <a:xfrm>
            <a:off x="-924000" y="2709000"/>
            <a:ext cx="0" cy="81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1D242B4-2621-8DA8-8633-92A3B6A9AA59}"/>
              </a:ext>
            </a:extLst>
          </p:cNvPr>
          <p:cNvCxnSpPr>
            <a:cxnSpLocks/>
          </p:cNvCxnSpPr>
          <p:nvPr/>
        </p:nvCxnSpPr>
        <p:spPr>
          <a:xfrm flipH="1">
            <a:off x="-1824000" y="3564000"/>
            <a:ext cx="90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A2F06C9-AACA-B411-C505-42809E03DA4F}"/>
              </a:ext>
            </a:extLst>
          </p:cNvPr>
          <p:cNvCxnSpPr>
            <a:cxnSpLocks/>
          </p:cNvCxnSpPr>
          <p:nvPr/>
        </p:nvCxnSpPr>
        <p:spPr>
          <a:xfrm flipV="1">
            <a:off x="-1869000" y="2844000"/>
            <a:ext cx="0" cy="720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A287D7B-EEB4-25BD-3654-4B9E0B7E687F}"/>
              </a:ext>
            </a:extLst>
          </p:cNvPr>
          <p:cNvCxnSpPr>
            <a:cxnSpLocks/>
          </p:cNvCxnSpPr>
          <p:nvPr/>
        </p:nvCxnSpPr>
        <p:spPr>
          <a:xfrm>
            <a:off x="-1869000" y="2844000"/>
            <a:ext cx="7200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15B13C6-005B-D11B-D13A-3045765D0454}"/>
              </a:ext>
            </a:extLst>
          </p:cNvPr>
          <p:cNvCxnSpPr>
            <a:cxnSpLocks/>
          </p:cNvCxnSpPr>
          <p:nvPr/>
        </p:nvCxnSpPr>
        <p:spPr>
          <a:xfrm>
            <a:off x="-1104000" y="2844000"/>
            <a:ext cx="0" cy="58500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6E7C5C42-AB3E-7184-39C4-5C3F371F8C32}"/>
              </a:ext>
            </a:extLst>
          </p:cNvPr>
          <p:cNvSpPr/>
          <p:nvPr/>
        </p:nvSpPr>
        <p:spPr>
          <a:xfrm>
            <a:off x="-1509000" y="306900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836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DB79E-3CDB-125B-4B88-3C062BD0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133DAD-B7CE-4226-C5CA-E35A9CDA9262}"/>
                  </a:ext>
                </a:extLst>
              </p:cNvPr>
              <p:cNvSpPr txBox="1"/>
              <p:nvPr/>
            </p:nvSpPr>
            <p:spPr>
              <a:xfrm>
                <a:off x="2316000" y="234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133DAD-B7CE-4226-C5CA-E35A9CDA9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00" y="234000"/>
                <a:ext cx="7560000" cy="13763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2F0A233B-6E6A-D03B-BA28-CA74726E2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6000" y="1854000"/>
            <a:ext cx="4815000" cy="469462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07ECCE-AA53-42A3-E50C-A85A0CCAF814}"/>
              </a:ext>
            </a:extLst>
          </p:cNvPr>
          <p:cNvCxnSpPr>
            <a:cxnSpLocks/>
          </p:cNvCxnSpPr>
          <p:nvPr/>
        </p:nvCxnSpPr>
        <p:spPr>
          <a:xfrm flipV="1">
            <a:off x="8360885" y="3446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E7ECD1-3AD2-0594-716A-D9371BDDF0E9}"/>
              </a:ext>
            </a:extLst>
          </p:cNvPr>
          <p:cNvCxnSpPr>
            <a:cxnSpLocks/>
          </p:cNvCxnSpPr>
          <p:nvPr/>
        </p:nvCxnSpPr>
        <p:spPr>
          <a:xfrm>
            <a:off x="8360885" y="3409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B590BA-BB80-4C19-15E8-58F188238C95}"/>
              </a:ext>
            </a:extLst>
          </p:cNvPr>
          <p:cNvCxnSpPr>
            <a:cxnSpLocks/>
          </p:cNvCxnSpPr>
          <p:nvPr/>
        </p:nvCxnSpPr>
        <p:spPr>
          <a:xfrm>
            <a:off x="9842423" y="3409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03AB0DE-3682-72B7-97DB-A4E68C8CBBCC}"/>
              </a:ext>
            </a:extLst>
          </p:cNvPr>
          <p:cNvCxnSpPr>
            <a:cxnSpLocks/>
          </p:cNvCxnSpPr>
          <p:nvPr/>
        </p:nvCxnSpPr>
        <p:spPr>
          <a:xfrm flipH="1">
            <a:off x="7879385" y="5298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CFA1B8-D6FE-3239-5169-970A2F68DDF8}"/>
              </a:ext>
            </a:extLst>
          </p:cNvPr>
          <p:cNvCxnSpPr>
            <a:cxnSpLocks/>
          </p:cNvCxnSpPr>
          <p:nvPr/>
        </p:nvCxnSpPr>
        <p:spPr>
          <a:xfrm flipV="1">
            <a:off x="7842346" y="2631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9ABDF6D-A813-68AB-54B6-40FAD4C4004E}"/>
              </a:ext>
            </a:extLst>
          </p:cNvPr>
          <p:cNvCxnSpPr>
            <a:cxnSpLocks/>
          </p:cNvCxnSpPr>
          <p:nvPr/>
        </p:nvCxnSpPr>
        <p:spPr>
          <a:xfrm>
            <a:off x="7842346" y="2594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10E2EC6-CDCD-9933-7895-6766319BB560}"/>
              </a:ext>
            </a:extLst>
          </p:cNvPr>
          <p:cNvCxnSpPr>
            <a:cxnSpLocks/>
          </p:cNvCxnSpPr>
          <p:nvPr/>
        </p:nvCxnSpPr>
        <p:spPr>
          <a:xfrm>
            <a:off x="10731346" y="2594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B5A7DD6-E065-559A-78B4-BF7CF018735B}"/>
              </a:ext>
            </a:extLst>
          </p:cNvPr>
          <p:cNvCxnSpPr>
            <a:cxnSpLocks/>
          </p:cNvCxnSpPr>
          <p:nvPr/>
        </p:nvCxnSpPr>
        <p:spPr>
          <a:xfrm flipH="1">
            <a:off x="7360846" y="5780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DCBE347-80DB-617E-0613-170765C085D8}"/>
              </a:ext>
            </a:extLst>
          </p:cNvPr>
          <p:cNvCxnSpPr>
            <a:cxnSpLocks/>
          </p:cNvCxnSpPr>
          <p:nvPr/>
        </p:nvCxnSpPr>
        <p:spPr>
          <a:xfrm flipV="1">
            <a:off x="7323808" y="2224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3BACA6C-2CDE-B3CA-31E6-16B0902B4353}"/>
              </a:ext>
            </a:extLst>
          </p:cNvPr>
          <p:cNvCxnSpPr>
            <a:cxnSpLocks/>
          </p:cNvCxnSpPr>
          <p:nvPr/>
        </p:nvCxnSpPr>
        <p:spPr>
          <a:xfrm>
            <a:off x="7323808" y="2187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EA10F0F-311E-013F-A0EA-9029582C5405}"/>
              </a:ext>
            </a:extLst>
          </p:cNvPr>
          <p:cNvCxnSpPr>
            <a:cxnSpLocks/>
          </p:cNvCxnSpPr>
          <p:nvPr/>
        </p:nvCxnSpPr>
        <p:spPr>
          <a:xfrm>
            <a:off x="11138769" y="2187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72AA207-D557-D1D9-6C43-0C2E9F9F4990}"/>
              </a:ext>
            </a:extLst>
          </p:cNvPr>
          <p:cNvCxnSpPr>
            <a:cxnSpLocks/>
          </p:cNvCxnSpPr>
          <p:nvPr/>
        </p:nvCxnSpPr>
        <p:spPr>
          <a:xfrm flipH="1">
            <a:off x="7249731" y="5891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F33528-59F1-37DE-11E3-F0EE0B18C95F}"/>
              </a:ext>
            </a:extLst>
          </p:cNvPr>
          <p:cNvCxnSpPr>
            <a:cxnSpLocks/>
          </p:cNvCxnSpPr>
          <p:nvPr/>
        </p:nvCxnSpPr>
        <p:spPr>
          <a:xfrm flipV="1">
            <a:off x="7212692" y="2150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12536BB-47FA-EE87-9FA5-8E4F885C4D4B}"/>
              </a:ext>
            </a:extLst>
          </p:cNvPr>
          <p:cNvCxnSpPr>
            <a:cxnSpLocks/>
          </p:cNvCxnSpPr>
          <p:nvPr/>
        </p:nvCxnSpPr>
        <p:spPr>
          <a:xfrm>
            <a:off x="7212692" y="2150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1582263B-FE3F-F374-57DE-8F48B1C885E4}"/>
              </a:ext>
            </a:extLst>
          </p:cNvPr>
          <p:cNvSpPr/>
          <p:nvPr/>
        </p:nvSpPr>
        <p:spPr>
          <a:xfrm>
            <a:off x="8842385" y="4224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4212627-4884-F195-5EC3-02F57523C8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000" y="1854000"/>
            <a:ext cx="4815000" cy="4694625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077B1D0-8CCA-46DC-4394-343470334ECF}"/>
              </a:ext>
            </a:extLst>
          </p:cNvPr>
          <p:cNvGrpSpPr/>
          <p:nvPr/>
        </p:nvGrpSpPr>
        <p:grpSpPr>
          <a:xfrm>
            <a:off x="2979231" y="2409577"/>
            <a:ext cx="2222308" cy="2074153"/>
            <a:chOff x="2979231" y="2409577"/>
            <a:chExt cx="2222308" cy="207415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121A4A4-A24B-2348-2FA4-941E5D261C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9231" y="2446615"/>
              <a:ext cx="0" cy="203711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048057C-EF67-6131-A779-7B98A62834B1}"/>
                </a:ext>
              </a:extLst>
            </p:cNvPr>
            <p:cNvCxnSpPr>
              <a:cxnSpLocks/>
            </p:cNvCxnSpPr>
            <p:nvPr/>
          </p:nvCxnSpPr>
          <p:spPr>
            <a:xfrm>
              <a:off x="2979231" y="2409577"/>
              <a:ext cx="2185269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49F244D-9B74-BC13-5F33-4736A7A82DA3}"/>
                </a:ext>
              </a:extLst>
            </p:cNvPr>
            <p:cNvCxnSpPr>
              <a:cxnSpLocks/>
            </p:cNvCxnSpPr>
            <p:nvPr/>
          </p:nvCxnSpPr>
          <p:spPr>
            <a:xfrm>
              <a:off x="5201538" y="2409577"/>
              <a:ext cx="0" cy="155561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197FBAE-9AB8-580E-68F6-23493F5A98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8885" y="3965192"/>
              <a:ext cx="1592654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A1D9731-DF55-CE7E-CFE2-ACB77BD6C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1846" y="2779962"/>
              <a:ext cx="0" cy="1185231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DB27CE6-D3BC-7672-7383-0C325EC9DA26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46" y="2742923"/>
              <a:ext cx="125930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98790DD-3C06-A757-EAB2-F3F30A23ADE3}"/>
                </a:ext>
              </a:extLst>
            </p:cNvPr>
            <p:cNvCxnSpPr>
              <a:cxnSpLocks/>
            </p:cNvCxnSpPr>
            <p:nvPr/>
          </p:nvCxnSpPr>
          <p:spPr>
            <a:xfrm>
              <a:off x="4868192" y="2742923"/>
              <a:ext cx="0" cy="96300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2BE79C7-8841-55ED-DB96-AB4934253B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1115" y="3705923"/>
              <a:ext cx="1037077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B0969B3-9B1F-1D24-5366-60DE2A979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115" y="2928115"/>
              <a:ext cx="0" cy="777808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3D2736C-B02F-97AE-A305-15E7C136E36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115" y="2891077"/>
              <a:ext cx="851885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62A5DD2-9042-DA22-1633-253C7262B810}"/>
                </a:ext>
              </a:extLst>
            </p:cNvPr>
            <p:cNvCxnSpPr>
              <a:cxnSpLocks/>
            </p:cNvCxnSpPr>
            <p:nvPr/>
          </p:nvCxnSpPr>
          <p:spPr>
            <a:xfrm>
              <a:off x="4720038" y="2891077"/>
              <a:ext cx="0" cy="666692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934D8D6-9545-94F0-82C0-7CFDE1E348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9269" y="3594808"/>
              <a:ext cx="740769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0E9308E-1977-A6DA-0F2A-561BE69A12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2231" y="3002192"/>
              <a:ext cx="0" cy="59261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BFB5C4A-05A6-8A89-DAFA-98E5917737C0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31" y="3002192"/>
              <a:ext cx="592615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EF9653E-7C76-A13E-EE42-A04253ADB949}"/>
                </a:ext>
              </a:extLst>
            </p:cNvPr>
            <p:cNvCxnSpPr>
              <a:cxnSpLocks/>
            </p:cNvCxnSpPr>
            <p:nvPr/>
          </p:nvCxnSpPr>
          <p:spPr>
            <a:xfrm>
              <a:off x="4571885" y="3002192"/>
              <a:ext cx="0" cy="48150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BF6CAB5-BEDA-275B-1166-11E84C8361AC}"/>
                </a:ext>
              </a:extLst>
            </p:cNvPr>
            <p:cNvSpPr/>
            <p:nvPr/>
          </p:nvSpPr>
          <p:spPr>
            <a:xfrm>
              <a:off x="4238538" y="3187385"/>
              <a:ext cx="148154" cy="14815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C7C7348-CD74-2463-714D-121EDCD9C601}"/>
                  </a:ext>
                </a:extLst>
              </p:cNvPr>
              <p:cNvSpPr txBox="1"/>
              <p:nvPr/>
            </p:nvSpPr>
            <p:spPr>
              <a:xfrm>
                <a:off x="4700947" y="-2421000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72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GB" sz="72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C7C7348-CD74-2463-714D-121EDCD9C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947" y="-2421000"/>
                <a:ext cx="1440016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69E4FA-78E7-EA04-AC06-C2E1817009CE}"/>
                  </a:ext>
                </a:extLst>
              </p:cNvPr>
              <p:cNvSpPr txBox="1"/>
              <p:nvPr/>
            </p:nvSpPr>
            <p:spPr>
              <a:xfrm>
                <a:off x="7310976" y="-2421000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7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469E4FA-78E7-EA04-AC06-C2E181700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976" y="-2421000"/>
                <a:ext cx="1440016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ACA3ACB-2A1A-8E96-66DD-5575DE8800A0}"/>
              </a:ext>
            </a:extLst>
          </p:cNvPr>
          <p:cNvSpPr txBox="1"/>
          <p:nvPr/>
        </p:nvSpPr>
        <p:spPr>
          <a:xfrm>
            <a:off x="3980939" y="-1280829"/>
            <a:ext cx="2880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maximum</a:t>
            </a:r>
            <a:br>
              <a:rPr lang="en-GB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degree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4A3E41-EB40-AF0F-8BD2-D21712E055B4}"/>
              </a:ext>
            </a:extLst>
          </p:cNvPr>
          <p:cNvSpPr txBox="1"/>
          <p:nvPr/>
        </p:nvSpPr>
        <p:spPr>
          <a:xfrm>
            <a:off x="6590968" y="-937149"/>
            <a:ext cx="288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1">
                    <a:lumMod val="75000"/>
                  </a:schemeClr>
                </a:solidFill>
              </a:rPr>
              <a:t>“fugacity”</a:t>
            </a:r>
          </a:p>
        </p:txBody>
      </p:sp>
    </p:spTree>
    <p:extLst>
      <p:ext uri="{BB962C8B-B14F-4D97-AF65-F5344CB8AC3E}">
        <p14:creationId xmlns:p14="http://schemas.microsoft.com/office/powerpoint/2010/main" val="2525447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2097-6060-A178-51DD-F1062C05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35E3FC-E0C8-71F8-494B-5CFCBC7E8731}"/>
                  </a:ext>
                </a:extLst>
              </p:cNvPr>
              <p:cNvSpPr txBox="1"/>
              <p:nvPr/>
            </p:nvSpPr>
            <p:spPr>
              <a:xfrm>
                <a:off x="2316000" y="234000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35E3FC-E0C8-71F8-494B-5CFCBC7E8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00" y="234000"/>
                <a:ext cx="7560000" cy="13763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8965F88-780C-AA3E-6FE1-33544D9656C3}"/>
              </a:ext>
            </a:extLst>
          </p:cNvPr>
          <p:cNvGrpSpPr/>
          <p:nvPr/>
        </p:nvGrpSpPr>
        <p:grpSpPr>
          <a:xfrm>
            <a:off x="6546000" y="1854000"/>
            <a:ext cx="4815000" cy="4694625"/>
            <a:chOff x="6546000" y="1854000"/>
            <a:chExt cx="4815000" cy="469462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EA7ABC7-6771-95FB-AB24-57E38FF3D5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46000" y="1854000"/>
              <a:ext cx="4815000" cy="46946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CD00718-5608-0523-A5D6-CA50A89FA2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0885" y="3446654"/>
              <a:ext cx="0" cy="1370423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B064AE1-1AEB-F1C2-1D69-23642FFCC8FE}"/>
                </a:ext>
              </a:extLst>
            </p:cNvPr>
            <p:cNvCxnSpPr>
              <a:cxnSpLocks/>
            </p:cNvCxnSpPr>
            <p:nvPr/>
          </p:nvCxnSpPr>
          <p:spPr>
            <a:xfrm>
              <a:off x="8360885" y="3409615"/>
              <a:ext cx="1444500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26E72A-19C3-4E40-9C56-7527DD22D155}"/>
                </a:ext>
              </a:extLst>
            </p:cNvPr>
            <p:cNvCxnSpPr>
              <a:cxnSpLocks/>
            </p:cNvCxnSpPr>
            <p:nvPr/>
          </p:nvCxnSpPr>
          <p:spPr>
            <a:xfrm>
              <a:off x="9842423" y="3409615"/>
              <a:ext cx="0" cy="1851923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D947037-3F83-6D8A-430C-E13D6B1714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9385" y="5298577"/>
              <a:ext cx="196303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567F0F5-0EAC-265E-46B9-9B4437E6CB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2346" y="2631808"/>
              <a:ext cx="0" cy="2666769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26604B4-32C2-F0CC-146E-1F9F59000F27}"/>
                </a:ext>
              </a:extLst>
            </p:cNvPr>
            <p:cNvCxnSpPr>
              <a:cxnSpLocks/>
            </p:cNvCxnSpPr>
            <p:nvPr/>
          </p:nvCxnSpPr>
          <p:spPr>
            <a:xfrm>
              <a:off x="7842346" y="2594769"/>
              <a:ext cx="2851962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1D2E39F-6C26-CEBC-4AD8-D057F6B61881}"/>
                </a:ext>
              </a:extLst>
            </p:cNvPr>
            <p:cNvCxnSpPr>
              <a:cxnSpLocks/>
            </p:cNvCxnSpPr>
            <p:nvPr/>
          </p:nvCxnSpPr>
          <p:spPr>
            <a:xfrm>
              <a:off x="10731346" y="2594769"/>
              <a:ext cx="0" cy="3148269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D6134F3-7247-DA03-74CC-51AC7E70B6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846" y="5780077"/>
              <a:ext cx="3370500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AA40A53-85CE-BFC9-0C44-FEDF18498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3808" y="2224385"/>
              <a:ext cx="0" cy="3555692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843F835-D1EA-9052-D23F-FED3360BDF6C}"/>
                </a:ext>
              </a:extLst>
            </p:cNvPr>
            <p:cNvCxnSpPr>
              <a:cxnSpLocks/>
            </p:cNvCxnSpPr>
            <p:nvPr/>
          </p:nvCxnSpPr>
          <p:spPr>
            <a:xfrm>
              <a:off x="7323808" y="2187346"/>
              <a:ext cx="3777923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4410CCE-4495-ED98-D35C-0F4C833D19B3}"/>
                </a:ext>
              </a:extLst>
            </p:cNvPr>
            <p:cNvCxnSpPr>
              <a:cxnSpLocks/>
            </p:cNvCxnSpPr>
            <p:nvPr/>
          </p:nvCxnSpPr>
          <p:spPr>
            <a:xfrm>
              <a:off x="11138769" y="2187346"/>
              <a:ext cx="0" cy="3703846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0B2E360-F7D3-DFAE-16CC-CAA52AD563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9731" y="5891192"/>
              <a:ext cx="388903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2E22FD6-5DFD-66AF-B9B8-7C47DEBCA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692" y="2150308"/>
              <a:ext cx="0" cy="374088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69BB702-4591-7C83-5CED-F30D6D0A55FA}"/>
                </a:ext>
              </a:extLst>
            </p:cNvPr>
            <p:cNvCxnSpPr>
              <a:cxnSpLocks/>
            </p:cNvCxnSpPr>
            <p:nvPr/>
          </p:nvCxnSpPr>
          <p:spPr>
            <a:xfrm>
              <a:off x="7212692" y="2150308"/>
              <a:ext cx="3963115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9A74160-AC43-D460-A4BF-3AD6E5871495}"/>
                </a:ext>
              </a:extLst>
            </p:cNvPr>
            <p:cNvSpPr/>
            <p:nvPr/>
          </p:nvSpPr>
          <p:spPr>
            <a:xfrm>
              <a:off x="8842385" y="4224462"/>
              <a:ext cx="148154" cy="14815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7B13F64-A990-58B7-E26A-EA309E49106B}"/>
              </a:ext>
            </a:extLst>
          </p:cNvPr>
          <p:cNvGrpSpPr/>
          <p:nvPr/>
        </p:nvGrpSpPr>
        <p:grpSpPr>
          <a:xfrm>
            <a:off x="831000" y="1854000"/>
            <a:ext cx="4815000" cy="4694625"/>
            <a:chOff x="831000" y="1854000"/>
            <a:chExt cx="4815000" cy="4694625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8662EEC-74AD-070F-F82A-E7E6D61D97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000" y="1854000"/>
              <a:ext cx="4815000" cy="4694625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26D52C9-9B64-4C4D-F172-7D0BC9C0C9A1}"/>
                </a:ext>
              </a:extLst>
            </p:cNvPr>
            <p:cNvGrpSpPr/>
            <p:nvPr/>
          </p:nvGrpSpPr>
          <p:grpSpPr>
            <a:xfrm>
              <a:off x="2979231" y="2409577"/>
              <a:ext cx="2222308" cy="2074153"/>
              <a:chOff x="2979231" y="2409577"/>
              <a:chExt cx="2222308" cy="2074153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6E0F12DF-8137-F377-6D1A-1D85DE956B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79231" y="2446615"/>
                <a:ext cx="0" cy="20371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2AEC1B3B-CB69-34D9-064D-BF7EAE71D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9231" y="2409577"/>
                <a:ext cx="2185269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999D60E1-BB84-943A-09D9-E1CA22404C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1538" y="2409577"/>
                <a:ext cx="0" cy="15556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1A98FFF-D75A-FC76-BB6D-2D91DE9774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08885" y="3965192"/>
                <a:ext cx="1592654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E694295-9ACC-BB21-8EBE-B752C41802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71846" y="2779962"/>
                <a:ext cx="0" cy="1185231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69952D2-AD7C-7359-B066-3A612F9E03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1846" y="2742923"/>
                <a:ext cx="1259308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F32DFB1-905E-05B4-EE31-C80C1607BD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8192" y="2742923"/>
                <a:ext cx="0" cy="96300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81FA782-2D44-1F30-5172-1EE0C47888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1115" y="3705923"/>
                <a:ext cx="1037077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14A544D-ED9C-F3AE-5010-1786A36BF6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31115" y="2928115"/>
                <a:ext cx="0" cy="777808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26CCC65-5EED-A7EB-8176-2E1D0655A4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115" y="2891077"/>
                <a:ext cx="851885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98B9641-2E31-5649-8448-34EF7F9214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0038" y="2891077"/>
                <a:ext cx="0" cy="666692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CFBD0D59-4D98-B1C1-BB62-C633172FE9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79269" y="3594808"/>
                <a:ext cx="740769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9D7EDD7-79C7-60DD-76C3-FF9592129E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2231" y="3002192"/>
                <a:ext cx="0" cy="5926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3A51712-234E-C196-0191-CABE1F5BA9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2231" y="3002192"/>
                <a:ext cx="592615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2C931BC-284F-0899-5CE6-11C960E94C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1885" y="3002192"/>
                <a:ext cx="0" cy="48150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1B7961A-5E7F-81AF-9591-60E31388A6A5}"/>
                  </a:ext>
                </a:extLst>
              </p:cNvPr>
              <p:cNvSpPr/>
              <p:nvPr/>
            </p:nvSpPr>
            <p:spPr>
              <a:xfrm>
                <a:off x="4238538" y="3187385"/>
                <a:ext cx="148154" cy="14815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2626239B-D71E-DEEC-25C6-63CF499F4186}"/>
              </a:ext>
            </a:extLst>
          </p:cNvPr>
          <p:cNvSpPr/>
          <p:nvPr/>
        </p:nvSpPr>
        <p:spPr>
          <a:xfrm>
            <a:off x="4188000" y="3141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A4F7991-395F-22A7-DBF0-9915F18B5EC7}"/>
              </a:ext>
            </a:extLst>
          </p:cNvPr>
          <p:cNvSpPr/>
          <p:nvPr/>
        </p:nvSpPr>
        <p:spPr>
          <a:xfrm>
            <a:off x="7086000" y="5769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04772C7-03F8-5805-707E-3F565D30EE07}"/>
              </a:ext>
            </a:extLst>
          </p:cNvPr>
          <p:cNvSpPr/>
          <p:nvPr/>
        </p:nvSpPr>
        <p:spPr>
          <a:xfrm>
            <a:off x="11001000" y="2079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11C552-9349-2011-3636-19E6D3F75A9D}"/>
              </a:ext>
            </a:extLst>
          </p:cNvPr>
          <p:cNvCxnSpPr/>
          <p:nvPr/>
        </p:nvCxnSpPr>
        <p:spPr>
          <a:xfrm>
            <a:off x="6096000" y="1719000"/>
            <a:ext cx="0" cy="4860054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9699993-32D1-9D50-3DF4-C6CBE0F743DA}"/>
                  </a:ext>
                </a:extLst>
              </p:cNvPr>
              <p:cNvSpPr txBox="1"/>
              <p:nvPr/>
            </p:nvSpPr>
            <p:spPr>
              <a:xfrm>
                <a:off x="4700947" y="-2421000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72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GB" sz="72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9699993-32D1-9D50-3DF4-C6CBE0F74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947" y="-2421000"/>
                <a:ext cx="1440016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48285AE-01B2-7CB3-59A3-58E3DA882B63}"/>
                  </a:ext>
                </a:extLst>
              </p:cNvPr>
              <p:cNvSpPr txBox="1"/>
              <p:nvPr/>
            </p:nvSpPr>
            <p:spPr>
              <a:xfrm>
                <a:off x="7310976" y="-2421000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7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48285AE-01B2-7CB3-59A3-58E3DA882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976" y="-2421000"/>
                <a:ext cx="1440016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9BC56F24-85A8-A731-DB02-BA52CA0765A6}"/>
              </a:ext>
            </a:extLst>
          </p:cNvPr>
          <p:cNvSpPr txBox="1"/>
          <p:nvPr/>
        </p:nvSpPr>
        <p:spPr>
          <a:xfrm>
            <a:off x="3980939" y="-1280829"/>
            <a:ext cx="2880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maximum</a:t>
            </a:r>
            <a:br>
              <a:rPr lang="en-GB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degree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5D942C-2969-B02B-0867-42FE81AF4DE3}"/>
              </a:ext>
            </a:extLst>
          </p:cNvPr>
          <p:cNvSpPr txBox="1"/>
          <p:nvPr/>
        </p:nvSpPr>
        <p:spPr>
          <a:xfrm>
            <a:off x="6590968" y="-937149"/>
            <a:ext cx="288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1">
                    <a:lumMod val="75000"/>
                  </a:schemeClr>
                </a:solidFill>
              </a:rPr>
              <a:t>“fugacity”</a:t>
            </a:r>
          </a:p>
        </p:txBody>
      </p:sp>
    </p:spTree>
    <p:extLst>
      <p:ext uri="{BB962C8B-B14F-4D97-AF65-F5344CB8AC3E}">
        <p14:creationId xmlns:p14="http://schemas.microsoft.com/office/powerpoint/2010/main" val="241030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1EE0-0054-F5A6-554D-3108E437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B3C03C-C4B1-0A13-D0BB-EB968905C603}"/>
                  </a:ext>
                </a:extLst>
              </p:cNvPr>
              <p:cNvSpPr txBox="1"/>
              <p:nvPr/>
            </p:nvSpPr>
            <p:spPr>
              <a:xfrm>
                <a:off x="2316000" y="522661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B3C03C-C4B1-0A13-D0BB-EB968905C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00" y="522661"/>
                <a:ext cx="7560000" cy="13763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D549205-F20D-701C-B46C-E9A2E368F1F2}"/>
              </a:ext>
            </a:extLst>
          </p:cNvPr>
          <p:cNvGrpSpPr/>
          <p:nvPr/>
        </p:nvGrpSpPr>
        <p:grpSpPr>
          <a:xfrm>
            <a:off x="6771000" y="2731500"/>
            <a:ext cx="3915000" cy="3817125"/>
            <a:chOff x="6546000" y="1854000"/>
            <a:chExt cx="4815000" cy="469462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E04DC9B-67B1-F021-76C6-81EDCB7708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46000" y="1854000"/>
              <a:ext cx="4815000" cy="46946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2D7E67A-3251-34AF-0D91-CC943A11D8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0885" y="3446654"/>
              <a:ext cx="0" cy="1370423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EDA9942-4100-2708-1BB5-FD5703C81DF6}"/>
                </a:ext>
              </a:extLst>
            </p:cNvPr>
            <p:cNvCxnSpPr>
              <a:cxnSpLocks/>
            </p:cNvCxnSpPr>
            <p:nvPr/>
          </p:nvCxnSpPr>
          <p:spPr>
            <a:xfrm>
              <a:off x="8360885" y="3409615"/>
              <a:ext cx="1444500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53B822E-EC7D-10DA-319E-30734E3CCFF0}"/>
                </a:ext>
              </a:extLst>
            </p:cNvPr>
            <p:cNvCxnSpPr>
              <a:cxnSpLocks/>
            </p:cNvCxnSpPr>
            <p:nvPr/>
          </p:nvCxnSpPr>
          <p:spPr>
            <a:xfrm>
              <a:off x="9842423" y="3409615"/>
              <a:ext cx="0" cy="1851923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5B50EB0-30FE-3146-B238-003548090D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9385" y="5298577"/>
              <a:ext cx="196303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5CED4BF-B7FB-AFB1-44B6-156213042F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2346" y="2631808"/>
              <a:ext cx="0" cy="2666769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8BEF92E-C294-6581-DF8E-8800005693EF}"/>
                </a:ext>
              </a:extLst>
            </p:cNvPr>
            <p:cNvCxnSpPr>
              <a:cxnSpLocks/>
            </p:cNvCxnSpPr>
            <p:nvPr/>
          </p:nvCxnSpPr>
          <p:spPr>
            <a:xfrm>
              <a:off x="7842346" y="2594769"/>
              <a:ext cx="2851962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FD5FC47-202D-8D0F-971A-F6445ECC314C}"/>
                </a:ext>
              </a:extLst>
            </p:cNvPr>
            <p:cNvCxnSpPr>
              <a:cxnSpLocks/>
            </p:cNvCxnSpPr>
            <p:nvPr/>
          </p:nvCxnSpPr>
          <p:spPr>
            <a:xfrm>
              <a:off x="10731346" y="2594769"/>
              <a:ext cx="0" cy="3148269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631B1FE-76CA-D985-C20C-D48C9056C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846" y="5780077"/>
              <a:ext cx="3370500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9AF008-82DE-492B-238D-1C3462432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3808" y="2224385"/>
              <a:ext cx="0" cy="3555692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A55F012-B327-BF5C-F6AD-550122D0BFA1}"/>
                </a:ext>
              </a:extLst>
            </p:cNvPr>
            <p:cNvCxnSpPr>
              <a:cxnSpLocks/>
            </p:cNvCxnSpPr>
            <p:nvPr/>
          </p:nvCxnSpPr>
          <p:spPr>
            <a:xfrm>
              <a:off x="7323808" y="2187346"/>
              <a:ext cx="3777923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20A7E7C-2E70-9045-DE17-8E879964C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138769" y="2187346"/>
              <a:ext cx="0" cy="3703846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B0CD814-694C-3955-172F-4ADAEF598B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9731" y="5891192"/>
              <a:ext cx="388903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309AF98-FC59-8B2B-EC9B-0AB4C710D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692" y="2150308"/>
              <a:ext cx="0" cy="374088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9FF6A4D-2CC0-55BF-8B82-D6B279D04302}"/>
                </a:ext>
              </a:extLst>
            </p:cNvPr>
            <p:cNvCxnSpPr>
              <a:cxnSpLocks/>
            </p:cNvCxnSpPr>
            <p:nvPr/>
          </p:nvCxnSpPr>
          <p:spPr>
            <a:xfrm>
              <a:off x="7212692" y="2150308"/>
              <a:ext cx="3963115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DE459DF-F1F9-0923-A027-98E6C3D6AC93}"/>
                </a:ext>
              </a:extLst>
            </p:cNvPr>
            <p:cNvSpPr/>
            <p:nvPr/>
          </p:nvSpPr>
          <p:spPr>
            <a:xfrm>
              <a:off x="8842385" y="4224462"/>
              <a:ext cx="148154" cy="14815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09456DB-4615-AAE8-6DF5-94B090943BBE}"/>
              </a:ext>
            </a:extLst>
          </p:cNvPr>
          <p:cNvGrpSpPr/>
          <p:nvPr/>
        </p:nvGrpSpPr>
        <p:grpSpPr>
          <a:xfrm>
            <a:off x="1371000" y="2731499"/>
            <a:ext cx="3915000" cy="3817125"/>
            <a:chOff x="831000" y="1854000"/>
            <a:chExt cx="4815000" cy="4694625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6E9EB76-DA9C-966F-811A-92B420C6FF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000" y="1854000"/>
              <a:ext cx="4815000" cy="4694625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0FCDF56-64EE-F34A-A96F-F637AF09281D}"/>
                </a:ext>
              </a:extLst>
            </p:cNvPr>
            <p:cNvGrpSpPr/>
            <p:nvPr/>
          </p:nvGrpSpPr>
          <p:grpSpPr>
            <a:xfrm>
              <a:off x="2979231" y="2409577"/>
              <a:ext cx="2222308" cy="2074153"/>
              <a:chOff x="2979231" y="2409577"/>
              <a:chExt cx="2222308" cy="2074153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F1A032A2-5A36-C140-8E24-759A82374A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79231" y="2446615"/>
                <a:ext cx="0" cy="20371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768838DC-5637-F0F2-0B78-4EAC53E2DF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9231" y="2409577"/>
                <a:ext cx="2185269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EEE813F8-191F-D6B9-545F-A802C1AF32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1538" y="2409577"/>
                <a:ext cx="0" cy="15556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7D90FF6-55A3-D745-1E07-992F1FFD8E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08885" y="3965192"/>
                <a:ext cx="1592654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A25E447-294A-3089-06A2-3414428F29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71846" y="2779962"/>
                <a:ext cx="0" cy="1185231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609180C-B532-109D-8EE7-CE40EF2129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1846" y="2742923"/>
                <a:ext cx="1259308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80C71B8-6AD1-9459-CD5B-CE2569CF28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8192" y="2742923"/>
                <a:ext cx="0" cy="96300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844A569-0CE9-596A-2DB0-530B3A9B2F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1115" y="3705923"/>
                <a:ext cx="1037077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B6DCDDA-1679-5686-D959-991DC99683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31115" y="2928115"/>
                <a:ext cx="0" cy="777808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9B979E0F-1624-5563-0862-0960DD071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115" y="2891077"/>
                <a:ext cx="851885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6942078-E58D-E865-F797-46A1EC3011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0038" y="2891077"/>
                <a:ext cx="0" cy="666692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6B19DA6-5265-DCBE-64F4-BBA82B7E0D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79269" y="3594808"/>
                <a:ext cx="740769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FA865771-D10E-32B1-B7A6-37CB5C5378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2231" y="3002192"/>
                <a:ext cx="0" cy="5926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13F164C-7011-F27D-7938-8E72A96CE3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2231" y="3002192"/>
                <a:ext cx="592615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52EB61BD-1A1E-8718-9A2F-3A6EDE969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1885" y="3002192"/>
                <a:ext cx="0" cy="48150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37151BB-F262-2087-7B61-6DD3E2B2A813}"/>
                  </a:ext>
                </a:extLst>
              </p:cNvPr>
              <p:cNvSpPr/>
              <p:nvPr/>
            </p:nvSpPr>
            <p:spPr>
              <a:xfrm>
                <a:off x="4238538" y="3187385"/>
                <a:ext cx="148154" cy="14815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C8B556BE-1FED-6F52-04E7-82BBF4750F18}"/>
              </a:ext>
            </a:extLst>
          </p:cNvPr>
          <p:cNvSpPr/>
          <p:nvPr/>
        </p:nvSpPr>
        <p:spPr>
          <a:xfrm>
            <a:off x="4071000" y="374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BF72915-7114-E46D-0F19-A99ACDF5072E}"/>
              </a:ext>
            </a:extLst>
          </p:cNvPr>
          <p:cNvSpPr/>
          <p:nvPr/>
        </p:nvSpPr>
        <p:spPr>
          <a:xfrm>
            <a:off x="7176000" y="590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57E0566-3D6E-FBB6-033A-F0039ED8F436}"/>
              </a:ext>
            </a:extLst>
          </p:cNvPr>
          <p:cNvSpPr/>
          <p:nvPr/>
        </p:nvSpPr>
        <p:spPr>
          <a:xfrm>
            <a:off x="10416000" y="2889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EE7DF92-E300-4274-04D8-F6E45CED812C}"/>
              </a:ext>
            </a:extLst>
          </p:cNvPr>
          <p:cNvCxnSpPr>
            <a:cxnSpLocks/>
          </p:cNvCxnSpPr>
          <p:nvPr/>
        </p:nvCxnSpPr>
        <p:spPr>
          <a:xfrm>
            <a:off x="6096000" y="2799000"/>
            <a:ext cx="0" cy="3780054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52795ED-B097-F72E-32DC-ECA95B2D4C99}"/>
                  </a:ext>
                </a:extLst>
              </p:cNvPr>
              <p:cNvSpPr txBox="1"/>
              <p:nvPr/>
            </p:nvSpPr>
            <p:spPr>
              <a:xfrm>
                <a:off x="1551008" y="218829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72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GB" sz="72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52795ED-B097-F72E-32DC-ECA95B2D4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008" y="218829"/>
                <a:ext cx="1440016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AAE257-7D94-C490-632D-6CFBDED772E3}"/>
                  </a:ext>
                </a:extLst>
              </p:cNvPr>
              <p:cNvSpPr txBox="1"/>
              <p:nvPr/>
            </p:nvSpPr>
            <p:spPr>
              <a:xfrm>
                <a:off x="9336008" y="235149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7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AAE257-7D94-C490-632D-6CFBDED77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008" y="235149"/>
                <a:ext cx="1440016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E0D4969-36A2-9553-75E8-D32819CF8718}"/>
              </a:ext>
            </a:extLst>
          </p:cNvPr>
          <p:cNvSpPr txBox="1"/>
          <p:nvPr/>
        </p:nvSpPr>
        <p:spPr>
          <a:xfrm>
            <a:off x="831000" y="1359000"/>
            <a:ext cx="2880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maximum</a:t>
            </a:r>
            <a:br>
              <a:rPr lang="en-GB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degree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C99E20-7658-5246-455E-9A492D4FA183}"/>
              </a:ext>
            </a:extLst>
          </p:cNvPr>
          <p:cNvSpPr txBox="1"/>
          <p:nvPr/>
        </p:nvSpPr>
        <p:spPr>
          <a:xfrm>
            <a:off x="8616000" y="1719000"/>
            <a:ext cx="288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1">
                    <a:lumMod val="75000"/>
                  </a:schemeClr>
                </a:solidFill>
              </a:rPr>
              <a:t>“fugacity”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7195418E-8FAD-2419-FD16-D23DE12B7A83}"/>
                  </a:ext>
                </a:extLst>
              </p:cNvPr>
              <p:cNvSpPr/>
              <p:nvPr/>
            </p:nvSpPr>
            <p:spPr>
              <a:xfrm>
                <a:off x="741000" y="7209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7195418E-8FAD-2419-FD16-D23DE12B7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7209000"/>
                <a:ext cx="4635000" cy="16650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940D1222-BB47-2520-FD25-2F0804DC1CC9}"/>
                  </a:ext>
                </a:extLst>
              </p:cNvPr>
              <p:cNvSpPr/>
              <p:nvPr/>
            </p:nvSpPr>
            <p:spPr>
              <a:xfrm>
                <a:off x="6816000" y="7209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940D1222-BB47-2520-FD25-2F0804DC1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7209000"/>
                <a:ext cx="4635000" cy="16650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878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918E-E1AB-4A24-B052-9F155DA8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B197B1-5CFE-7489-4FB9-6D63BAB54E1D}"/>
              </a:ext>
            </a:extLst>
          </p:cNvPr>
          <p:cNvCxnSpPr>
            <a:cxnSpLocks/>
          </p:cNvCxnSpPr>
          <p:nvPr/>
        </p:nvCxnSpPr>
        <p:spPr>
          <a:xfrm>
            <a:off x="6096000" y="2799000"/>
            <a:ext cx="0" cy="3780054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14CB101-E14D-1686-93AE-A3A5B35CC639}"/>
              </a:ext>
            </a:extLst>
          </p:cNvPr>
          <p:cNvGrpSpPr/>
          <p:nvPr/>
        </p:nvGrpSpPr>
        <p:grpSpPr>
          <a:xfrm>
            <a:off x="6771000" y="2731500"/>
            <a:ext cx="3915000" cy="3817125"/>
            <a:chOff x="6546000" y="1854000"/>
            <a:chExt cx="4815000" cy="469462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90AA2CA4-1ACE-7A69-E7DC-812015C349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46000" y="1854000"/>
              <a:ext cx="4815000" cy="46946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1C2E894-FE5C-A647-B6FE-104F48BC3D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0885" y="3446654"/>
              <a:ext cx="0" cy="1370423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DDB222D-45AF-7E93-C3AC-75BF850D3360}"/>
                </a:ext>
              </a:extLst>
            </p:cNvPr>
            <p:cNvCxnSpPr>
              <a:cxnSpLocks/>
            </p:cNvCxnSpPr>
            <p:nvPr/>
          </p:nvCxnSpPr>
          <p:spPr>
            <a:xfrm>
              <a:off x="8360885" y="3409615"/>
              <a:ext cx="1444500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6C3C187-C5F1-0F99-B575-CA7E3EBD0F26}"/>
                </a:ext>
              </a:extLst>
            </p:cNvPr>
            <p:cNvCxnSpPr>
              <a:cxnSpLocks/>
            </p:cNvCxnSpPr>
            <p:nvPr/>
          </p:nvCxnSpPr>
          <p:spPr>
            <a:xfrm>
              <a:off x="9842423" y="3409615"/>
              <a:ext cx="0" cy="1851923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2407475-3C88-9F08-29DB-EA61D7CC8B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9385" y="5298577"/>
              <a:ext cx="196303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C72687D-02B3-7200-37E6-84CFB63D49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2346" y="2631808"/>
              <a:ext cx="0" cy="2666769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28BE999-ECFC-752F-4B22-650314DDD475}"/>
                </a:ext>
              </a:extLst>
            </p:cNvPr>
            <p:cNvCxnSpPr>
              <a:cxnSpLocks/>
            </p:cNvCxnSpPr>
            <p:nvPr/>
          </p:nvCxnSpPr>
          <p:spPr>
            <a:xfrm>
              <a:off x="7842346" y="2594769"/>
              <a:ext cx="2851962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3786EEF-F5DF-0F7D-EC02-95632AED8D28}"/>
                </a:ext>
              </a:extLst>
            </p:cNvPr>
            <p:cNvCxnSpPr>
              <a:cxnSpLocks/>
            </p:cNvCxnSpPr>
            <p:nvPr/>
          </p:nvCxnSpPr>
          <p:spPr>
            <a:xfrm>
              <a:off x="10731346" y="2594769"/>
              <a:ext cx="0" cy="3148269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B755565-9564-1A32-B6AA-23F2A664EF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846" y="5780077"/>
              <a:ext cx="3370500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73189F3-BBC1-2B65-D175-97BB08BBD0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3808" y="2224385"/>
              <a:ext cx="0" cy="3555692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FD84344-78CB-C2AD-BDDE-E187E8BD19F9}"/>
                </a:ext>
              </a:extLst>
            </p:cNvPr>
            <p:cNvCxnSpPr>
              <a:cxnSpLocks/>
            </p:cNvCxnSpPr>
            <p:nvPr/>
          </p:nvCxnSpPr>
          <p:spPr>
            <a:xfrm>
              <a:off x="7323808" y="2187346"/>
              <a:ext cx="3777923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A88AB62-FFE3-E147-18C2-0A092E86C852}"/>
                </a:ext>
              </a:extLst>
            </p:cNvPr>
            <p:cNvCxnSpPr>
              <a:cxnSpLocks/>
            </p:cNvCxnSpPr>
            <p:nvPr/>
          </p:nvCxnSpPr>
          <p:spPr>
            <a:xfrm>
              <a:off x="11138769" y="2187346"/>
              <a:ext cx="0" cy="3703846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86A3CB9-4BC2-111D-9416-FE08D7FFB3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9731" y="5891192"/>
              <a:ext cx="388903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42D52E9-25FB-0047-7A21-662DC6277E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692" y="2150308"/>
              <a:ext cx="0" cy="374088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4FFF8C1-D5EC-AE2D-2B94-E1745E267641}"/>
                </a:ext>
              </a:extLst>
            </p:cNvPr>
            <p:cNvCxnSpPr>
              <a:cxnSpLocks/>
            </p:cNvCxnSpPr>
            <p:nvPr/>
          </p:nvCxnSpPr>
          <p:spPr>
            <a:xfrm>
              <a:off x="7212692" y="2150308"/>
              <a:ext cx="3963115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CEDEBAE-CFB9-E38D-F34D-B7A6B40F8BDD}"/>
                </a:ext>
              </a:extLst>
            </p:cNvPr>
            <p:cNvSpPr/>
            <p:nvPr/>
          </p:nvSpPr>
          <p:spPr>
            <a:xfrm>
              <a:off x="8842385" y="4224462"/>
              <a:ext cx="148154" cy="14815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0BCE03E-0D27-2C51-5F70-871C9F0BC1E1}"/>
              </a:ext>
            </a:extLst>
          </p:cNvPr>
          <p:cNvGrpSpPr/>
          <p:nvPr/>
        </p:nvGrpSpPr>
        <p:grpSpPr>
          <a:xfrm>
            <a:off x="1371000" y="2731499"/>
            <a:ext cx="3915000" cy="3817125"/>
            <a:chOff x="831000" y="1854000"/>
            <a:chExt cx="4815000" cy="4694625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134D8698-2A71-B320-716F-989520E282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1000" y="1854000"/>
              <a:ext cx="4815000" cy="4694625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98B630B-2BDE-4CF5-9AED-FC810D4539C7}"/>
                </a:ext>
              </a:extLst>
            </p:cNvPr>
            <p:cNvGrpSpPr/>
            <p:nvPr/>
          </p:nvGrpSpPr>
          <p:grpSpPr>
            <a:xfrm>
              <a:off x="2979231" y="2409577"/>
              <a:ext cx="2222308" cy="2074153"/>
              <a:chOff x="2979231" y="2409577"/>
              <a:chExt cx="2222308" cy="2074153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0618AA4-DBF0-C6EE-5E70-F4E966756B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79231" y="2446615"/>
                <a:ext cx="0" cy="20371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F2F205E6-80F0-D735-7518-3EB89CAB94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9231" y="2409577"/>
                <a:ext cx="2185269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CB349AC9-3FD3-9C27-5A38-6ADC31DA9B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1538" y="2409577"/>
                <a:ext cx="0" cy="15556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A52CCE5-3D55-6887-C9C9-EAF181F44F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08885" y="3965192"/>
                <a:ext cx="1592654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F7CCC72-C0E3-32A4-9C1D-C4B6149283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71846" y="2779962"/>
                <a:ext cx="0" cy="1185231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2785D505-A5BC-9A2E-CAD7-5982AF39DA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1846" y="2742923"/>
                <a:ext cx="1259308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DFFE574-E139-D1EA-CBAA-599BEC70E0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8192" y="2742923"/>
                <a:ext cx="0" cy="96300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5698493-AF15-154D-0149-D72F7D17DB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1115" y="3705923"/>
                <a:ext cx="1037077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A7A2FF0-5481-9EBA-6924-810B6C55E1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31115" y="2928115"/>
                <a:ext cx="0" cy="777808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C768BAA9-0BA0-58C3-8221-37A1A9415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115" y="2891077"/>
                <a:ext cx="851885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B106C19-E906-9238-69D4-FFA1ADEEA5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0038" y="2891077"/>
                <a:ext cx="0" cy="666692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B30D6C0-8CFA-802E-371B-50BDDD43D5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79269" y="3594808"/>
                <a:ext cx="740769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65B0A15-CAF8-FF2C-0817-51F57B87B3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2231" y="3002192"/>
                <a:ext cx="0" cy="5926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FE57600-42FB-2393-B8F2-F2D6A7D9C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2231" y="3002192"/>
                <a:ext cx="592615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4015422-FE99-243C-0383-B7D0BE5A56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1885" y="3002192"/>
                <a:ext cx="0" cy="48150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5B80CE7-1BEE-19E0-739F-E64E098A2A6B}"/>
                  </a:ext>
                </a:extLst>
              </p:cNvPr>
              <p:cNvSpPr/>
              <p:nvPr/>
            </p:nvSpPr>
            <p:spPr>
              <a:xfrm>
                <a:off x="4238538" y="3187385"/>
                <a:ext cx="148154" cy="14815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CF0C39B6-3179-5277-E2EE-D5129D7A587B}"/>
              </a:ext>
            </a:extLst>
          </p:cNvPr>
          <p:cNvSpPr/>
          <p:nvPr/>
        </p:nvSpPr>
        <p:spPr>
          <a:xfrm>
            <a:off x="4071000" y="374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5C616AA-211B-A78D-2F31-6B0A3F47E41F}"/>
              </a:ext>
            </a:extLst>
          </p:cNvPr>
          <p:cNvSpPr/>
          <p:nvPr/>
        </p:nvSpPr>
        <p:spPr>
          <a:xfrm>
            <a:off x="7176000" y="590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3B1408E-29FC-9791-B512-C6E2BEA7DFC8}"/>
              </a:ext>
            </a:extLst>
          </p:cNvPr>
          <p:cNvSpPr/>
          <p:nvPr/>
        </p:nvSpPr>
        <p:spPr>
          <a:xfrm>
            <a:off x="10416000" y="2889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7F0DEF-30D0-670C-0271-9A330EFAF06A}"/>
                  </a:ext>
                </a:extLst>
              </p:cNvPr>
              <p:cNvSpPr txBox="1"/>
              <p:nvPr/>
            </p:nvSpPr>
            <p:spPr>
              <a:xfrm>
                <a:off x="1551008" y="218829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72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GB" sz="72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7F0DEF-30D0-670C-0271-9A330EFAF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008" y="218829"/>
                <a:ext cx="1440016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3C47DA-3816-AFF1-2E53-0678673206E9}"/>
                  </a:ext>
                </a:extLst>
              </p:cNvPr>
              <p:cNvSpPr txBox="1"/>
              <p:nvPr/>
            </p:nvSpPr>
            <p:spPr>
              <a:xfrm>
                <a:off x="9336008" y="235149"/>
                <a:ext cx="14400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7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3C47DA-3816-AFF1-2E53-067867320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008" y="235149"/>
                <a:ext cx="1440016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FA554FAB-A640-3416-ADFC-23E792E0F692}"/>
              </a:ext>
            </a:extLst>
          </p:cNvPr>
          <p:cNvSpPr txBox="1"/>
          <p:nvPr/>
        </p:nvSpPr>
        <p:spPr>
          <a:xfrm>
            <a:off x="831000" y="1359000"/>
            <a:ext cx="2880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maximum</a:t>
            </a:r>
            <a:br>
              <a:rPr lang="en-GB" sz="36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degree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7864E7-AC5F-9A8F-7DB3-1F2135648FB7}"/>
              </a:ext>
            </a:extLst>
          </p:cNvPr>
          <p:cNvSpPr txBox="1"/>
          <p:nvPr/>
        </p:nvSpPr>
        <p:spPr>
          <a:xfrm>
            <a:off x="8616000" y="1719000"/>
            <a:ext cx="288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solidFill>
                  <a:schemeClr val="accent1">
                    <a:lumMod val="75000"/>
                  </a:schemeClr>
                </a:solidFill>
              </a:rPr>
              <a:t>“fugacity”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6DAA6F-0A35-5A76-5750-AD85B3205C36}"/>
              </a:ext>
            </a:extLst>
          </p:cNvPr>
          <p:cNvSpPr/>
          <p:nvPr/>
        </p:nvSpPr>
        <p:spPr>
          <a:xfrm>
            <a:off x="-609000" y="2574000"/>
            <a:ext cx="13725000" cy="4365000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FBC5C86-D4A6-5CB4-0024-961CA6C9EB7C}"/>
                  </a:ext>
                </a:extLst>
              </p:cNvPr>
              <p:cNvSpPr/>
              <p:nvPr/>
            </p:nvSpPr>
            <p:spPr>
              <a:xfrm>
                <a:off x="741000" y="401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FBC5C86-D4A6-5CB4-0024-961CA6C9EB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4014000"/>
                <a:ext cx="4635000" cy="16650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DA303B5B-1D53-6CF8-1C8C-04BAA37DABAE}"/>
                  </a:ext>
                </a:extLst>
              </p:cNvPr>
              <p:cNvSpPr/>
              <p:nvPr/>
            </p:nvSpPr>
            <p:spPr>
              <a:xfrm>
                <a:off x="6816000" y="401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DA303B5B-1D53-6CF8-1C8C-04BAA37DAB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4014000"/>
                <a:ext cx="4635000" cy="16650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1767FA-6E3C-E097-18D9-1768698164D1}"/>
                  </a:ext>
                </a:extLst>
              </p:cNvPr>
              <p:cNvSpPr txBox="1"/>
              <p:nvPr/>
            </p:nvSpPr>
            <p:spPr>
              <a:xfrm>
                <a:off x="2316000" y="522661"/>
                <a:ext cx="7560000" cy="1376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4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40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1767FA-6E3C-E097-18D9-176869816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00" y="522661"/>
                <a:ext cx="7560000" cy="13763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92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D538-B0EA-0D6E-23AF-90221851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024BAA-1EFD-1537-022E-8ED0FE43ADFA}"/>
              </a:ext>
            </a:extLst>
          </p:cNvPr>
          <p:cNvCxnSpPr>
            <a:cxnSpLocks/>
          </p:cNvCxnSpPr>
          <p:nvPr/>
        </p:nvCxnSpPr>
        <p:spPr>
          <a:xfrm>
            <a:off x="6096000" y="2799000"/>
            <a:ext cx="0" cy="3780054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A47E70EB-4A32-52EC-0313-7881C74FC539}"/>
              </a:ext>
            </a:extLst>
          </p:cNvPr>
          <p:cNvGrpSpPr/>
          <p:nvPr/>
        </p:nvGrpSpPr>
        <p:grpSpPr>
          <a:xfrm>
            <a:off x="6771000" y="2731500"/>
            <a:ext cx="3915000" cy="3817125"/>
            <a:chOff x="6546000" y="1854000"/>
            <a:chExt cx="4815000" cy="469462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B483F50-A329-D446-BCBF-60BBC87DFE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546000" y="1854000"/>
              <a:ext cx="4815000" cy="46946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0595CB2-0C8B-B294-63B3-82D11493C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0885" y="3446654"/>
              <a:ext cx="0" cy="1370423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F7FE30B-60A9-798D-A028-00C701D5BB6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885" y="3409615"/>
              <a:ext cx="1444500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F56DD84-DEFF-BCB0-544D-29D09A0C4E7C}"/>
                </a:ext>
              </a:extLst>
            </p:cNvPr>
            <p:cNvCxnSpPr>
              <a:cxnSpLocks/>
            </p:cNvCxnSpPr>
            <p:nvPr/>
          </p:nvCxnSpPr>
          <p:spPr>
            <a:xfrm>
              <a:off x="9842423" y="3409615"/>
              <a:ext cx="0" cy="1851923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4C67AA5-B221-9906-8C96-D15EA47B5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9385" y="5298577"/>
              <a:ext cx="196303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D49FDF7-0BFB-7FFA-EF31-10F846F5E0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2346" y="2631808"/>
              <a:ext cx="0" cy="2666769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697B0F2-2333-2D69-25EA-133082E9F2ED}"/>
                </a:ext>
              </a:extLst>
            </p:cNvPr>
            <p:cNvCxnSpPr>
              <a:cxnSpLocks/>
            </p:cNvCxnSpPr>
            <p:nvPr/>
          </p:nvCxnSpPr>
          <p:spPr>
            <a:xfrm>
              <a:off x="7842346" y="2594769"/>
              <a:ext cx="2851962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5F94A52-6549-CE1E-9058-DD3CB6160FAD}"/>
                </a:ext>
              </a:extLst>
            </p:cNvPr>
            <p:cNvCxnSpPr>
              <a:cxnSpLocks/>
            </p:cNvCxnSpPr>
            <p:nvPr/>
          </p:nvCxnSpPr>
          <p:spPr>
            <a:xfrm>
              <a:off x="10731346" y="2594769"/>
              <a:ext cx="0" cy="3148269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7F8751B-4075-D357-1BF1-9D2374B0BA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846" y="5780077"/>
              <a:ext cx="3370500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0578FD4-65A7-152A-2F71-57EC6C6526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3808" y="2224385"/>
              <a:ext cx="0" cy="3555692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143D1A5-4272-ADCC-3852-5825F75F9454}"/>
                </a:ext>
              </a:extLst>
            </p:cNvPr>
            <p:cNvCxnSpPr>
              <a:cxnSpLocks/>
            </p:cNvCxnSpPr>
            <p:nvPr/>
          </p:nvCxnSpPr>
          <p:spPr>
            <a:xfrm>
              <a:off x="7323808" y="2187346"/>
              <a:ext cx="3777923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246CD93-4A4D-1954-9025-78F717A3B644}"/>
                </a:ext>
              </a:extLst>
            </p:cNvPr>
            <p:cNvCxnSpPr>
              <a:cxnSpLocks/>
            </p:cNvCxnSpPr>
            <p:nvPr/>
          </p:nvCxnSpPr>
          <p:spPr>
            <a:xfrm>
              <a:off x="11138769" y="2187346"/>
              <a:ext cx="0" cy="3703846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E341356-0E16-7494-121C-5258A31FE4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9731" y="5891192"/>
              <a:ext cx="3889038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0F1AC96-803D-65FD-D858-BCA151FF32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692" y="2150308"/>
              <a:ext cx="0" cy="3740885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CED4F3A-869B-C5FD-0EAC-F54DE9385449}"/>
                </a:ext>
              </a:extLst>
            </p:cNvPr>
            <p:cNvCxnSpPr>
              <a:cxnSpLocks/>
            </p:cNvCxnSpPr>
            <p:nvPr/>
          </p:nvCxnSpPr>
          <p:spPr>
            <a:xfrm>
              <a:off x="7212692" y="2150308"/>
              <a:ext cx="3963115" cy="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98F2FE5-3421-542E-487B-256F58EF37B1}"/>
                </a:ext>
              </a:extLst>
            </p:cNvPr>
            <p:cNvSpPr/>
            <p:nvPr/>
          </p:nvSpPr>
          <p:spPr>
            <a:xfrm>
              <a:off x="8842385" y="4224462"/>
              <a:ext cx="148154" cy="14815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82115E-A9D2-B111-4B9D-16EB06BFCDE1}"/>
              </a:ext>
            </a:extLst>
          </p:cNvPr>
          <p:cNvGrpSpPr/>
          <p:nvPr/>
        </p:nvGrpSpPr>
        <p:grpSpPr>
          <a:xfrm>
            <a:off x="1371000" y="2731499"/>
            <a:ext cx="3915000" cy="3817125"/>
            <a:chOff x="831000" y="1854000"/>
            <a:chExt cx="4815000" cy="4694625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B2A7368-67E3-7047-8774-A643E2BDD4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1000" y="1854000"/>
              <a:ext cx="4815000" cy="4694625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7D244B5-FC03-9C36-C1FA-0F5F3AC4D21B}"/>
                </a:ext>
              </a:extLst>
            </p:cNvPr>
            <p:cNvGrpSpPr/>
            <p:nvPr/>
          </p:nvGrpSpPr>
          <p:grpSpPr>
            <a:xfrm>
              <a:off x="2979231" y="2409577"/>
              <a:ext cx="2222308" cy="2074153"/>
              <a:chOff x="2979231" y="2409577"/>
              <a:chExt cx="2222308" cy="2074153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0301CC9F-2854-3431-AA26-CCB3D9FF19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79231" y="2446615"/>
                <a:ext cx="0" cy="20371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38D6C8E8-97F5-8D75-3BD1-B298AF6653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9231" y="2409577"/>
                <a:ext cx="2185269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34C0A15F-F51B-7292-F5BB-B867E188F6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1538" y="2409577"/>
                <a:ext cx="0" cy="15556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CE43D82-543C-A1D4-5058-0E42748FF6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08885" y="3965192"/>
                <a:ext cx="1592654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2691A01-5A44-696B-8B76-30031A8AF2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71846" y="2779962"/>
                <a:ext cx="0" cy="1185231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41CA029-5D2A-1813-51BC-7AB7370189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1846" y="2742923"/>
                <a:ext cx="1259308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0071BF0-768F-52FF-B968-72B3B15ADE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8192" y="2742923"/>
                <a:ext cx="0" cy="96300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D1AB0D8-E7A8-DAAF-C51F-70BE5C7E9B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1115" y="3705923"/>
                <a:ext cx="1037077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AC1AA5A-FACE-20AF-DDF8-F1DFE40E94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31115" y="2928115"/>
                <a:ext cx="0" cy="777808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C6B24F17-39D4-0341-0FFB-2E3BEB975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115" y="2891077"/>
                <a:ext cx="851885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105994D9-B78E-35C3-8AAD-BA4FA3A43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0038" y="2891077"/>
                <a:ext cx="0" cy="666692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DE07EC46-8D49-7516-FB6C-D7E6246A14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79269" y="3594808"/>
                <a:ext cx="740769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BA18B78-C626-D673-CAE1-4928376FEA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2231" y="3002192"/>
                <a:ext cx="0" cy="592615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203D7FC-D180-AF1D-F3CA-82A064C8A4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2231" y="3002192"/>
                <a:ext cx="592615" cy="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2C948AD-AC61-5477-292B-DD833C380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1885" y="3002192"/>
                <a:ext cx="0" cy="481500"/>
              </a:xfrm>
              <a:prstGeom prst="straightConnector1">
                <a:avLst/>
              </a:prstGeom>
              <a:ln w="38100">
                <a:headEnd type="oval" w="med" len="med"/>
                <a:tailEnd type="triangl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4E922B0-8413-0F15-6C26-CEF295B25528}"/>
                  </a:ext>
                </a:extLst>
              </p:cNvPr>
              <p:cNvSpPr/>
              <p:nvPr/>
            </p:nvSpPr>
            <p:spPr>
              <a:xfrm>
                <a:off x="4238538" y="3187385"/>
                <a:ext cx="148154" cy="14815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427259AD-9362-641D-40EE-E7622763DB00}"/>
              </a:ext>
            </a:extLst>
          </p:cNvPr>
          <p:cNvSpPr/>
          <p:nvPr/>
        </p:nvSpPr>
        <p:spPr>
          <a:xfrm>
            <a:off x="4071000" y="374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EF775D-3856-1A9C-623C-BF77C170CFBD}"/>
              </a:ext>
            </a:extLst>
          </p:cNvPr>
          <p:cNvSpPr/>
          <p:nvPr/>
        </p:nvSpPr>
        <p:spPr>
          <a:xfrm>
            <a:off x="7176000" y="590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7F47CD2-B444-3419-A0D5-8C211A4821A8}"/>
              </a:ext>
            </a:extLst>
          </p:cNvPr>
          <p:cNvSpPr/>
          <p:nvPr/>
        </p:nvSpPr>
        <p:spPr>
          <a:xfrm>
            <a:off x="10416000" y="2889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55260C0A-E511-88AE-3134-6986BF455C2B}"/>
                  </a:ext>
                </a:extLst>
              </p:cNvPr>
              <p:cNvSpPr/>
              <p:nvPr/>
            </p:nvSpPr>
            <p:spPr>
              <a:xfrm>
                <a:off x="741000" y="41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55260C0A-E511-88AE-3134-6986BF455C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41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C7C9059-52AC-FB5A-B550-AD08D6C72F0F}"/>
                  </a:ext>
                </a:extLst>
              </p:cNvPr>
              <p:cNvSpPr/>
              <p:nvPr/>
            </p:nvSpPr>
            <p:spPr>
              <a:xfrm>
                <a:off x="6816000" y="41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C7C9059-52AC-FB5A-B550-AD08D6C72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41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ED11F811-2061-5614-A879-02FBA1B164F6}"/>
              </a:ext>
            </a:extLst>
          </p:cNvPr>
          <p:cNvSpPr/>
          <p:nvPr/>
        </p:nvSpPr>
        <p:spPr>
          <a:xfrm rot="270089">
            <a:off x="2406113" y="684000"/>
            <a:ext cx="7379777" cy="463203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9900" b="1" cap="none" spc="0" dirty="0">
                <a:ln w="317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508000">
                    <a:schemeClr val="bg1"/>
                  </a:glow>
                </a:effectLst>
              </a:rPr>
              <a:t>Ⅰ.</a:t>
            </a:r>
          </a:p>
          <a:p>
            <a:pPr algn="ctr"/>
            <a:r>
              <a:rPr lang="en-US" sz="9600" b="1" dirty="0">
                <a:ln w="317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508000">
                    <a:schemeClr val="bg1"/>
                  </a:glow>
                </a:effectLst>
              </a:rPr>
              <a:t>Convergence</a:t>
            </a:r>
            <a:endParaRPr lang="en-US" sz="19900" b="1" cap="none" spc="0" dirty="0">
              <a:ln w="31750">
                <a:solidFill>
                  <a:schemeClr val="accent5">
                    <a:lumMod val="50000"/>
                  </a:schemeClr>
                </a:solidFill>
                <a:prstDash val="solid"/>
              </a:ln>
              <a:pattFill prst="dkUpDiag">
                <a:fgClr>
                  <a:srgbClr val="7030A0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glow rad="5080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3528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2ACA8-CBBD-E148-5866-EEC29248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7EAEFE-B7F3-6826-0E94-9D5EA94F214E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A99361-1935-D9BE-BDD3-3A6012E0F355}"/>
                  </a:ext>
                </a:extLst>
              </p:cNvPr>
              <p:cNvSpPr txBox="1"/>
              <p:nvPr/>
            </p:nvSpPr>
            <p:spPr>
              <a:xfrm>
                <a:off x="2045955" y="2723671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m:rPr>
                              <m:sty m:val="p"/>
                            </m:r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A99361-1935-D9BE-BDD3-3A6012E0F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2723671"/>
                <a:ext cx="3240036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B2AC47-FBFE-4183-64C7-3186EF2B59EC}"/>
                  </a:ext>
                </a:extLst>
              </p:cNvPr>
              <p:cNvSpPr txBox="1"/>
              <p:nvPr/>
            </p:nvSpPr>
            <p:spPr>
              <a:xfrm>
                <a:off x="875942" y="2723671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B2AC47-FBFE-4183-64C7-3186EF2B5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2723671"/>
                <a:ext cx="2430027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F6D8E680-944A-94E0-CE5E-81F57A7615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518535-C20B-33B5-9683-2D8913B39696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518535-C20B-33B5-9683-2D8913B39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401065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1F7F-5536-FB51-36A7-70150CEF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78392606-8651-0214-3227-611FC3139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7CF683-694A-4670-E543-6F6316B20B54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7CF683-694A-4670-E543-6F6316B20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14EBE1F-71BA-7773-74BC-27E11FFB868A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206CEE-80F2-2D7F-E754-966E2E074DAB}"/>
                  </a:ext>
                </a:extLst>
              </p:cNvPr>
              <p:cNvSpPr txBox="1"/>
              <p:nvPr/>
            </p:nvSpPr>
            <p:spPr>
              <a:xfrm>
                <a:off x="2045955" y="2723671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206CEE-80F2-2D7F-E754-966E2E074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2723671"/>
                <a:ext cx="3240036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089E21-6204-1583-9EAF-9DD40106E3E8}"/>
                  </a:ext>
                </a:extLst>
              </p:cNvPr>
              <p:cNvSpPr txBox="1"/>
              <p:nvPr/>
            </p:nvSpPr>
            <p:spPr>
              <a:xfrm>
                <a:off x="875942" y="2723671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089E21-6204-1583-9EAF-9DD40106E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2723671"/>
                <a:ext cx="2430027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2843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52FD-D684-8B62-379C-18305F8D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6C6ED31C-A3E2-1516-9F8E-73C39AD695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913A0BF3-C9C3-45D6-22C1-2898E6C49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20E625-429D-B34A-C2EB-547DAA424447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20E625-429D-B34A-C2EB-547DAA424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69089C6-30CC-76B7-6E50-B474AB28B345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EEBEEA-806B-F2F3-E0F5-CF511CA0154D}"/>
                  </a:ext>
                </a:extLst>
              </p:cNvPr>
              <p:cNvSpPr txBox="1"/>
              <p:nvPr/>
            </p:nvSpPr>
            <p:spPr>
              <a:xfrm>
                <a:off x="2045955" y="2723671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EEBEEA-806B-F2F3-E0F5-CF511CA01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2723671"/>
                <a:ext cx="3240036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A8351-0901-5E4B-02CF-8E647A224514}"/>
                  </a:ext>
                </a:extLst>
              </p:cNvPr>
              <p:cNvSpPr txBox="1"/>
              <p:nvPr/>
            </p:nvSpPr>
            <p:spPr>
              <a:xfrm>
                <a:off x="875942" y="2723671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A8351-0901-5E4B-02CF-8E647A224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2723671"/>
                <a:ext cx="2430027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ADE7B950-6DE7-E292-9F2D-7718E7C750F9}"/>
              </a:ext>
            </a:extLst>
          </p:cNvPr>
          <p:cNvGrpSpPr/>
          <p:nvPr/>
        </p:nvGrpSpPr>
        <p:grpSpPr>
          <a:xfrm>
            <a:off x="7311000" y="2124000"/>
            <a:ext cx="3148108" cy="3296834"/>
            <a:chOff x="7563482" y="2047632"/>
            <a:chExt cx="3148108" cy="329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83522DA-B54E-1A2A-3299-42F9DD8A718B}"/>
                    </a:ext>
                  </a:extLst>
                </p:cNvPr>
                <p:cNvSpPr txBox="1"/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E59524A-C88D-9C73-72F2-7DC16D455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B926630-56F3-5153-C6BB-A8D099CE388C}"/>
                    </a:ext>
                  </a:extLst>
                </p:cNvPr>
                <p:cNvSpPr txBox="1"/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42503FD-5155-3461-3157-FC5345052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4C40868-4E08-0B32-F40C-3CD0D79BC664}"/>
                    </a:ext>
                  </a:extLst>
                </p:cNvPr>
                <p:cNvSpPr txBox="1"/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A8C10C4-2A52-6C9B-FA69-BBFE8468D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blipFill>
                  <a:blip r:embed="rId16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4754E84-749F-148E-E255-8A94912C4D6E}"/>
                    </a:ext>
                  </a:extLst>
                </p:cNvPr>
                <p:cNvSpPr txBox="1"/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F8AD481-AD0C-A02E-1A6A-EA6708AB8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blipFill>
                  <a:blip r:embed="rId17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CFA5C87-084D-3668-64F5-3FA233932F69}"/>
                    </a:ext>
                  </a:extLst>
                </p:cNvPr>
                <p:cNvSpPr txBox="1"/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87990D8-AB46-1CEF-6033-369A19282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blipFill>
                  <a:blip r:embed="rId18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2F2B7FF-30EA-8306-36BB-7D0A5DFEC157}"/>
                    </a:ext>
                  </a:extLst>
                </p:cNvPr>
                <p:cNvSpPr txBox="1"/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90B138-3DD9-5B85-AF7C-22C119345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86BD1C0-3019-6ECE-ED19-CF00CB459356}"/>
                    </a:ext>
                  </a:extLst>
                </p:cNvPr>
                <p:cNvSpPr txBox="1"/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2E5E2B3-C3D6-B19D-F66D-99B9602DF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blipFill>
                  <a:blip r:embed="rId20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7CAD1AB-B285-1BA1-E31D-EA7310F361C9}"/>
                    </a:ext>
                  </a:extLst>
                </p:cNvPr>
                <p:cNvSpPr txBox="1"/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3D12529-6DE0-F602-E9B7-067F2472A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blipFill>
                  <a:blip r:embed="rId21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0875622-7FE8-2B23-77B4-26CB7DAA127A}"/>
                    </a:ext>
                  </a:extLst>
                </p:cNvPr>
                <p:cNvSpPr txBox="1"/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273773F-0EE2-4522-D4B3-A0AFAA824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1C6DC08-5BB7-9BA3-1C03-6C640465EE88}"/>
                    </a:ext>
                  </a:extLst>
                </p:cNvPr>
                <p:cNvSpPr txBox="1"/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6AA58F4-2E02-B718-B7EE-0C611C594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7CD6055-02C6-EBF2-EBFF-BE3CAD93D241}"/>
                    </a:ext>
                  </a:extLst>
                </p:cNvPr>
                <p:cNvSpPr txBox="1"/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2A6EB6C-25F3-B8DA-B72F-9753FB73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C0AA8FF-0A81-7234-971B-5A97F9B3AA28}"/>
                    </a:ext>
                  </a:extLst>
                </p:cNvPr>
                <p:cNvSpPr txBox="1"/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1D04216-8FC4-4401-77A0-9E1845FA3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06430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E7731-5558-725D-5114-FB48870A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E63F7CFB-E91E-8AF1-DEEB-6EC074E98C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614FFFA7-2D0E-5736-F10C-F7EA32868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36D7E-42F0-230D-AED4-16F05FDAFDD6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36D7E-42F0-230D-AED4-16F05FDAF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43E71B1-7EF9-6999-C1DF-764E43B5C3D8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281950-E5AE-B988-D8C2-35832BD12ECB}"/>
              </a:ext>
            </a:extLst>
          </p:cNvPr>
          <p:cNvGrpSpPr/>
          <p:nvPr/>
        </p:nvGrpSpPr>
        <p:grpSpPr>
          <a:xfrm>
            <a:off x="7311000" y="2124000"/>
            <a:ext cx="3148108" cy="3296834"/>
            <a:chOff x="7563482" y="2047632"/>
            <a:chExt cx="3148108" cy="329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59C90F1-ED95-6991-E4CE-F09ECE522FC3}"/>
                    </a:ext>
                  </a:extLst>
                </p:cNvPr>
                <p:cNvSpPr txBox="1"/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E59524A-C88D-9C73-72F2-7DC16D455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4045793-B0F6-9280-DC09-E7D0B0F9B28E}"/>
                    </a:ext>
                  </a:extLst>
                </p:cNvPr>
                <p:cNvSpPr txBox="1"/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42503FD-5155-3461-3157-FC5345052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1A05F7F-642F-4713-2C7E-254AB44FC9BC}"/>
                    </a:ext>
                  </a:extLst>
                </p:cNvPr>
                <p:cNvSpPr txBox="1"/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A8C10C4-2A52-6C9B-FA69-BBFE8468D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blipFill>
                  <a:blip r:embed="rId16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04D080-9DCE-76EE-509D-F5275845BE2D}"/>
                    </a:ext>
                  </a:extLst>
                </p:cNvPr>
                <p:cNvSpPr txBox="1"/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F8AD481-AD0C-A02E-1A6A-EA6708AB8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blipFill>
                  <a:blip r:embed="rId17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64163E6-F033-E653-EE6C-EA59638C5245}"/>
                    </a:ext>
                  </a:extLst>
                </p:cNvPr>
                <p:cNvSpPr txBox="1"/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87990D8-AB46-1CEF-6033-369A19282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blipFill>
                  <a:blip r:embed="rId18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6558E8B-083B-9809-4953-49DE028FD025}"/>
                    </a:ext>
                  </a:extLst>
                </p:cNvPr>
                <p:cNvSpPr txBox="1"/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90B138-3DD9-5B85-AF7C-22C119345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EAF773D-FF27-FFA4-400E-F03493A589A6}"/>
                    </a:ext>
                  </a:extLst>
                </p:cNvPr>
                <p:cNvSpPr txBox="1"/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2E5E2B3-C3D6-B19D-F66D-99B9602DF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blipFill>
                  <a:blip r:embed="rId20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FBD5EDF-7866-7A46-8541-13B94BDB4F77}"/>
                    </a:ext>
                  </a:extLst>
                </p:cNvPr>
                <p:cNvSpPr txBox="1"/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3D12529-6DE0-F602-E9B7-067F2472A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blipFill>
                  <a:blip r:embed="rId21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432B73A-4C71-37F2-FB21-415B64136AA0}"/>
                    </a:ext>
                  </a:extLst>
                </p:cNvPr>
                <p:cNvSpPr txBox="1"/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273773F-0EE2-4522-D4B3-A0AFAA824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AB46113-4061-08A9-982D-D0556163E6AF}"/>
                    </a:ext>
                  </a:extLst>
                </p:cNvPr>
                <p:cNvSpPr txBox="1"/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6AA58F4-2E02-B718-B7EE-0C611C594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2A26FBC-15B0-CD1D-9283-AEABA3DF9000}"/>
                    </a:ext>
                  </a:extLst>
                </p:cNvPr>
                <p:cNvSpPr txBox="1"/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2A6EB6C-25F3-B8DA-B72F-9753FB73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A8626B1-CF67-7699-B060-D496D6D5AFA6}"/>
                    </a:ext>
                  </a:extLst>
                </p:cNvPr>
                <p:cNvSpPr txBox="1"/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1D04216-8FC4-4401-77A0-9E1845FA3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37E79E-D692-53A4-2360-A8377DF1EBB6}"/>
                  </a:ext>
                </a:extLst>
              </p:cNvPr>
              <p:cNvSpPr txBox="1"/>
              <p:nvPr/>
            </p:nvSpPr>
            <p:spPr>
              <a:xfrm>
                <a:off x="2045955" y="1674000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37E79E-D692-53A4-2360-A8377DF1E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674000"/>
                <a:ext cx="3240036" cy="120032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8BBD2A-F371-CC95-54ED-B24D7187A74B}"/>
                  </a:ext>
                </a:extLst>
              </p:cNvPr>
              <p:cNvSpPr txBox="1"/>
              <p:nvPr/>
            </p:nvSpPr>
            <p:spPr>
              <a:xfrm>
                <a:off x="875942" y="1674000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8BBD2A-F371-CC95-54ED-B24D7187A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674000"/>
                <a:ext cx="2430027" cy="120032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B3EEC3AB-7DDA-B444-7933-09D5D71311FF}"/>
              </a:ext>
            </a:extLst>
          </p:cNvPr>
          <p:cNvGrpSpPr/>
          <p:nvPr/>
        </p:nvGrpSpPr>
        <p:grpSpPr>
          <a:xfrm>
            <a:off x="381000" y="3129658"/>
            <a:ext cx="5850000" cy="1215000"/>
            <a:chOff x="381000" y="3129658"/>
            <a:chExt cx="5850000" cy="121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D1F87DA-FC35-D317-9DDB-D1120CDFAC75}"/>
                    </a:ext>
                  </a:extLst>
                </p:cNvPr>
                <p:cNvSpPr txBox="1"/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D1F87DA-FC35-D317-9DDB-D1120CDFA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30B9686-7C88-A163-04D8-31411EEAEA4B}"/>
                    </a:ext>
                  </a:extLst>
                </p:cNvPr>
                <p:cNvSpPr txBox="1"/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7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30B9686-7C88-A163-04D8-31411EEAEA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BB0833-5D0F-CAFC-BC4D-B33F9A94900B}"/>
                    </a:ext>
                  </a:extLst>
                </p:cNvPr>
                <p:cNvSpPr txBox="1"/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7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FBB0833-5D0F-CAFC-BC4D-B33F9A949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4788B2A-67BC-B101-E37A-69924E8437EE}"/>
                  </a:ext>
                </a:extLst>
              </p:cNvPr>
              <p:cNvSpPr txBox="1"/>
              <p:nvPr/>
            </p:nvSpPr>
            <p:spPr>
              <a:xfrm>
                <a:off x="2361000" y="4389658"/>
                <a:ext cx="522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i="1" dirty="0">
                    <a:solidFill>
                      <a:schemeClr val="tx1"/>
                    </a:solidFill>
                  </a:rPr>
                  <a:t>conditioning on</a:t>
                </a:r>
                <a:br>
                  <a:rPr lang="en-US" sz="3600" i="1" dirty="0">
                    <a:solidFill>
                      <a:schemeClr val="tx1"/>
                    </a:solidFill>
                  </a:rPr>
                </a:br>
                <a:r>
                  <a:rPr lang="en-US" sz="3600" i="1" dirty="0">
                    <a:solidFill>
                      <a:schemeClr val="tx1"/>
                    </a:solidFill>
                  </a:rPr>
                  <a:t>all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3600" i="1" dirty="0">
                    <a:solidFill>
                      <a:schemeClr val="tx1"/>
                    </a:solidFill>
                  </a:rPr>
                  <a:t> boundary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4788B2A-67BC-B101-E37A-69924E843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000" y="4389658"/>
                <a:ext cx="5220036" cy="1200329"/>
              </a:xfrm>
              <a:prstGeom prst="rect">
                <a:avLst/>
              </a:prstGeom>
              <a:blipFill>
                <a:blip r:embed="rId29"/>
                <a:stretch>
                  <a:fillRect t="-7614" b="-18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578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22BA-C2D1-5E34-377D-3713ECAD9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E5C0F608-9051-9DFE-0FA0-AC8F71D025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06980D5E-DB52-518C-1B42-1BDE20863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B71877-86ED-74AC-DADF-969D635FA80B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B71877-86ED-74AC-DADF-969D635FA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C58755C-8688-A3CF-B7B9-B75275655BDB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C898D1-BA54-7216-CB85-B0D1B5C86269}"/>
              </a:ext>
            </a:extLst>
          </p:cNvPr>
          <p:cNvGrpSpPr/>
          <p:nvPr/>
        </p:nvGrpSpPr>
        <p:grpSpPr>
          <a:xfrm>
            <a:off x="7311000" y="2124000"/>
            <a:ext cx="3148108" cy="3296834"/>
            <a:chOff x="7563482" y="2047632"/>
            <a:chExt cx="3148108" cy="329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CCF621F-7D06-FE7C-6A5D-8AD34F25F9DD}"/>
                    </a:ext>
                  </a:extLst>
                </p:cNvPr>
                <p:cNvSpPr txBox="1"/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E59524A-C88D-9C73-72F2-7DC16D455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61933A-2CBA-EDBF-9E47-161805060D98}"/>
                    </a:ext>
                  </a:extLst>
                </p:cNvPr>
                <p:cNvSpPr txBox="1"/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42503FD-5155-3461-3157-FC5345052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A0FE1C0-BB0B-2BD3-319E-5240943D3EB4}"/>
                    </a:ext>
                  </a:extLst>
                </p:cNvPr>
                <p:cNvSpPr txBox="1"/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A8C10C4-2A52-6C9B-FA69-BBFE8468D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blipFill>
                  <a:blip r:embed="rId16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A022EA4-82E0-2AE7-FFF5-7CCF3A2810E0}"/>
                    </a:ext>
                  </a:extLst>
                </p:cNvPr>
                <p:cNvSpPr txBox="1"/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F8AD481-AD0C-A02E-1A6A-EA6708AB8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blipFill>
                  <a:blip r:embed="rId17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DBFE5DA-6BA3-EE23-82DB-D258C0B8B409}"/>
                    </a:ext>
                  </a:extLst>
                </p:cNvPr>
                <p:cNvSpPr txBox="1"/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87990D8-AB46-1CEF-6033-369A19282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blipFill>
                  <a:blip r:embed="rId18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561849D-5A81-57C9-DE88-945AD98E1BA2}"/>
                    </a:ext>
                  </a:extLst>
                </p:cNvPr>
                <p:cNvSpPr txBox="1"/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90B138-3DD9-5B85-AF7C-22C119345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4D60ED7-C81F-F2F1-BD07-D38C898721C7}"/>
                    </a:ext>
                  </a:extLst>
                </p:cNvPr>
                <p:cNvSpPr txBox="1"/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2E5E2B3-C3D6-B19D-F66D-99B9602DF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blipFill>
                  <a:blip r:embed="rId20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5F3FB6E-AA6C-ED50-DD3E-2E171FB3EA3B}"/>
                    </a:ext>
                  </a:extLst>
                </p:cNvPr>
                <p:cNvSpPr txBox="1"/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3D12529-6DE0-F602-E9B7-067F2472A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blipFill>
                  <a:blip r:embed="rId21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56E3BD6-FD8E-8097-9019-1D62405EF1E2}"/>
                    </a:ext>
                  </a:extLst>
                </p:cNvPr>
                <p:cNvSpPr txBox="1"/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273773F-0EE2-4522-D4B3-A0AFAA824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87E0D8-E927-A896-BA75-16731D2F7C5B}"/>
                    </a:ext>
                  </a:extLst>
                </p:cNvPr>
                <p:cNvSpPr txBox="1"/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6AA58F4-2E02-B718-B7EE-0C611C594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9CD9D58-2924-7B32-A4C6-AE281D92E6F6}"/>
                    </a:ext>
                  </a:extLst>
                </p:cNvPr>
                <p:cNvSpPr txBox="1"/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2A6EB6C-25F3-B8DA-B72F-9753FB73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08F9C6E-9496-55D6-75B9-F9A29D73F91B}"/>
                    </a:ext>
                  </a:extLst>
                </p:cNvPr>
                <p:cNvSpPr txBox="1"/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1D04216-8FC4-4401-77A0-9E1845FA3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22F9EC-E89E-BC47-014D-FD86BF842837}"/>
                  </a:ext>
                </a:extLst>
              </p:cNvPr>
              <p:cNvSpPr txBox="1"/>
              <p:nvPr/>
            </p:nvSpPr>
            <p:spPr>
              <a:xfrm>
                <a:off x="2045955" y="1674000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22F9EC-E89E-BC47-014D-FD86BF842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674000"/>
                <a:ext cx="3240036" cy="120032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B0E036-45B6-881C-07F1-AAFD304FB6B9}"/>
                  </a:ext>
                </a:extLst>
              </p:cNvPr>
              <p:cNvSpPr txBox="1"/>
              <p:nvPr/>
            </p:nvSpPr>
            <p:spPr>
              <a:xfrm>
                <a:off x="875942" y="1674000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B0E036-45B6-881C-07F1-AAFD304FB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674000"/>
                <a:ext cx="2430027" cy="120032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C196B10-5B4D-A7E8-0FF5-135A91573BE5}"/>
              </a:ext>
            </a:extLst>
          </p:cNvPr>
          <p:cNvGrpSpPr/>
          <p:nvPr/>
        </p:nvGrpSpPr>
        <p:grpSpPr>
          <a:xfrm>
            <a:off x="381000" y="3129658"/>
            <a:ext cx="5850000" cy="1215000"/>
            <a:chOff x="381000" y="3129658"/>
            <a:chExt cx="5850000" cy="121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AE7CE0F-EEBD-1EC5-F094-AD38FA6FD205}"/>
                    </a:ext>
                  </a:extLst>
                </p:cNvPr>
                <p:cNvSpPr txBox="1"/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AE7CE0F-EEBD-1EC5-F094-AD38FA6FD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F9A9C47-A84F-5E32-4BF4-5BDD0A095A7F}"/>
                    </a:ext>
                  </a:extLst>
                </p:cNvPr>
                <p:cNvSpPr txBox="1"/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7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F9A9C47-A84F-5E32-4BF4-5BDD0A095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8C0B3E6-83B3-3027-4FBD-D9182C989930}"/>
                    </a:ext>
                  </a:extLst>
                </p:cNvPr>
                <p:cNvSpPr txBox="1"/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7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8C0B3E6-83B3-3027-4FBD-D9182C9899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F04E0D53-5AAF-6235-83AD-448D500950C6}"/>
              </a:ext>
            </a:extLst>
          </p:cNvPr>
          <p:cNvSpPr/>
          <p:nvPr/>
        </p:nvSpPr>
        <p:spPr>
          <a:xfrm>
            <a:off x="2991000" y="333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573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00B7-7419-F22C-F59B-8F5086960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A582BD3F-3D50-A5FC-AB04-73706C98B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40FC3870-4403-55AB-7023-068A03F0B1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37695523-AB5F-254F-EFA7-1572D9186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FC067-99F2-B480-37E9-85EF89EF0E43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4FC067-99F2-B480-37E9-85EF89EF0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98AB0A7-330D-EE4C-EB80-73EDF9B084D4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B75A79-D4FA-E0BD-7CFA-B1519524DD0E}"/>
              </a:ext>
            </a:extLst>
          </p:cNvPr>
          <p:cNvGrpSpPr/>
          <p:nvPr/>
        </p:nvGrpSpPr>
        <p:grpSpPr>
          <a:xfrm>
            <a:off x="7311000" y="2124000"/>
            <a:ext cx="3148108" cy="3296834"/>
            <a:chOff x="7563482" y="2047632"/>
            <a:chExt cx="3148108" cy="329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6E1AF58-3D6F-CE8B-68D6-39FC3B5E6530}"/>
                    </a:ext>
                  </a:extLst>
                </p:cNvPr>
                <p:cNvSpPr txBox="1"/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E59524A-C88D-9C73-72F2-7DC16D455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163827F-AAC8-4487-12A4-380DF1018EF4}"/>
                    </a:ext>
                  </a:extLst>
                </p:cNvPr>
                <p:cNvSpPr txBox="1"/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42503FD-5155-3461-3157-FC5345052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21E14C7-53B5-D200-815F-2C7A6D1E395E}"/>
                    </a:ext>
                  </a:extLst>
                </p:cNvPr>
                <p:cNvSpPr txBox="1"/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A8C10C4-2A52-6C9B-FA69-BBFE8468D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blipFill>
                  <a:blip r:embed="rId16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1C41C91-15E1-1E9D-DF6B-54FC1311A04D}"/>
                    </a:ext>
                  </a:extLst>
                </p:cNvPr>
                <p:cNvSpPr txBox="1"/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F8AD481-AD0C-A02E-1A6A-EA6708AB8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blipFill>
                  <a:blip r:embed="rId17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147154-F58B-6405-183E-BB199E101479}"/>
                    </a:ext>
                  </a:extLst>
                </p:cNvPr>
                <p:cNvSpPr txBox="1"/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87990D8-AB46-1CEF-6033-369A19282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blipFill>
                  <a:blip r:embed="rId18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DF55049-96F9-D28E-8A62-66ADC31A8297}"/>
                    </a:ext>
                  </a:extLst>
                </p:cNvPr>
                <p:cNvSpPr txBox="1"/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90B138-3DD9-5B85-AF7C-22C119345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7955B4F-F5B3-668A-F587-FF8040F7CA1E}"/>
                    </a:ext>
                  </a:extLst>
                </p:cNvPr>
                <p:cNvSpPr txBox="1"/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2E5E2B3-C3D6-B19D-F66D-99B9602DF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blipFill>
                  <a:blip r:embed="rId20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1AB1D4-3D44-D4B2-E731-BD6C59072862}"/>
                    </a:ext>
                  </a:extLst>
                </p:cNvPr>
                <p:cNvSpPr txBox="1"/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3D12529-6DE0-F602-E9B7-067F2472A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blipFill>
                  <a:blip r:embed="rId21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323A88C-7AB7-520C-49C4-C98C027E5C65}"/>
                    </a:ext>
                  </a:extLst>
                </p:cNvPr>
                <p:cNvSpPr txBox="1"/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273773F-0EE2-4522-D4B3-A0AFAA824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62700B5-E7D4-8D5C-060E-0D3B8085C73F}"/>
                    </a:ext>
                  </a:extLst>
                </p:cNvPr>
                <p:cNvSpPr txBox="1"/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6AA58F4-2E02-B718-B7EE-0C611C594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355153D-422B-3BB3-9D8D-D43FE61213C6}"/>
                    </a:ext>
                  </a:extLst>
                </p:cNvPr>
                <p:cNvSpPr txBox="1"/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2A6EB6C-25F3-B8DA-B72F-9753FB73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DBE16A8-07E8-6A61-9FA3-48BEBE395AC8}"/>
                    </a:ext>
                  </a:extLst>
                </p:cNvPr>
                <p:cNvSpPr txBox="1"/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1D04216-8FC4-4401-77A0-9E1845FA3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DE4B1E-F382-BA40-D19C-2DF84D1D9F5E}"/>
                  </a:ext>
                </a:extLst>
              </p:cNvPr>
              <p:cNvSpPr txBox="1"/>
              <p:nvPr/>
            </p:nvSpPr>
            <p:spPr>
              <a:xfrm>
                <a:off x="2045955" y="1674000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DE4B1E-F382-BA40-D19C-2DF84D1D9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674000"/>
                <a:ext cx="3240036" cy="120032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A979F2-9420-F05F-A8BC-6B9EFD381725}"/>
                  </a:ext>
                </a:extLst>
              </p:cNvPr>
              <p:cNvSpPr txBox="1"/>
              <p:nvPr/>
            </p:nvSpPr>
            <p:spPr>
              <a:xfrm>
                <a:off x="875942" y="1674000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A979F2-9420-F05F-A8BC-6B9EFD381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674000"/>
                <a:ext cx="2430027" cy="120032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F058027-EB9B-2826-6E25-6B1610420704}"/>
              </a:ext>
            </a:extLst>
          </p:cNvPr>
          <p:cNvGrpSpPr/>
          <p:nvPr/>
        </p:nvGrpSpPr>
        <p:grpSpPr>
          <a:xfrm>
            <a:off x="6816000" y="1674000"/>
            <a:ext cx="4228099" cy="4343975"/>
            <a:chOff x="7041546" y="1653696"/>
            <a:chExt cx="4228099" cy="434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0D1243A-F8D6-F60F-A147-650ED684F54D}"/>
                    </a:ext>
                  </a:extLst>
                </p:cNvPr>
                <p:cNvSpPr txBox="1"/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0D1243A-F8D6-F60F-A147-650ED684F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3DE5B01-6E82-5F17-93FE-7A9395E96739}"/>
                    </a:ext>
                  </a:extLst>
                </p:cNvPr>
                <p:cNvSpPr txBox="1"/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3DE5B01-6E82-5F17-93FE-7A9395E96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46C49A5-3255-E012-B339-4717197A1EBB}"/>
                    </a:ext>
                  </a:extLst>
                </p:cNvPr>
                <p:cNvSpPr txBox="1"/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46C49A5-3255-E012-B339-4717197A1E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0343066-A62D-077B-F1E4-E233D4501AE1}"/>
                    </a:ext>
                  </a:extLst>
                </p:cNvPr>
                <p:cNvSpPr txBox="1"/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0343066-A62D-077B-F1E4-E233D4501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F92A9-066E-E5B9-7A0B-B7C0E6BBFE75}"/>
                    </a:ext>
                  </a:extLst>
                </p:cNvPr>
                <p:cNvSpPr txBox="1"/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F92A9-066E-E5B9-7A0B-B7C0E6BBF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3444F43-FF0B-5205-16F2-72239B8DECF8}"/>
                    </a:ext>
                  </a:extLst>
                </p:cNvPr>
                <p:cNvSpPr txBox="1"/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3444F43-FF0B-5205-16F2-72239B8DE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CD95EA1-7134-E001-B798-5E18B9790ECB}"/>
                    </a:ext>
                  </a:extLst>
                </p:cNvPr>
                <p:cNvSpPr txBox="1"/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CD95EA1-7134-E001-B798-5E18B9790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D5CE987-9921-9508-87BA-2401FEAA0E60}"/>
                    </a:ext>
                  </a:extLst>
                </p:cNvPr>
                <p:cNvSpPr txBox="1"/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D5CE987-9921-9508-87BA-2401FEAA0E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5A2E4C5-3AA8-8991-93D5-8AA65126D2AE}"/>
                    </a:ext>
                  </a:extLst>
                </p:cNvPr>
                <p:cNvSpPr txBox="1"/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5A2E4C5-3AA8-8991-93D5-8AA65126D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E5CF351-C108-1A49-EB66-A371612318E8}"/>
                    </a:ext>
                  </a:extLst>
                </p:cNvPr>
                <p:cNvSpPr txBox="1"/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E5CF351-C108-1A49-EB66-A37161231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B5C45C1-10C6-2D6F-7532-F60C0F1064C6}"/>
                    </a:ext>
                  </a:extLst>
                </p:cNvPr>
                <p:cNvSpPr txBox="1"/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B5C45C1-10C6-2D6F-7532-F60C0F106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8E0EAE1-4010-442B-F2E6-63509987E5DE}"/>
                    </a:ext>
                  </a:extLst>
                </p:cNvPr>
                <p:cNvSpPr txBox="1"/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8E0EAE1-4010-442B-F2E6-63509987E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A4D97DF-04F2-6A79-F612-D5AA7A5BBFE0}"/>
                    </a:ext>
                  </a:extLst>
                </p:cNvPr>
                <p:cNvSpPr txBox="1"/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A4D97DF-04F2-6A79-F612-D5AA7A5BB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295CB5D-5137-D6AA-7306-E06E6DE76F87}"/>
                    </a:ext>
                  </a:extLst>
                </p:cNvPr>
                <p:cNvSpPr txBox="1"/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295CB5D-5137-D6AA-7306-E06E6DE76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790A214-837E-B46F-A24A-602550C5991F}"/>
                    </a:ext>
                  </a:extLst>
                </p:cNvPr>
                <p:cNvSpPr txBox="1"/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790A214-837E-B46F-A24A-602550C59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D189945-F6AA-C818-A1C0-E45DC55F81CF}"/>
                    </a:ext>
                  </a:extLst>
                </p:cNvPr>
                <p:cNvSpPr txBox="1"/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D189945-F6AA-C818-A1C0-E45DC55F8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94955BF-EF88-362C-99D9-8B94AB4C3E59}"/>
                    </a:ext>
                  </a:extLst>
                </p:cNvPr>
                <p:cNvSpPr txBox="1"/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94955BF-EF88-362C-99D9-8B94AB4C3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24324" r="-18919" b="-111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59E7057-ADE2-1CFC-5D8B-7A928946B72D}"/>
                    </a:ext>
                  </a:extLst>
                </p:cNvPr>
                <p:cNvSpPr txBox="1"/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59E7057-ADE2-1CFC-5D8B-7A928946B7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A3B7436-02D5-5237-D235-4D0924325C12}"/>
                    </a:ext>
                  </a:extLst>
                </p:cNvPr>
                <p:cNvSpPr txBox="1"/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A3B7436-02D5-5237-D235-4D0924325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D4F80E9-81D6-1F96-6F97-EFC4F17706EA}"/>
                    </a:ext>
                  </a:extLst>
                </p:cNvPr>
                <p:cNvSpPr txBox="1"/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D4F80E9-81D6-1F96-6F97-EFC4F1770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6FAA905-1234-F704-8DE8-322357A7861F}"/>
                    </a:ext>
                  </a:extLst>
                </p:cNvPr>
                <p:cNvSpPr txBox="1"/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6FAA905-1234-F704-8DE8-322357A78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87714C5-6EDD-78C2-181D-C4F856220D42}"/>
                    </a:ext>
                  </a:extLst>
                </p:cNvPr>
                <p:cNvSpPr txBox="1"/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87714C5-6EDD-78C2-181D-C4F856220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blipFill>
                  <a:blip r:embed="rId44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8F7BA02-EAF7-3F24-1131-B00D7D1D46C0}"/>
                    </a:ext>
                  </a:extLst>
                </p:cNvPr>
                <p:cNvSpPr txBox="1"/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8F7BA02-EAF7-3F24-1131-B00D7D1D46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4E524E2-411E-FEBF-512B-275AC3F12EB6}"/>
                    </a:ext>
                  </a:extLst>
                </p:cNvPr>
                <p:cNvSpPr txBox="1"/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4E524E2-411E-FEBF-512B-275AC3F12E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FADE7BE-729C-EB6B-3A2F-3003CEB04569}"/>
              </a:ext>
            </a:extLst>
          </p:cNvPr>
          <p:cNvGrpSpPr/>
          <p:nvPr/>
        </p:nvGrpSpPr>
        <p:grpSpPr>
          <a:xfrm>
            <a:off x="381000" y="3129658"/>
            <a:ext cx="5850000" cy="1215000"/>
            <a:chOff x="381000" y="3129658"/>
            <a:chExt cx="5850000" cy="121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B1918DA-2752-0F66-62BD-6EFF915867FE}"/>
                    </a:ext>
                  </a:extLst>
                </p:cNvPr>
                <p:cNvSpPr txBox="1"/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B1918DA-2752-0F66-62BD-6EFF91586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6CDF876-26A9-2706-F5C2-A574FD8468B3}"/>
                    </a:ext>
                  </a:extLst>
                </p:cNvPr>
                <p:cNvSpPr txBox="1"/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7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6CDF876-26A9-2706-F5C2-A574FD846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ECB6BB6-6BA0-8302-7964-6B352FB1D105}"/>
                    </a:ext>
                  </a:extLst>
                </p:cNvPr>
                <p:cNvSpPr txBox="1"/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7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ECB6BB6-6BA0-8302-7964-6B352FB1D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96E914E4-BF1C-645A-2436-470A9BFA8712}"/>
              </a:ext>
            </a:extLst>
          </p:cNvPr>
          <p:cNvSpPr/>
          <p:nvPr/>
        </p:nvSpPr>
        <p:spPr>
          <a:xfrm>
            <a:off x="2991000" y="333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1780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E027-E32B-5E27-E681-70762AB1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D47B0D21-6103-3548-005C-2C971B4CF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E93A3F5F-6397-52B2-7D49-B079C8AD11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C811C1B3-F00E-A662-9735-39ACF0B0EA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1FD9CE-7D90-892F-8021-F2BCE0B627EA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1FD9CE-7D90-892F-8021-F2BCE0B62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9DB3DB0-00BE-39B6-B70B-068ED25F28DE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3E609B-5980-D4DA-C9D0-3043396B505B}"/>
              </a:ext>
            </a:extLst>
          </p:cNvPr>
          <p:cNvGrpSpPr/>
          <p:nvPr/>
        </p:nvGrpSpPr>
        <p:grpSpPr>
          <a:xfrm>
            <a:off x="7311000" y="2124000"/>
            <a:ext cx="3148108" cy="3296834"/>
            <a:chOff x="7563482" y="2047632"/>
            <a:chExt cx="3148108" cy="329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0D113F-0BA6-EAF2-755E-8D2C37243AB2}"/>
                    </a:ext>
                  </a:extLst>
                </p:cNvPr>
                <p:cNvSpPr txBox="1"/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E59524A-C88D-9C73-72F2-7DC16D455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6022" y="2487741"/>
                  <a:ext cx="262892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5E47771-6A78-1D6E-D65E-1F563E4C5A4F}"/>
                    </a:ext>
                  </a:extLst>
                </p:cNvPr>
                <p:cNvSpPr txBox="1"/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42503FD-5155-3461-3157-FC5345052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6030" y="2047632"/>
                  <a:ext cx="262892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7B7FD6E-D18E-AE3C-05F1-69273468A09A}"/>
                    </a:ext>
                  </a:extLst>
                </p:cNvPr>
                <p:cNvSpPr txBox="1"/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A8C10C4-2A52-6C9B-FA69-BBFE8468D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845" y="2245713"/>
                  <a:ext cx="262892" cy="307777"/>
                </a:xfrm>
                <a:prstGeom prst="rect">
                  <a:avLst/>
                </a:prstGeom>
                <a:blipFill>
                  <a:blip r:embed="rId16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A4E1BEF-702B-845E-2E2C-9E56733B075C}"/>
                    </a:ext>
                  </a:extLst>
                </p:cNvPr>
                <p:cNvSpPr txBox="1"/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F8AD481-AD0C-A02E-1A6A-EA6708AB8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7252" y="2699495"/>
                  <a:ext cx="262892" cy="307777"/>
                </a:xfrm>
                <a:prstGeom prst="rect">
                  <a:avLst/>
                </a:prstGeom>
                <a:blipFill>
                  <a:blip r:embed="rId17"/>
                  <a:stretch>
                    <a:fillRect l="-2273" r="-227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7C4EEA6-6B15-7153-083F-EA6AFD2B3AF0}"/>
                    </a:ext>
                  </a:extLst>
                </p:cNvPr>
                <p:cNvSpPr txBox="1"/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87990D8-AB46-1CEF-6033-369A19282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8698" y="3418217"/>
                  <a:ext cx="262892" cy="307777"/>
                </a:xfrm>
                <a:prstGeom prst="rect">
                  <a:avLst/>
                </a:prstGeom>
                <a:blipFill>
                  <a:blip r:embed="rId18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71590C7-0934-6528-ECD8-DA03A5553813}"/>
                    </a:ext>
                  </a:extLst>
                </p:cNvPr>
                <p:cNvSpPr txBox="1"/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90B138-3DD9-5B85-AF7C-22C119345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157" y="3972797"/>
                  <a:ext cx="262892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0CB7961-D41C-1889-929D-B3F5313A8FB8}"/>
                    </a:ext>
                  </a:extLst>
                </p:cNvPr>
                <p:cNvSpPr txBox="1"/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2E5E2B3-C3D6-B19D-F66D-99B9602DF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3419" y="4728912"/>
                  <a:ext cx="262892" cy="307777"/>
                </a:xfrm>
                <a:prstGeom prst="rect">
                  <a:avLst/>
                </a:prstGeom>
                <a:blipFill>
                  <a:blip r:embed="rId20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6D38026-10AA-D865-4354-D8BBE11369BA}"/>
                    </a:ext>
                  </a:extLst>
                </p:cNvPr>
                <p:cNvSpPr txBox="1"/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3D12529-6DE0-F602-E9B7-067F2472A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018530"/>
                  <a:ext cx="262892" cy="307777"/>
                </a:xfrm>
                <a:prstGeom prst="rect">
                  <a:avLst/>
                </a:prstGeom>
                <a:blipFill>
                  <a:blip r:embed="rId21"/>
                  <a:stretch>
                    <a:fillRect l="-2326" r="-46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FCD3BBC-8E5B-E101-DF31-201D27FF6C85}"/>
                    </a:ext>
                  </a:extLst>
                </p:cNvPr>
                <p:cNvSpPr txBox="1"/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273773F-0EE2-4522-D4B3-A0AFAA824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7273" y="5036689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85176F8-2064-1E8B-56C8-719B442E9F1F}"/>
                    </a:ext>
                  </a:extLst>
                </p:cNvPr>
                <p:cNvSpPr txBox="1"/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6AA58F4-2E02-B718-B7EE-0C611C594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7162" y="4575023"/>
                  <a:ext cx="262892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E1308C6-93B3-AECC-BD53-3C0A1AAE3D46}"/>
                    </a:ext>
                  </a:extLst>
                </p:cNvPr>
                <p:cNvSpPr txBox="1"/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2A6EB6C-25F3-B8DA-B72F-9753FB73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872084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33FDB43-1810-41BC-4EAC-458EF9E932A8}"/>
                    </a:ext>
                  </a:extLst>
                </p:cNvPr>
                <p:cNvSpPr txBox="1"/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1D04216-8FC4-4401-77A0-9E1845FA3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482" y="3007272"/>
                  <a:ext cx="262892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651" r="-23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51E692-6EC1-ED35-3DAF-DCE9E2359411}"/>
                  </a:ext>
                </a:extLst>
              </p:cNvPr>
              <p:cNvSpPr txBox="1"/>
              <p:nvPr/>
            </p:nvSpPr>
            <p:spPr>
              <a:xfrm>
                <a:off x="2045955" y="1314000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51E692-6EC1-ED35-3DAF-DCE9E2359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314000"/>
                <a:ext cx="3240036" cy="120032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1D22ED-AF7E-1412-E916-D2ABB63626C5}"/>
                  </a:ext>
                </a:extLst>
              </p:cNvPr>
              <p:cNvSpPr txBox="1"/>
              <p:nvPr/>
            </p:nvSpPr>
            <p:spPr>
              <a:xfrm>
                <a:off x="875942" y="1314000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1D22ED-AF7E-1412-E916-D2ABB6362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314000"/>
                <a:ext cx="2430027" cy="120032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755E1DF-0C15-6782-90EC-3738AA302CEB}"/>
              </a:ext>
            </a:extLst>
          </p:cNvPr>
          <p:cNvGrpSpPr/>
          <p:nvPr/>
        </p:nvGrpSpPr>
        <p:grpSpPr>
          <a:xfrm>
            <a:off x="6816000" y="1674000"/>
            <a:ext cx="4228099" cy="4343975"/>
            <a:chOff x="7041546" y="1653696"/>
            <a:chExt cx="4228099" cy="434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2157C72-76DA-17AA-59B8-CFAA0A1B0B30}"/>
                    </a:ext>
                  </a:extLst>
                </p:cNvPr>
                <p:cNvSpPr txBox="1"/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2157C72-76DA-17AA-59B8-CFAA0A1B0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9BFF9DE-C1D3-D5D4-E0D4-D8D6DAD82357}"/>
                    </a:ext>
                  </a:extLst>
                </p:cNvPr>
                <p:cNvSpPr txBox="1"/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9BFF9DE-C1D3-D5D4-E0D4-D8D6DAD82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147F1E7-7A27-14D1-F50D-7938DCA75DE4}"/>
                    </a:ext>
                  </a:extLst>
                </p:cNvPr>
                <p:cNvSpPr txBox="1"/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147F1E7-7A27-14D1-F50D-7938DCA75D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06CB90B-431D-C00B-85A0-514279F6AC37}"/>
                    </a:ext>
                  </a:extLst>
                </p:cNvPr>
                <p:cNvSpPr txBox="1"/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06CB90B-431D-C00B-85A0-514279F6A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BC7A8FB-20EF-BC73-05AA-45068BCADABA}"/>
                    </a:ext>
                  </a:extLst>
                </p:cNvPr>
                <p:cNvSpPr txBox="1"/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BC7A8FB-20EF-BC73-05AA-45068BCAD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607683A-B13B-FEE0-80C0-629F69F82966}"/>
                    </a:ext>
                  </a:extLst>
                </p:cNvPr>
                <p:cNvSpPr txBox="1"/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607683A-B13B-FEE0-80C0-629F69F829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09DD2B2-AD7C-80C8-3150-70761E5C07F1}"/>
                    </a:ext>
                  </a:extLst>
                </p:cNvPr>
                <p:cNvSpPr txBox="1"/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09DD2B2-AD7C-80C8-3150-70761E5C0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8E9FD0E-0DC5-DD98-4F75-A1F37851CF7A}"/>
                    </a:ext>
                  </a:extLst>
                </p:cNvPr>
                <p:cNvSpPr txBox="1"/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8E9FD0E-0DC5-DD98-4F75-A1F37851C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1575338-0EF1-B2B8-843F-368FFA4E3BFF}"/>
                    </a:ext>
                  </a:extLst>
                </p:cNvPr>
                <p:cNvSpPr txBox="1"/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1575338-0EF1-B2B8-843F-368FFA4E3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1F53B20-43F6-8862-9D42-6D8CEB6EF8D1}"/>
                    </a:ext>
                  </a:extLst>
                </p:cNvPr>
                <p:cNvSpPr txBox="1"/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1F53B20-43F6-8862-9D42-6D8CEB6EF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18B0A45-EEA7-D1B0-61B2-61B948AB5C4F}"/>
                    </a:ext>
                  </a:extLst>
                </p:cNvPr>
                <p:cNvSpPr txBox="1"/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18B0A45-EEA7-D1B0-61B2-61B948AB5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95168F9-957C-4F8E-4275-DF035F1B4FF5}"/>
                    </a:ext>
                  </a:extLst>
                </p:cNvPr>
                <p:cNvSpPr txBox="1"/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95168F9-957C-4F8E-4275-DF035F1B4F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1CA9845-884F-9337-681C-F841F773E6EB}"/>
                    </a:ext>
                  </a:extLst>
                </p:cNvPr>
                <p:cNvSpPr txBox="1"/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1CA9845-884F-9337-681C-F841F773E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DDAB4E1-8FDC-F753-E5B6-E2F2AF4A036B}"/>
                    </a:ext>
                  </a:extLst>
                </p:cNvPr>
                <p:cNvSpPr txBox="1"/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DDAB4E1-8FDC-F753-E5B6-E2F2AF4A0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0195FC2-9E55-911E-C937-FEBDE432692C}"/>
                    </a:ext>
                  </a:extLst>
                </p:cNvPr>
                <p:cNvSpPr txBox="1"/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0195FC2-9E55-911E-C937-FEBDE4326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3E0FF40-04D1-C4D8-462F-619EED7CB1E7}"/>
                    </a:ext>
                  </a:extLst>
                </p:cNvPr>
                <p:cNvSpPr txBox="1"/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3E0FF40-04D1-C4D8-462F-619EED7CB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16C8206-89C3-07C1-EECB-1E2B046EA2A1}"/>
                    </a:ext>
                  </a:extLst>
                </p:cNvPr>
                <p:cNvSpPr txBox="1"/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16C8206-89C3-07C1-EECB-1E2B046EA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24324" r="-18919" b="-111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1516E0B-BDB2-1AAF-0E63-DB47E64CF3DB}"/>
                    </a:ext>
                  </a:extLst>
                </p:cNvPr>
                <p:cNvSpPr txBox="1"/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1516E0B-BDB2-1AAF-0E63-DB47E64CF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7886733-8AD0-6A25-89CC-6B6AC249354B}"/>
                    </a:ext>
                  </a:extLst>
                </p:cNvPr>
                <p:cNvSpPr txBox="1"/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7886733-8AD0-6A25-89CC-6B6AC2493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3D89897-E29B-611B-E5A6-87622C566BA7}"/>
                    </a:ext>
                  </a:extLst>
                </p:cNvPr>
                <p:cNvSpPr txBox="1"/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3D89897-E29B-611B-E5A6-87622C566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0EB017C-D7BC-4764-08B5-BA2884501CAB}"/>
                    </a:ext>
                  </a:extLst>
                </p:cNvPr>
                <p:cNvSpPr txBox="1"/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0EB017C-D7BC-4764-08B5-BA2884501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97ED868-5960-5654-660E-F49D0BD7ACA5}"/>
                    </a:ext>
                  </a:extLst>
                </p:cNvPr>
                <p:cNvSpPr txBox="1"/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97ED868-5960-5654-660E-F49D0BD7A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blipFill>
                  <a:blip r:embed="rId44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D2A5374-6F1F-50DC-4FF6-EDAFA63DE8C8}"/>
                    </a:ext>
                  </a:extLst>
                </p:cNvPr>
                <p:cNvSpPr txBox="1"/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D2A5374-6F1F-50DC-4FF6-EDAFA63DE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0A37088-617A-6AF9-ADEC-872D99BF33E9}"/>
                    </a:ext>
                  </a:extLst>
                </p:cNvPr>
                <p:cNvSpPr txBox="1"/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0A37088-617A-6AF9-ADEC-872D99BF3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A791717-824B-6970-557B-7BEF57DE8468}"/>
              </a:ext>
            </a:extLst>
          </p:cNvPr>
          <p:cNvGrpSpPr/>
          <p:nvPr/>
        </p:nvGrpSpPr>
        <p:grpSpPr>
          <a:xfrm>
            <a:off x="381000" y="2769658"/>
            <a:ext cx="5850000" cy="1215000"/>
            <a:chOff x="381000" y="3129658"/>
            <a:chExt cx="5850000" cy="121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83EF72A-EAAF-C2BA-B66C-6EBACB18D116}"/>
                    </a:ext>
                  </a:extLst>
                </p:cNvPr>
                <p:cNvSpPr txBox="1"/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83EF72A-EAAF-C2BA-B66C-6EBACB18D1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3456B3B-DFEA-7E71-1802-83736B130488}"/>
                    </a:ext>
                  </a:extLst>
                </p:cNvPr>
                <p:cNvSpPr txBox="1"/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7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3456B3B-DFEA-7E71-1802-83736B1304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85A785F-DFBE-FDFD-60DE-F700E65F1BF4}"/>
                    </a:ext>
                  </a:extLst>
                </p:cNvPr>
                <p:cNvSpPr txBox="1"/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7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85A785F-DFBE-FDFD-60DE-F700E65F1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BCDF53E5-057F-2438-8A94-D30D87A50BED}"/>
              </a:ext>
            </a:extLst>
          </p:cNvPr>
          <p:cNvSpPr/>
          <p:nvPr/>
        </p:nvSpPr>
        <p:spPr>
          <a:xfrm>
            <a:off x="2991000" y="297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C69E45-B8B2-F532-2A1A-DCB710F7CEF4}"/>
              </a:ext>
            </a:extLst>
          </p:cNvPr>
          <p:cNvGrpSpPr/>
          <p:nvPr/>
        </p:nvGrpSpPr>
        <p:grpSpPr>
          <a:xfrm>
            <a:off x="336000" y="4104000"/>
            <a:ext cx="5850000" cy="1215000"/>
            <a:chOff x="381000" y="3129658"/>
            <a:chExt cx="5850000" cy="121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10A837-D629-7419-971D-38CCC465928B}"/>
                    </a:ext>
                  </a:extLst>
                </p:cNvPr>
                <p:cNvSpPr txBox="1"/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10A837-D629-7419-971D-38CCC4659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964" y="3144329"/>
                  <a:ext cx="3240036" cy="1200329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E4E863B-4127-2A0C-A0B2-0511FCD0A0D3}"/>
                    </a:ext>
                  </a:extLst>
                </p:cNvPr>
                <p:cNvSpPr txBox="1"/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7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7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E4E863B-4127-2A0C-A0B2-0511FCD0A0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0951" y="3144329"/>
                  <a:ext cx="2430027" cy="1200329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7FFEFEE-D538-A4EF-2B1A-3D30AEBD814D}"/>
                    </a:ext>
                  </a:extLst>
                </p:cNvPr>
                <p:cNvSpPr txBox="1"/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7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7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7FFEFEE-D538-A4EF-2B1A-3D30AEBD8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3129658"/>
                  <a:ext cx="3240036" cy="1200329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16B7661A-6393-D156-CFA5-8E26A15420C9}"/>
              </a:ext>
            </a:extLst>
          </p:cNvPr>
          <p:cNvSpPr/>
          <p:nvPr/>
        </p:nvSpPr>
        <p:spPr>
          <a:xfrm>
            <a:off x="2946000" y="4313342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351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BBE69-34F2-3915-B854-8820B70E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152ABA13-BBD3-204D-F410-5EC46E9ED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6CA585D1-7BCC-923B-5D62-D24A89C588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33FA446E-8190-C089-3E83-89BF28FA4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A9EA3F-CB52-39BE-73C6-4D5D231C2F6C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A9EA3F-CB52-39BE-73C6-4D5D231C2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069AD55-0F19-AF20-BF36-DFFCFB978687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12D7E0-0E8F-A788-8F22-565FE2071197}"/>
                  </a:ext>
                </a:extLst>
              </p:cNvPr>
              <p:cNvSpPr txBox="1"/>
              <p:nvPr/>
            </p:nvSpPr>
            <p:spPr>
              <a:xfrm>
                <a:off x="2045955" y="1314000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12D7E0-0E8F-A788-8F22-565FE2071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5" y="1314000"/>
                <a:ext cx="3240036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817053-5058-4DD5-B8C1-BA7B77F11DFE}"/>
                  </a:ext>
                </a:extLst>
              </p:cNvPr>
              <p:cNvSpPr txBox="1"/>
              <p:nvPr/>
            </p:nvSpPr>
            <p:spPr>
              <a:xfrm>
                <a:off x="875942" y="1314000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817053-5058-4DD5-B8C1-BA7B77F11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42" y="1314000"/>
                <a:ext cx="2430027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CDB3FC9-DA75-7FE5-01F8-2F3A04D6F80F}"/>
              </a:ext>
            </a:extLst>
          </p:cNvPr>
          <p:cNvGrpSpPr/>
          <p:nvPr/>
        </p:nvGrpSpPr>
        <p:grpSpPr>
          <a:xfrm>
            <a:off x="6816000" y="1674000"/>
            <a:ext cx="4228099" cy="4343975"/>
            <a:chOff x="7041546" y="1653696"/>
            <a:chExt cx="4228099" cy="434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09B6B7B-2F26-75E7-348E-CC4FE78577AE}"/>
                    </a:ext>
                  </a:extLst>
                </p:cNvPr>
                <p:cNvSpPr txBox="1"/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09B6B7B-2F26-75E7-348E-CC4FE7857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74D1D9-DECF-FC65-BF35-D16ECCA6F9B0}"/>
                    </a:ext>
                  </a:extLst>
                </p:cNvPr>
                <p:cNvSpPr txBox="1"/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74D1D9-DECF-FC65-BF35-D16ECCA6F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380D469-8FC8-A564-FD0F-2B44CE050EB2}"/>
                    </a:ext>
                  </a:extLst>
                </p:cNvPr>
                <p:cNvSpPr txBox="1"/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380D469-8FC8-A564-FD0F-2B44CE050E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2EB60E-DB10-BD81-26CB-AFA4DA4079C1}"/>
                    </a:ext>
                  </a:extLst>
                </p:cNvPr>
                <p:cNvSpPr txBox="1"/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2EB60E-DB10-BD81-26CB-AFA4DA4079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7FF2742-1D73-1FB1-DA6D-4BB4976A0EBF}"/>
                    </a:ext>
                  </a:extLst>
                </p:cNvPr>
                <p:cNvSpPr txBox="1"/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7FF2742-1D73-1FB1-DA6D-4BB4976A0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9B4E452-6FBD-A369-8FAD-DE254812DB33}"/>
                    </a:ext>
                  </a:extLst>
                </p:cNvPr>
                <p:cNvSpPr txBox="1"/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9B4E452-6FBD-A369-8FAD-DE254812D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A1721A1-BAC9-20AF-B11B-236829209AF0}"/>
                    </a:ext>
                  </a:extLst>
                </p:cNvPr>
                <p:cNvSpPr txBox="1"/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A1721A1-BAC9-20AF-B11B-236829209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7692B7D-6EE8-974C-F696-730AC51E75E7}"/>
                    </a:ext>
                  </a:extLst>
                </p:cNvPr>
                <p:cNvSpPr txBox="1"/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7692B7D-6EE8-974C-F696-730AC51E7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7A87279-B119-95F0-5056-83C75F6E375F}"/>
                    </a:ext>
                  </a:extLst>
                </p:cNvPr>
                <p:cNvSpPr txBox="1"/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7A87279-B119-95F0-5056-83C75F6E3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2F5DD3A-79EA-11BD-2C48-F347B70B7D51}"/>
                    </a:ext>
                  </a:extLst>
                </p:cNvPr>
                <p:cNvSpPr txBox="1"/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2F5DD3A-79EA-11BD-2C48-F347B70B7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7909820-7D51-D5BB-3BF2-F60FA0C7EB1B}"/>
                    </a:ext>
                  </a:extLst>
                </p:cNvPr>
                <p:cNvSpPr txBox="1"/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7909820-7D51-D5BB-3BF2-F60FA0C7E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5E44CF3-1FB1-8F79-20E3-B316F7DAA571}"/>
                    </a:ext>
                  </a:extLst>
                </p:cNvPr>
                <p:cNvSpPr txBox="1"/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5E44CF3-1FB1-8F79-20E3-B316F7DAA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E6B42FF-0AE8-8443-F214-133ADC57DBDA}"/>
                    </a:ext>
                  </a:extLst>
                </p:cNvPr>
                <p:cNvSpPr txBox="1"/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E6B42FF-0AE8-8443-F214-133ADC57D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28C1765-2A1D-DAB0-2050-44605AC73324}"/>
                    </a:ext>
                  </a:extLst>
                </p:cNvPr>
                <p:cNvSpPr txBox="1"/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28C1765-2A1D-DAB0-2050-44605AC73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073E80C-6A56-7DED-CE6A-5CBC49C62046}"/>
                    </a:ext>
                  </a:extLst>
                </p:cNvPr>
                <p:cNvSpPr txBox="1"/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073E80C-6A56-7DED-CE6A-5CBC49C62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732D5C9-AC94-372A-6970-10BBF05D759A}"/>
                    </a:ext>
                  </a:extLst>
                </p:cNvPr>
                <p:cNvSpPr txBox="1"/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732D5C9-AC94-372A-6970-10BBF05D7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B88F926-0D82-9345-9B9F-5531D42E8FE1}"/>
                    </a:ext>
                  </a:extLst>
                </p:cNvPr>
                <p:cNvSpPr txBox="1"/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B88F926-0D82-9345-9B9F-5531D42E8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4324" r="-18919" b="-111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5F8B6F6-C5C0-D7D7-F7B6-129E26B14B7A}"/>
                    </a:ext>
                  </a:extLst>
                </p:cNvPr>
                <p:cNvSpPr txBox="1"/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5F8B6F6-C5C0-D7D7-F7B6-129E26B14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225127C-2CB0-03D5-BC25-9E6ECE856689}"/>
                    </a:ext>
                  </a:extLst>
                </p:cNvPr>
                <p:cNvSpPr txBox="1"/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225127C-2CB0-03D5-BC25-9E6ECE8566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0C7F064-6577-19BF-0BCE-B02BCE6DA219}"/>
                    </a:ext>
                  </a:extLst>
                </p:cNvPr>
                <p:cNvSpPr txBox="1"/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0C7F064-6577-19BF-0BCE-B02BCE6DA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BDC98B9-940C-BA57-6401-D948D0EB2869}"/>
                    </a:ext>
                  </a:extLst>
                </p:cNvPr>
                <p:cNvSpPr txBox="1"/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BDC98B9-940C-BA57-6401-D948D0EB2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3A76E91-51B7-918F-1A76-F9D305EB10AA}"/>
                    </a:ext>
                  </a:extLst>
                </p:cNvPr>
                <p:cNvSpPr txBox="1"/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3A76E91-51B7-918F-1A76-F9D305EB1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E2A242E-89AF-8732-138B-446C39289025}"/>
                    </a:ext>
                  </a:extLst>
                </p:cNvPr>
                <p:cNvSpPr txBox="1"/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E2A242E-89AF-8732-138B-446C39289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C74AAC3-382B-68BA-1268-425E55F969B9}"/>
                    </a:ext>
                  </a:extLst>
                </p:cNvPr>
                <p:cNvSpPr txBox="1"/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C74AAC3-382B-68BA-1268-425E55F969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6C133AD-33CE-1AF1-4167-CA450446AFF0}"/>
                  </a:ext>
                </a:extLst>
              </p:cNvPr>
              <p:cNvSpPr txBox="1"/>
              <p:nvPr/>
            </p:nvSpPr>
            <p:spPr>
              <a:xfrm>
                <a:off x="2990964" y="2784329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6C133AD-33CE-1AF1-4167-CA450446A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964" y="2784329"/>
                <a:ext cx="3240036" cy="120032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D50863-83B9-071A-23AF-D8177CE48854}"/>
                  </a:ext>
                </a:extLst>
              </p:cNvPr>
              <p:cNvSpPr txBox="1"/>
              <p:nvPr/>
            </p:nvSpPr>
            <p:spPr>
              <a:xfrm>
                <a:off x="1820951" y="2784329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D50863-83B9-071A-23AF-D8177CE48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951" y="2784329"/>
                <a:ext cx="2430027" cy="120032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2FB94AB-802B-2F41-E814-5F2C04EEA9E3}"/>
                  </a:ext>
                </a:extLst>
              </p:cNvPr>
              <p:cNvSpPr txBox="1"/>
              <p:nvPr/>
            </p:nvSpPr>
            <p:spPr>
              <a:xfrm>
                <a:off x="381000" y="2769658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2FB94AB-802B-2F41-E814-5F2C04EEA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769658"/>
                <a:ext cx="3240036" cy="120032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19389E51-BFD9-8EF8-26BA-AA662EB26891}"/>
              </a:ext>
            </a:extLst>
          </p:cNvPr>
          <p:cNvSpPr/>
          <p:nvPr/>
        </p:nvSpPr>
        <p:spPr>
          <a:xfrm>
            <a:off x="2991000" y="2979000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7F05A3-9D5A-4D0E-622E-C3842E0C976A}"/>
                  </a:ext>
                </a:extLst>
              </p:cNvPr>
              <p:cNvSpPr txBox="1"/>
              <p:nvPr/>
            </p:nvSpPr>
            <p:spPr>
              <a:xfrm>
                <a:off x="2945964" y="4118671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07F05A3-9D5A-4D0E-622E-C3842E0C9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964" y="4118671"/>
                <a:ext cx="3240036" cy="120032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000048-7CD1-5B0F-92DA-98DA8128AD36}"/>
                  </a:ext>
                </a:extLst>
              </p:cNvPr>
              <p:cNvSpPr txBox="1"/>
              <p:nvPr/>
            </p:nvSpPr>
            <p:spPr>
              <a:xfrm>
                <a:off x="1775951" y="4118671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8000048-7CD1-5B0F-92DA-98DA8128A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951" y="4118671"/>
                <a:ext cx="2430027" cy="120032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86940A1-9365-45EA-E259-107CC8329524}"/>
                  </a:ext>
                </a:extLst>
              </p:cNvPr>
              <p:cNvSpPr txBox="1"/>
              <p:nvPr/>
            </p:nvSpPr>
            <p:spPr>
              <a:xfrm>
                <a:off x="336000" y="4104000"/>
                <a:ext cx="32400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86940A1-9365-45EA-E259-107CC8329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0" y="4104000"/>
                <a:ext cx="3240036" cy="120032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1787CC31-8997-425F-10BC-9AE65C7224C4}"/>
              </a:ext>
            </a:extLst>
          </p:cNvPr>
          <p:cNvSpPr/>
          <p:nvPr/>
        </p:nvSpPr>
        <p:spPr>
          <a:xfrm>
            <a:off x="2946000" y="4313342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33524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0C5C8-6633-D4D3-B6BE-35711BB4E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0BD8A875-F7F2-D3E5-4EE9-221446F32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75E960AE-F3F1-5E1E-CC7B-15726BDE01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B79C49AD-9E17-600E-6F6C-995B4C552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3056B4-5746-6C0F-E1FC-71DCCB6E1178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3056B4-5746-6C0F-E1FC-71DCCB6E1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2033787-53F0-5D44-69A2-F7E3CDD461A5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5BCEC7-BB57-135C-628C-9EB01B3B1C13}"/>
                  </a:ext>
                </a:extLst>
              </p:cNvPr>
              <p:cNvSpPr txBox="1"/>
              <p:nvPr/>
            </p:nvSpPr>
            <p:spPr>
              <a:xfrm>
                <a:off x="831000" y="72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5BCEC7-BB57-135C-628C-9EB01B3B1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00" y="72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733EE6-0A68-A086-D7D4-01DF723E20D3}"/>
                  </a:ext>
                </a:extLst>
              </p:cNvPr>
              <p:cNvSpPr txBox="1"/>
              <p:nvPr/>
            </p:nvSpPr>
            <p:spPr>
              <a:xfrm>
                <a:off x="4800" y="72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733EE6-0A68-A086-D7D4-01DF723E2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" y="72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1DA35C5-AF1E-20E3-7D07-01EA69CC97A2}"/>
              </a:ext>
            </a:extLst>
          </p:cNvPr>
          <p:cNvGrpSpPr/>
          <p:nvPr/>
        </p:nvGrpSpPr>
        <p:grpSpPr>
          <a:xfrm>
            <a:off x="6816000" y="1674000"/>
            <a:ext cx="4228099" cy="4343975"/>
            <a:chOff x="7041546" y="1653696"/>
            <a:chExt cx="4228099" cy="434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432EC4F-0624-9990-F7DB-BD30C356EA40}"/>
                    </a:ext>
                  </a:extLst>
                </p:cNvPr>
                <p:cNvSpPr txBox="1"/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432EC4F-0624-9990-F7DB-BD30C356E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7F608E-9124-01D3-0F6F-43463518763A}"/>
                    </a:ext>
                  </a:extLst>
                </p:cNvPr>
                <p:cNvSpPr txBox="1"/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7F608E-9124-01D3-0F6F-434635187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AF142B-9220-1527-EE93-40120D47F742}"/>
                    </a:ext>
                  </a:extLst>
                </p:cNvPr>
                <p:cNvSpPr txBox="1"/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AF142B-9220-1527-EE93-40120D47F7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BEB824C-8544-B349-FFCD-7DFA67757299}"/>
                    </a:ext>
                  </a:extLst>
                </p:cNvPr>
                <p:cNvSpPr txBox="1"/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BEB824C-8544-B349-FFCD-7DFA67757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D999E5A-5B12-7439-C8E8-450BF769D89A}"/>
                    </a:ext>
                  </a:extLst>
                </p:cNvPr>
                <p:cNvSpPr txBox="1"/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D999E5A-5B12-7439-C8E8-450BF769D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B272478-FA72-EE0B-271F-267EC9181914}"/>
                    </a:ext>
                  </a:extLst>
                </p:cNvPr>
                <p:cNvSpPr txBox="1"/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B272478-FA72-EE0B-271F-267EC9181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D2EB1E2-1E6B-4570-6853-0618B50B8792}"/>
                    </a:ext>
                  </a:extLst>
                </p:cNvPr>
                <p:cNvSpPr txBox="1"/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D2EB1E2-1E6B-4570-6853-0618B50B87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ED64C8E-A9FD-498B-E6FB-D6ECEBBAC754}"/>
                    </a:ext>
                  </a:extLst>
                </p:cNvPr>
                <p:cNvSpPr txBox="1"/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ED64C8E-A9FD-498B-E6FB-D6ECEBBAC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4D0662C-E3F2-A963-EA42-FB8CA56A358A}"/>
                    </a:ext>
                  </a:extLst>
                </p:cNvPr>
                <p:cNvSpPr txBox="1"/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4D0662C-E3F2-A963-EA42-FB8CA56A35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0E760C9-245C-4133-D37F-E54936082DB6}"/>
                    </a:ext>
                  </a:extLst>
                </p:cNvPr>
                <p:cNvSpPr txBox="1"/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0E760C9-245C-4133-D37F-E54936082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BEA092E-B2EA-C3F9-1302-1FE3C6B2379E}"/>
                    </a:ext>
                  </a:extLst>
                </p:cNvPr>
                <p:cNvSpPr txBox="1"/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BEA092E-B2EA-C3F9-1302-1FE3C6B23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9E6EC0C-200F-3447-1FAD-428EFF2F4698}"/>
                    </a:ext>
                  </a:extLst>
                </p:cNvPr>
                <p:cNvSpPr txBox="1"/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9E6EC0C-200F-3447-1FAD-428EFF2F4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34F3CA9-C58F-F678-CB09-83D28305D2B7}"/>
                    </a:ext>
                  </a:extLst>
                </p:cNvPr>
                <p:cNvSpPr txBox="1"/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34F3CA9-C58F-F678-CB09-83D28305D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CC0B95C-9E10-EE75-F3FB-1BD8E63CFE53}"/>
                    </a:ext>
                  </a:extLst>
                </p:cNvPr>
                <p:cNvSpPr txBox="1"/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CC0B95C-9E10-EE75-F3FB-1BD8E63CF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6406D87-FA70-A532-9F27-DEB4D319FC44}"/>
                    </a:ext>
                  </a:extLst>
                </p:cNvPr>
                <p:cNvSpPr txBox="1"/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6406D87-FA70-A532-9F27-DEB4D319F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C45FDBB-B2B1-ED50-B5E6-1ABAE6CDE930}"/>
                    </a:ext>
                  </a:extLst>
                </p:cNvPr>
                <p:cNvSpPr txBox="1"/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C45FDBB-B2B1-ED50-B5E6-1ABAE6CDE9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CB75E6E-6C46-350F-0D7C-6EAC041050A7}"/>
                    </a:ext>
                  </a:extLst>
                </p:cNvPr>
                <p:cNvSpPr txBox="1"/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CB75E6E-6C46-350F-0D7C-6EAC04105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4324" r="-18919" b="-111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9F4A27E-7F29-2E5E-FC09-AF461A932EE7}"/>
                    </a:ext>
                  </a:extLst>
                </p:cNvPr>
                <p:cNvSpPr txBox="1"/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9F4A27E-7F29-2E5E-FC09-AF461A932E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8D9730-AC41-08C2-B4E6-D4A2A5226739}"/>
                    </a:ext>
                  </a:extLst>
                </p:cNvPr>
                <p:cNvSpPr txBox="1"/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8D9730-AC41-08C2-B4E6-D4A2A5226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A4E63A7-475F-B2CB-57D7-3B85F39D3850}"/>
                    </a:ext>
                  </a:extLst>
                </p:cNvPr>
                <p:cNvSpPr txBox="1"/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A4E63A7-475F-B2CB-57D7-3B85F39D3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4BBB06C-4CDC-945A-1604-9B977F499C09}"/>
                    </a:ext>
                  </a:extLst>
                </p:cNvPr>
                <p:cNvSpPr txBox="1"/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4BBB06C-4CDC-945A-1604-9B977F499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FF5D1EE-B8BE-9AEB-386D-E53672121271}"/>
                    </a:ext>
                  </a:extLst>
                </p:cNvPr>
                <p:cNvSpPr txBox="1"/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FF5D1EE-B8BE-9AEB-386D-E536721212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8457BF2-BA48-BAC3-E5C4-DBF03D8A18FB}"/>
                    </a:ext>
                  </a:extLst>
                </p:cNvPr>
                <p:cNvSpPr txBox="1"/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8457BF2-BA48-BAC3-E5C4-DBF03D8A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822BF67-E4EC-C1B3-465B-8B2BD34EB8E2}"/>
                    </a:ext>
                  </a:extLst>
                </p:cNvPr>
                <p:cNvSpPr txBox="1"/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822BF67-E4EC-C1B3-465B-8B2BD34EB8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F0910D0-9C0A-49D9-BB9E-1D4DB3407C6C}"/>
                  </a:ext>
                </a:extLst>
              </p:cNvPr>
              <p:cNvSpPr txBox="1"/>
              <p:nvPr/>
            </p:nvSpPr>
            <p:spPr>
              <a:xfrm>
                <a:off x="2946000" y="162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F0910D0-9C0A-49D9-BB9E-1D4DB3407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000" y="1629000"/>
                <a:ext cx="3240036" cy="92333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00A80C2-B163-5AE5-19B6-220B5901A162}"/>
                  </a:ext>
                </a:extLst>
              </p:cNvPr>
              <p:cNvSpPr txBox="1"/>
              <p:nvPr/>
            </p:nvSpPr>
            <p:spPr>
              <a:xfrm>
                <a:off x="2045951" y="162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00A80C2-B163-5AE5-19B6-220B5901A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1" y="1629000"/>
                <a:ext cx="2430027" cy="92333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9DA7083-158B-9994-BBB6-74F862249808}"/>
                  </a:ext>
                </a:extLst>
              </p:cNvPr>
              <p:cNvSpPr txBox="1"/>
              <p:nvPr/>
            </p:nvSpPr>
            <p:spPr>
              <a:xfrm>
                <a:off x="876000" y="162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9DA7083-158B-9994-BBB6-74F862249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1629000"/>
                <a:ext cx="3240036" cy="92333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05CF1CDA-715B-F7EE-45A6-F20B00A8D5F3}"/>
              </a:ext>
            </a:extLst>
          </p:cNvPr>
          <p:cNvSpPr/>
          <p:nvPr/>
        </p:nvSpPr>
        <p:spPr>
          <a:xfrm>
            <a:off x="3216000" y="1733671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3AE74A-B1FE-3835-C95E-C85AA4EE70F5}"/>
                  </a:ext>
                </a:extLst>
              </p:cNvPr>
              <p:cNvSpPr txBox="1"/>
              <p:nvPr/>
            </p:nvSpPr>
            <p:spPr>
              <a:xfrm>
                <a:off x="2946049" y="261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3AE74A-B1FE-3835-C95E-C85AA4EE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049" y="2619000"/>
                <a:ext cx="3240036" cy="92333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729CD6-732F-386B-3C73-C0A5CCE0A006}"/>
                  </a:ext>
                </a:extLst>
              </p:cNvPr>
              <p:cNvSpPr txBox="1"/>
              <p:nvPr/>
            </p:nvSpPr>
            <p:spPr>
              <a:xfrm>
                <a:off x="2046000" y="261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729CD6-732F-386B-3C73-C0A5CCE0A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000" y="2619000"/>
                <a:ext cx="2430027" cy="92333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EC06FC-0594-FF63-0E9B-CE6A81BAF64D}"/>
                  </a:ext>
                </a:extLst>
              </p:cNvPr>
              <p:cNvSpPr txBox="1"/>
              <p:nvPr/>
            </p:nvSpPr>
            <p:spPr>
              <a:xfrm>
                <a:off x="876000" y="261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EC06FC-0594-FF63-0E9B-CE6A81BAF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2619000"/>
                <a:ext cx="3240036" cy="92333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C35F0A32-6935-52B1-EAC5-74288B2C481B}"/>
              </a:ext>
            </a:extLst>
          </p:cNvPr>
          <p:cNvSpPr/>
          <p:nvPr/>
        </p:nvSpPr>
        <p:spPr>
          <a:xfrm>
            <a:off x="3216049" y="273932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7533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9383-C91A-0FEE-05C1-2224E8A3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51CDD3E1-4ED1-4858-0C98-511F343C0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3A3BCFA4-A96C-EDE3-2A52-3692DB2B58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E0E833BF-0050-4AFA-9938-4C37F6632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01745D-1064-9C04-FAAA-AFD65129E4AF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01745D-1064-9C04-FAAA-AFD65129E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1743DB5-FB83-59D4-C30F-D7BCB4E030B8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1D9EB2-745A-5536-66A4-2111F0A36B5F}"/>
                  </a:ext>
                </a:extLst>
              </p:cNvPr>
              <p:cNvSpPr txBox="1"/>
              <p:nvPr/>
            </p:nvSpPr>
            <p:spPr>
              <a:xfrm>
                <a:off x="831000" y="72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1D9EB2-745A-5536-66A4-2111F0A36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00" y="72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C970EC-8E11-7497-3D33-55BAF4EE89EC}"/>
                  </a:ext>
                </a:extLst>
              </p:cNvPr>
              <p:cNvSpPr txBox="1"/>
              <p:nvPr/>
            </p:nvSpPr>
            <p:spPr>
              <a:xfrm>
                <a:off x="4800" y="72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C970EC-8E11-7497-3D33-55BAF4EE8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" y="72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EC616A8-4722-F4E0-D12E-A4962D876760}"/>
              </a:ext>
            </a:extLst>
          </p:cNvPr>
          <p:cNvGrpSpPr/>
          <p:nvPr/>
        </p:nvGrpSpPr>
        <p:grpSpPr>
          <a:xfrm>
            <a:off x="6816000" y="1674000"/>
            <a:ext cx="4228099" cy="4343975"/>
            <a:chOff x="7041546" y="1653696"/>
            <a:chExt cx="4228099" cy="434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35F043-4A4D-F12B-2EA8-7EBC5D51B7E5}"/>
                    </a:ext>
                  </a:extLst>
                </p:cNvPr>
                <p:cNvSpPr txBox="1"/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635F043-4A4D-F12B-2EA8-7EBC5D51B7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69CD246-9DD0-F623-8B8F-988CE97655D4}"/>
                    </a:ext>
                  </a:extLst>
                </p:cNvPr>
                <p:cNvSpPr txBox="1"/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69CD246-9DD0-F623-8B8F-988CE9765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C20355D-78B6-2C99-82A6-CCA8C8F0878D}"/>
                    </a:ext>
                  </a:extLst>
                </p:cNvPr>
                <p:cNvSpPr txBox="1"/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C20355D-78B6-2C99-82A6-CCA8C8F087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6D526F1-3E27-1912-0AC5-B311BE3067E7}"/>
                    </a:ext>
                  </a:extLst>
                </p:cNvPr>
                <p:cNvSpPr txBox="1"/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6D526F1-3E27-1912-0AC5-B311BE3067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74E5C1-DCDB-2F7F-96B4-A9BEC3DD26A6}"/>
                    </a:ext>
                  </a:extLst>
                </p:cNvPr>
                <p:cNvSpPr txBox="1"/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A74E5C1-DCDB-2F7F-96B4-A9BEC3DD2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51092CB-4A82-BBD3-4A5F-949519EA657A}"/>
                    </a:ext>
                  </a:extLst>
                </p:cNvPr>
                <p:cNvSpPr txBox="1"/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51092CB-4A82-BBD3-4A5F-949519EA65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DE23700-6D4C-47DC-3A31-AA680511FB30}"/>
                    </a:ext>
                  </a:extLst>
                </p:cNvPr>
                <p:cNvSpPr txBox="1"/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DE23700-6D4C-47DC-3A31-AA680511F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6601743-1683-44FC-392F-EEA1748D3344}"/>
                    </a:ext>
                  </a:extLst>
                </p:cNvPr>
                <p:cNvSpPr txBox="1"/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6601743-1683-44FC-392F-EEA1748D3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ED0681B-EEBA-157C-0CC3-199B722172D9}"/>
                    </a:ext>
                  </a:extLst>
                </p:cNvPr>
                <p:cNvSpPr txBox="1"/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ED0681B-EEBA-157C-0CC3-199B72217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C7E8168-9725-9977-2034-E04142F2ADB1}"/>
                    </a:ext>
                  </a:extLst>
                </p:cNvPr>
                <p:cNvSpPr txBox="1"/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C7E8168-9725-9977-2034-E04142F2A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94E411B-908E-4B75-02C0-17D62BF17197}"/>
                    </a:ext>
                  </a:extLst>
                </p:cNvPr>
                <p:cNvSpPr txBox="1"/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94E411B-908E-4B75-02C0-17D62BF171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EBAFDD8-9B2E-D001-8688-71AA6CC39D40}"/>
                    </a:ext>
                  </a:extLst>
                </p:cNvPr>
                <p:cNvSpPr txBox="1"/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EBAFDD8-9B2E-D001-8688-71AA6CC39D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965FF62-1213-A8CC-2114-206D5C91B4DB}"/>
                    </a:ext>
                  </a:extLst>
                </p:cNvPr>
                <p:cNvSpPr txBox="1"/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965FF62-1213-A8CC-2114-206D5C91B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64BA7AA-F692-6944-780E-C6F6686E9790}"/>
                    </a:ext>
                  </a:extLst>
                </p:cNvPr>
                <p:cNvSpPr txBox="1"/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64BA7AA-F692-6944-780E-C6F6686E9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77F1B03-70FD-78E5-E555-20CA213E4303}"/>
                    </a:ext>
                  </a:extLst>
                </p:cNvPr>
                <p:cNvSpPr txBox="1"/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77F1B03-70FD-78E5-E555-20CA213E4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7813CE7-E257-41D3-64BA-F8142D57F507}"/>
                    </a:ext>
                  </a:extLst>
                </p:cNvPr>
                <p:cNvSpPr txBox="1"/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7813CE7-E257-41D3-64BA-F8142D57F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4831FB1-75D9-B118-1E7E-985F03859333}"/>
                    </a:ext>
                  </a:extLst>
                </p:cNvPr>
                <p:cNvSpPr txBox="1"/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4831FB1-75D9-B118-1E7E-985F03859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4324" r="-18919" b="-111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7416910-BD30-BAB9-1502-46B2CA6E1C35}"/>
                    </a:ext>
                  </a:extLst>
                </p:cNvPr>
                <p:cNvSpPr txBox="1"/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7416910-BD30-BAB9-1502-46B2CA6E1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28BF9FE-773C-15D1-BCEA-B750BB7D1279}"/>
                    </a:ext>
                  </a:extLst>
                </p:cNvPr>
                <p:cNvSpPr txBox="1"/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28BF9FE-773C-15D1-BCEA-B750BB7D1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22342E3-13A4-8483-F4CE-B7D0ECD0DC60}"/>
                    </a:ext>
                  </a:extLst>
                </p:cNvPr>
                <p:cNvSpPr txBox="1"/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22342E3-13A4-8483-F4CE-B7D0ECD0DC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4533F39-7094-0D53-2059-47902ED91D7C}"/>
                    </a:ext>
                  </a:extLst>
                </p:cNvPr>
                <p:cNvSpPr txBox="1"/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4533F39-7094-0D53-2059-47902ED91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E8FC730-7F1B-B73C-0B48-D87B6C391753}"/>
                    </a:ext>
                  </a:extLst>
                </p:cNvPr>
                <p:cNvSpPr txBox="1"/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E8FC730-7F1B-B73C-0B48-D87B6C391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38A2046-BDD9-D5A4-DB0D-2304AAAA3FBC}"/>
                    </a:ext>
                  </a:extLst>
                </p:cNvPr>
                <p:cNvSpPr txBox="1"/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38A2046-BDD9-D5A4-DB0D-2304AAAA3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6C74A68-F896-255D-9AF0-D2CAE2A284D9}"/>
                    </a:ext>
                  </a:extLst>
                </p:cNvPr>
                <p:cNvSpPr txBox="1"/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6C74A68-F896-255D-9AF0-D2CAE2A28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474C59-0279-B4CE-CA99-C357A307DB8B}"/>
                  </a:ext>
                </a:extLst>
              </p:cNvPr>
              <p:cNvSpPr txBox="1"/>
              <p:nvPr/>
            </p:nvSpPr>
            <p:spPr>
              <a:xfrm>
                <a:off x="2946000" y="162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474C59-0279-B4CE-CA99-C357A307D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000" y="1629000"/>
                <a:ext cx="3240036" cy="92333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DBCCFF9-8CC9-E2AB-FFC3-533DA5FC1520}"/>
                  </a:ext>
                </a:extLst>
              </p:cNvPr>
              <p:cNvSpPr txBox="1"/>
              <p:nvPr/>
            </p:nvSpPr>
            <p:spPr>
              <a:xfrm>
                <a:off x="2045951" y="162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DBCCFF9-8CC9-E2AB-FFC3-533DA5FC1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951" y="1629000"/>
                <a:ext cx="2430027" cy="92333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8084190-5CAB-7771-6991-FE2C590B0723}"/>
                  </a:ext>
                </a:extLst>
              </p:cNvPr>
              <p:cNvSpPr txBox="1"/>
              <p:nvPr/>
            </p:nvSpPr>
            <p:spPr>
              <a:xfrm>
                <a:off x="876000" y="162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8084190-5CAB-7771-6991-FE2C590B0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1629000"/>
                <a:ext cx="3240036" cy="92333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B4D781F5-ED96-C2C2-FE58-2BA104AE473E}"/>
              </a:ext>
            </a:extLst>
          </p:cNvPr>
          <p:cNvSpPr/>
          <p:nvPr/>
        </p:nvSpPr>
        <p:spPr>
          <a:xfrm>
            <a:off x="3216000" y="1733671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60CC92-40C2-F5E6-7A74-CA7D1759B4D9}"/>
                  </a:ext>
                </a:extLst>
              </p:cNvPr>
              <p:cNvSpPr txBox="1"/>
              <p:nvPr/>
            </p:nvSpPr>
            <p:spPr>
              <a:xfrm>
                <a:off x="2946049" y="261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60CC92-40C2-F5E6-7A74-CA7D1759B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049" y="2619000"/>
                <a:ext cx="3240036" cy="92333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582E98-70ED-6745-F447-707879E5233D}"/>
                  </a:ext>
                </a:extLst>
              </p:cNvPr>
              <p:cNvSpPr txBox="1"/>
              <p:nvPr/>
            </p:nvSpPr>
            <p:spPr>
              <a:xfrm>
                <a:off x="2046000" y="261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582E98-70ED-6745-F447-707879E52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000" y="2619000"/>
                <a:ext cx="2430027" cy="92333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FD07EB-A48A-45C5-D3B1-6C1FDEF6F431}"/>
                  </a:ext>
                </a:extLst>
              </p:cNvPr>
              <p:cNvSpPr txBox="1"/>
              <p:nvPr/>
            </p:nvSpPr>
            <p:spPr>
              <a:xfrm>
                <a:off x="876000" y="261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FD07EB-A48A-45C5-D3B1-6C1FDEF6F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2619000"/>
                <a:ext cx="3240036" cy="92333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26FA20AD-A3A4-04AF-CCD6-AE1EBCD79857}"/>
              </a:ext>
            </a:extLst>
          </p:cNvPr>
          <p:cNvSpPr/>
          <p:nvPr/>
        </p:nvSpPr>
        <p:spPr>
          <a:xfrm>
            <a:off x="3216049" y="273932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+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114FE3-8B72-F886-F711-3A64A4EEF081}"/>
                  </a:ext>
                </a:extLst>
              </p:cNvPr>
              <p:cNvSpPr txBox="1"/>
              <p:nvPr/>
            </p:nvSpPr>
            <p:spPr>
              <a:xfrm>
                <a:off x="823200" y="401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114FE3-8B72-F886-F711-3A64A4EEF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00" y="4014000"/>
                <a:ext cx="3240036" cy="92333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9F555-DDB9-ACA9-6CCA-A548DBD08CB3}"/>
                  </a:ext>
                </a:extLst>
              </p:cNvPr>
              <p:cNvSpPr txBox="1"/>
              <p:nvPr/>
            </p:nvSpPr>
            <p:spPr>
              <a:xfrm>
                <a:off x="-3000" y="401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9F555-DDB9-ACA9-6CCA-A548DBD08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00" y="4014000"/>
                <a:ext cx="2430027" cy="92333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464953-7BC4-B6EC-6461-B6F0F1B69518}"/>
                  </a:ext>
                </a:extLst>
              </p:cNvPr>
              <p:cNvSpPr txBox="1"/>
              <p:nvPr/>
            </p:nvSpPr>
            <p:spPr>
              <a:xfrm>
                <a:off x="2938200" y="491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464953-7BC4-B6EC-6461-B6F0F1B69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200" y="4914000"/>
                <a:ext cx="3240036" cy="92333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E4821A-034C-DC79-01F9-CDE146E0B2E5}"/>
                  </a:ext>
                </a:extLst>
              </p:cNvPr>
              <p:cNvSpPr txBox="1"/>
              <p:nvPr/>
            </p:nvSpPr>
            <p:spPr>
              <a:xfrm>
                <a:off x="2038151" y="491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E4821A-034C-DC79-01F9-CDE146E0B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151" y="4914000"/>
                <a:ext cx="2430027" cy="92333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2FF407-7B54-6DF3-259F-43C880A76A18}"/>
                  </a:ext>
                </a:extLst>
              </p:cNvPr>
              <p:cNvSpPr txBox="1"/>
              <p:nvPr/>
            </p:nvSpPr>
            <p:spPr>
              <a:xfrm>
                <a:off x="868200" y="491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2FF407-7B54-6DF3-259F-43C880A76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00" y="4914000"/>
                <a:ext cx="3240036" cy="92333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0D035B85-52E7-AA80-6C41-E8D8728D3F91}"/>
              </a:ext>
            </a:extLst>
          </p:cNvPr>
          <p:cNvSpPr/>
          <p:nvPr/>
        </p:nvSpPr>
        <p:spPr>
          <a:xfrm>
            <a:off x="3208200" y="5018671"/>
            <a:ext cx="345751" cy="345751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r>
              <a:rPr lang="en-GB" sz="3200" dirty="0"/>
              <a:t>–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7609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3EA6E-BDBF-26B8-B6EE-3D73B1A9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10F7B639-DAD6-1092-A338-0B90E87E2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68B9207C-CF3B-DEBF-975E-626179AE8F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60AA0F0A-711E-E13C-88B3-66D319606C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BC88A7-DAA5-BEB1-C4FD-43CDDC2A04B0}"/>
                  </a:ext>
                </a:extLst>
              </p:cNvPr>
              <p:cNvSpPr txBox="1"/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BC88A7-DAA5-BEB1-C4FD-43CDDC2A0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033" y="3609002"/>
                <a:ext cx="2579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71AC010-3AB0-280D-19E0-131D00A5EF72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B14609-16FE-DA3C-30C0-5A78BCD2C625}"/>
                  </a:ext>
                </a:extLst>
              </p:cNvPr>
              <p:cNvSpPr txBox="1"/>
              <p:nvPr/>
            </p:nvSpPr>
            <p:spPr>
              <a:xfrm>
                <a:off x="831000" y="72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B14609-16FE-DA3C-30C0-5A78BCD2C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00" y="72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AA394D-B641-4848-42D6-466042384199}"/>
                  </a:ext>
                </a:extLst>
              </p:cNvPr>
              <p:cNvSpPr txBox="1"/>
              <p:nvPr/>
            </p:nvSpPr>
            <p:spPr>
              <a:xfrm>
                <a:off x="4800" y="72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AA394D-B641-4848-42D6-466042384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" y="72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337D956E-0A9E-AB5A-019B-00814F0EA47C}"/>
              </a:ext>
            </a:extLst>
          </p:cNvPr>
          <p:cNvGrpSpPr/>
          <p:nvPr/>
        </p:nvGrpSpPr>
        <p:grpSpPr>
          <a:xfrm>
            <a:off x="6816000" y="1674000"/>
            <a:ext cx="4228099" cy="4343975"/>
            <a:chOff x="7041546" y="1653696"/>
            <a:chExt cx="4228099" cy="434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A7C6A5B-52A7-B67E-F70B-1DC9E84DE02D}"/>
                    </a:ext>
                  </a:extLst>
                </p:cNvPr>
                <p:cNvSpPr txBox="1"/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A7C6A5B-52A7-B67E-F70B-1DC9E84DE0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C53BE0E-E7F8-017D-3C92-0FB629B26F98}"/>
                    </a:ext>
                  </a:extLst>
                </p:cNvPr>
                <p:cNvSpPr txBox="1"/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C53BE0E-E7F8-017D-3C92-0FB629B26F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E0EE061-1739-22A4-B5C8-64E8871277D0}"/>
                    </a:ext>
                  </a:extLst>
                </p:cNvPr>
                <p:cNvSpPr txBox="1"/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E0EE061-1739-22A4-B5C8-64E8871277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182589-6485-B708-E568-EA36C0DEC9DE}"/>
                    </a:ext>
                  </a:extLst>
                </p:cNvPr>
                <p:cNvSpPr txBox="1"/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182589-6485-B708-E568-EA36C0DEC9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8F6F8EE-DAB4-C563-BDCB-A62AE0CC517F}"/>
                    </a:ext>
                  </a:extLst>
                </p:cNvPr>
                <p:cNvSpPr txBox="1"/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8F6F8EE-DAB4-C563-BDCB-A62AE0CC51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92A7752-4BDB-57DA-7767-3BED45C43A12}"/>
                    </a:ext>
                  </a:extLst>
                </p:cNvPr>
                <p:cNvSpPr txBox="1"/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92A7752-4BDB-57DA-7767-3BED45C43A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E3DE170-BF9C-D382-3208-87445487577A}"/>
                    </a:ext>
                  </a:extLst>
                </p:cNvPr>
                <p:cNvSpPr txBox="1"/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E3DE170-BF9C-D382-3208-874454875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19FD7A5-7F7D-2B38-D067-6C976594D94A}"/>
                    </a:ext>
                  </a:extLst>
                </p:cNvPr>
                <p:cNvSpPr txBox="1"/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19FD7A5-7F7D-2B38-D067-6C976594D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BDB7933-CE23-B1DA-A5BC-D945CBE8CE2A}"/>
                    </a:ext>
                  </a:extLst>
                </p:cNvPr>
                <p:cNvSpPr txBox="1"/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BDB7933-CE23-B1DA-A5BC-D945CBE8C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C32DEFE-BC68-02BE-129A-F4950181E4B5}"/>
                    </a:ext>
                  </a:extLst>
                </p:cNvPr>
                <p:cNvSpPr txBox="1"/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C32DEFE-BC68-02BE-129A-F4950181E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87623CA-6478-2ACB-C487-A19761D0CC17}"/>
                    </a:ext>
                  </a:extLst>
                </p:cNvPr>
                <p:cNvSpPr txBox="1"/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87623CA-6478-2ACB-C487-A19761D0C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3EF6E44-046A-9D50-1456-EC7B44E0E921}"/>
                    </a:ext>
                  </a:extLst>
                </p:cNvPr>
                <p:cNvSpPr txBox="1"/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3EF6E44-046A-9D50-1456-EC7B44E0E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1AE3091-D8C9-5716-5568-B3BCACE0C73F}"/>
                    </a:ext>
                  </a:extLst>
                </p:cNvPr>
                <p:cNvSpPr txBox="1"/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1AE3091-D8C9-5716-5568-B3BCACE0C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69B609-C6C9-06BD-402C-F52B7B4215E9}"/>
                    </a:ext>
                  </a:extLst>
                </p:cNvPr>
                <p:cNvSpPr txBox="1"/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69B609-C6C9-06BD-402C-F52B7B421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2AEF40D-E927-8F98-5B3E-AF446594BF1A}"/>
                    </a:ext>
                  </a:extLst>
                </p:cNvPr>
                <p:cNvSpPr txBox="1"/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2AEF40D-E927-8F98-5B3E-AF446594BF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35167EA-F859-6771-69AA-D8CE70E9DFAB}"/>
                    </a:ext>
                  </a:extLst>
                </p:cNvPr>
                <p:cNvSpPr txBox="1"/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35167EA-F859-6771-69AA-D8CE70E9D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5A834C0-9E28-CD08-0A0F-955DE8ED1634}"/>
                    </a:ext>
                  </a:extLst>
                </p:cNvPr>
                <p:cNvSpPr txBox="1"/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5A834C0-9E28-CD08-0A0F-955DE8ED1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4324" r="-18919" b="-111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EED50BF-455C-EF0D-EC58-45251CD4490E}"/>
                    </a:ext>
                  </a:extLst>
                </p:cNvPr>
                <p:cNvSpPr txBox="1"/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EED50BF-455C-EF0D-EC58-45251CD44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50D0A0A-D31F-93E7-99E5-17D10F2605BE}"/>
                    </a:ext>
                  </a:extLst>
                </p:cNvPr>
                <p:cNvSpPr txBox="1"/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50D0A0A-D31F-93E7-99E5-17D10F260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2CE4C4F-7E0E-9ED2-0BA0-0CA4E08C8010}"/>
                    </a:ext>
                  </a:extLst>
                </p:cNvPr>
                <p:cNvSpPr txBox="1"/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2CE4C4F-7E0E-9ED2-0BA0-0CA4E08C8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95B05CF-6766-1D58-CA76-95FC7C1536CF}"/>
                    </a:ext>
                  </a:extLst>
                </p:cNvPr>
                <p:cNvSpPr txBox="1"/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95B05CF-6766-1D58-CA76-95FC7C153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60DDF94-6A46-DA76-C608-3FEF70B4816C}"/>
                    </a:ext>
                  </a:extLst>
                </p:cNvPr>
                <p:cNvSpPr txBox="1"/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60DDF94-6A46-DA76-C608-3FEF70B481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5780FAC-3431-10F8-DDD4-AA8C993F8B5F}"/>
                    </a:ext>
                  </a:extLst>
                </p:cNvPr>
                <p:cNvSpPr txBox="1"/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5780FAC-3431-10F8-DDD4-AA8C993F8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729546A-BA9F-B462-5939-187D9703A114}"/>
                    </a:ext>
                  </a:extLst>
                </p:cNvPr>
                <p:cNvSpPr txBox="1"/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729546A-BA9F-B462-5939-187D9703A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7416826-4242-7001-8DB5-FA7BAA157BB1}"/>
                  </a:ext>
                </a:extLst>
              </p:cNvPr>
              <p:cNvSpPr txBox="1"/>
              <p:nvPr/>
            </p:nvSpPr>
            <p:spPr>
              <a:xfrm>
                <a:off x="876000" y="261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7416826-4242-7001-8DB5-FA7BAA157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2619000"/>
                <a:ext cx="3240036" cy="92333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18B054B-1B1E-4C11-90A1-36732DC9CE4C}"/>
              </a:ext>
            </a:extLst>
          </p:cNvPr>
          <p:cNvGrpSpPr/>
          <p:nvPr/>
        </p:nvGrpSpPr>
        <p:grpSpPr>
          <a:xfrm>
            <a:off x="2046000" y="2619000"/>
            <a:ext cx="4140085" cy="923330"/>
            <a:chOff x="2046000" y="261900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73E795D-3292-030A-4883-BE05BB5AF260}"/>
                    </a:ext>
                  </a:extLst>
                </p:cNvPr>
                <p:cNvSpPr txBox="1"/>
                <p:nvPr/>
              </p:nvSpPr>
              <p:spPr>
                <a:xfrm>
                  <a:off x="2946049" y="261900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73E795D-3292-030A-4883-BE05BB5AF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049" y="2619000"/>
                  <a:ext cx="3240036" cy="92333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7757402-5F40-A168-326D-ECA4DF09CC63}"/>
                    </a:ext>
                  </a:extLst>
                </p:cNvPr>
                <p:cNvSpPr txBox="1"/>
                <p:nvPr/>
              </p:nvSpPr>
              <p:spPr>
                <a:xfrm>
                  <a:off x="2046000" y="261900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7757402-5F40-A168-326D-ECA4DF09C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000" y="2619000"/>
                  <a:ext cx="2430027" cy="92333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C69C224-1136-5006-FA47-1081B88CA958}"/>
                </a:ext>
              </a:extLst>
            </p:cNvPr>
            <p:cNvSpPr/>
            <p:nvPr/>
          </p:nvSpPr>
          <p:spPr>
            <a:xfrm>
              <a:off x="3216049" y="2739329"/>
              <a:ext cx="345751" cy="345751"/>
            </a:xfrm>
            <a:prstGeom prst="ellipse">
              <a:avLst/>
            </a:prstGeom>
            <a:solidFill>
              <a:schemeClr val="accent2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+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4712E3-DD09-71A4-E0B8-ADFA9525154D}"/>
                  </a:ext>
                </a:extLst>
              </p:cNvPr>
              <p:cNvSpPr txBox="1"/>
              <p:nvPr/>
            </p:nvSpPr>
            <p:spPr>
              <a:xfrm>
                <a:off x="823200" y="401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4712E3-DD09-71A4-E0B8-ADFA95251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00" y="4014000"/>
                <a:ext cx="3240036" cy="92333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2230DB-A535-B767-4091-9C5E32EA3AEE}"/>
                  </a:ext>
                </a:extLst>
              </p:cNvPr>
              <p:cNvSpPr txBox="1"/>
              <p:nvPr/>
            </p:nvSpPr>
            <p:spPr>
              <a:xfrm>
                <a:off x="-3000" y="401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2230DB-A535-B767-4091-9C5E32EA3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00" y="4014000"/>
                <a:ext cx="2430027" cy="92333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B63430-198C-F640-ED44-3F623F9F456F}"/>
                  </a:ext>
                </a:extLst>
              </p:cNvPr>
              <p:cNvSpPr txBox="1"/>
              <p:nvPr/>
            </p:nvSpPr>
            <p:spPr>
              <a:xfrm>
                <a:off x="868200" y="491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B63430-198C-F640-ED44-3F623F9F4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00" y="4914000"/>
                <a:ext cx="3240036" cy="92333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5F6A4A7C-F4A5-FBC8-C278-F3E3B1D96709}"/>
              </a:ext>
            </a:extLst>
          </p:cNvPr>
          <p:cNvGrpSpPr/>
          <p:nvPr/>
        </p:nvGrpSpPr>
        <p:grpSpPr>
          <a:xfrm>
            <a:off x="2038151" y="4914000"/>
            <a:ext cx="4140085" cy="923330"/>
            <a:chOff x="2038151" y="491400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5DBF41D-1202-B9B3-0790-3BA8E9662819}"/>
                    </a:ext>
                  </a:extLst>
                </p:cNvPr>
                <p:cNvSpPr txBox="1"/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5DBF41D-1202-B9B3-0790-3BA8E9662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2718E94-AEF0-5054-1A13-F23242469814}"/>
                    </a:ext>
                  </a:extLst>
                </p:cNvPr>
                <p:cNvSpPr txBox="1"/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2718E94-AEF0-5054-1A13-F232424698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7E8553-4D00-CF52-5085-60C08C37F141}"/>
                </a:ext>
              </a:extLst>
            </p:cNvPr>
            <p:cNvSpPr/>
            <p:nvPr/>
          </p:nvSpPr>
          <p:spPr>
            <a:xfrm>
              <a:off x="3208200" y="5018671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–</a:t>
              </a:r>
              <a:endParaRPr lang="en-GB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F17244D0-CB7D-093C-D0E2-887633F1E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666000" y="1764000"/>
            <a:ext cx="4815000" cy="46946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32E20D-E9DA-6474-B94A-E30B08247F14}"/>
              </a:ext>
            </a:extLst>
          </p:cNvPr>
          <p:cNvCxnSpPr>
            <a:cxnSpLocks/>
          </p:cNvCxnSpPr>
          <p:nvPr/>
        </p:nvCxnSpPr>
        <p:spPr>
          <a:xfrm flipV="1">
            <a:off x="14480885" y="3356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7890A8-A109-54BC-3BB9-14EB2629A534}"/>
              </a:ext>
            </a:extLst>
          </p:cNvPr>
          <p:cNvCxnSpPr>
            <a:cxnSpLocks/>
          </p:cNvCxnSpPr>
          <p:nvPr/>
        </p:nvCxnSpPr>
        <p:spPr>
          <a:xfrm>
            <a:off x="14480885" y="3319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9D6EEC-61FC-4505-FAA6-092DF0477AA6}"/>
              </a:ext>
            </a:extLst>
          </p:cNvPr>
          <p:cNvCxnSpPr>
            <a:cxnSpLocks/>
          </p:cNvCxnSpPr>
          <p:nvPr/>
        </p:nvCxnSpPr>
        <p:spPr>
          <a:xfrm>
            <a:off x="15962423" y="3319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CB217C9-7B32-7B4C-BCB9-B20A1D654568}"/>
              </a:ext>
            </a:extLst>
          </p:cNvPr>
          <p:cNvCxnSpPr>
            <a:cxnSpLocks/>
          </p:cNvCxnSpPr>
          <p:nvPr/>
        </p:nvCxnSpPr>
        <p:spPr>
          <a:xfrm flipH="1">
            <a:off x="13999385" y="5208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E93A48-AAD8-B2C3-E0DA-761A629A5A0C}"/>
              </a:ext>
            </a:extLst>
          </p:cNvPr>
          <p:cNvCxnSpPr>
            <a:cxnSpLocks/>
          </p:cNvCxnSpPr>
          <p:nvPr/>
        </p:nvCxnSpPr>
        <p:spPr>
          <a:xfrm flipV="1">
            <a:off x="13962346" y="2541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D6FA7AE-8CC8-87C3-A975-0451711408E9}"/>
              </a:ext>
            </a:extLst>
          </p:cNvPr>
          <p:cNvCxnSpPr>
            <a:cxnSpLocks/>
          </p:cNvCxnSpPr>
          <p:nvPr/>
        </p:nvCxnSpPr>
        <p:spPr>
          <a:xfrm>
            <a:off x="13962346" y="2504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81B5FB1-B8AC-999C-E410-592279106564}"/>
              </a:ext>
            </a:extLst>
          </p:cNvPr>
          <p:cNvCxnSpPr>
            <a:cxnSpLocks/>
          </p:cNvCxnSpPr>
          <p:nvPr/>
        </p:nvCxnSpPr>
        <p:spPr>
          <a:xfrm>
            <a:off x="16851346" y="2504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DE0A46B-B0F0-CF92-E340-24A51588B881}"/>
              </a:ext>
            </a:extLst>
          </p:cNvPr>
          <p:cNvCxnSpPr>
            <a:cxnSpLocks/>
          </p:cNvCxnSpPr>
          <p:nvPr/>
        </p:nvCxnSpPr>
        <p:spPr>
          <a:xfrm flipH="1">
            <a:off x="13480846" y="5690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E95D9F7-C7C3-4879-2947-D776700F0F30}"/>
              </a:ext>
            </a:extLst>
          </p:cNvPr>
          <p:cNvCxnSpPr>
            <a:cxnSpLocks/>
          </p:cNvCxnSpPr>
          <p:nvPr/>
        </p:nvCxnSpPr>
        <p:spPr>
          <a:xfrm flipV="1">
            <a:off x="13443808" y="2134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33EBA0E-75D9-0B9A-DA38-985D87240AFD}"/>
              </a:ext>
            </a:extLst>
          </p:cNvPr>
          <p:cNvCxnSpPr>
            <a:cxnSpLocks/>
          </p:cNvCxnSpPr>
          <p:nvPr/>
        </p:nvCxnSpPr>
        <p:spPr>
          <a:xfrm>
            <a:off x="13443808" y="2097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A2BD100-8075-2634-A411-62A18DFE36B0}"/>
              </a:ext>
            </a:extLst>
          </p:cNvPr>
          <p:cNvCxnSpPr>
            <a:cxnSpLocks/>
          </p:cNvCxnSpPr>
          <p:nvPr/>
        </p:nvCxnSpPr>
        <p:spPr>
          <a:xfrm>
            <a:off x="17258769" y="2097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925802B-496F-BE5F-8049-A9B79983FFAA}"/>
              </a:ext>
            </a:extLst>
          </p:cNvPr>
          <p:cNvCxnSpPr>
            <a:cxnSpLocks/>
          </p:cNvCxnSpPr>
          <p:nvPr/>
        </p:nvCxnSpPr>
        <p:spPr>
          <a:xfrm flipH="1">
            <a:off x="13369731" y="5801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086544-5613-0296-8BC3-C1896ADC2E17}"/>
              </a:ext>
            </a:extLst>
          </p:cNvPr>
          <p:cNvCxnSpPr>
            <a:cxnSpLocks/>
          </p:cNvCxnSpPr>
          <p:nvPr/>
        </p:nvCxnSpPr>
        <p:spPr>
          <a:xfrm flipV="1">
            <a:off x="13332692" y="2060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03282AB-23A1-AD5C-1EBE-655C44DEE4AA}"/>
              </a:ext>
            </a:extLst>
          </p:cNvPr>
          <p:cNvCxnSpPr>
            <a:cxnSpLocks/>
          </p:cNvCxnSpPr>
          <p:nvPr/>
        </p:nvCxnSpPr>
        <p:spPr>
          <a:xfrm>
            <a:off x="13332692" y="2060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F4D1312D-D84E-1C45-2A33-55B8C62C6F9A}"/>
              </a:ext>
            </a:extLst>
          </p:cNvPr>
          <p:cNvSpPr/>
          <p:nvPr/>
        </p:nvSpPr>
        <p:spPr>
          <a:xfrm>
            <a:off x="14962385" y="4134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7119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3A73D-24CB-726A-8583-BF809EA77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orange and blue dots&#10;&#10;Description automatically generated">
            <a:extLst>
              <a:ext uri="{FF2B5EF4-FFF2-40B4-BE49-F238E27FC236}">
                <a16:creationId xmlns:a16="http://schemas.microsoft.com/office/drawing/2014/main" id="{9496A2A9-2600-B005-AE41-E389D2595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00" y="7119000"/>
            <a:ext cx="5673674" cy="5673674"/>
          </a:xfrm>
          <a:prstGeom prst="rect">
            <a:avLst/>
          </a:prstGeom>
        </p:spPr>
      </p:pic>
      <p:pic>
        <p:nvPicPr>
          <p:cNvPr id="11" name="Picture 10" descr="A black background with blue and pink dots&#10;&#10;Description automatically generated">
            <a:extLst>
              <a:ext uri="{FF2B5EF4-FFF2-40B4-BE49-F238E27FC236}">
                <a16:creationId xmlns:a16="http://schemas.microsoft.com/office/drawing/2014/main" id="{50F0F541-44CC-E85E-8543-DA0C2CE6EE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00" y="7115362"/>
            <a:ext cx="5673674" cy="5673674"/>
          </a:xfrm>
          <a:prstGeom prst="rect">
            <a:avLst/>
          </a:prstGeom>
        </p:spPr>
      </p:pic>
      <p:pic>
        <p:nvPicPr>
          <p:cNvPr id="20" name="Picture 19" descr="A black background with many small dots with Marfa lights in the background&#10;&#10;Description automatically generated">
            <a:extLst>
              <a:ext uri="{FF2B5EF4-FFF2-40B4-BE49-F238E27FC236}">
                <a16:creationId xmlns:a16="http://schemas.microsoft.com/office/drawing/2014/main" id="{6AF5BE91-E975-3A1C-F9A9-2A67A1B7F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000" y="7119000"/>
            <a:ext cx="5673674" cy="5673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BD8968-FAFD-434C-FC6B-521593663854}"/>
                  </a:ext>
                </a:extLst>
              </p:cNvPr>
              <p:cNvSpPr txBox="1"/>
              <p:nvPr/>
            </p:nvSpPr>
            <p:spPr>
              <a:xfrm>
                <a:off x="9291033" y="9729002"/>
                <a:ext cx="2579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BD8968-FAFD-434C-FC6B-521593663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1033" y="9729002"/>
                <a:ext cx="2579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6F44DA6-DF65-2C77-157A-9B23807A81C1}"/>
              </a:ext>
            </a:extLst>
          </p:cNvPr>
          <p:cNvSpPr txBox="1"/>
          <p:nvPr/>
        </p:nvSpPr>
        <p:spPr>
          <a:xfrm>
            <a:off x="6996010" y="368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30D2D2-4D7D-A0BE-1370-18FAA2100B95}"/>
                  </a:ext>
                </a:extLst>
              </p:cNvPr>
              <p:cNvSpPr txBox="1"/>
              <p:nvPr/>
            </p:nvSpPr>
            <p:spPr>
              <a:xfrm>
                <a:off x="831000" y="93067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30D2D2-4D7D-A0BE-1370-18FAA2100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00" y="93067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72794C-5EF3-E69F-9953-4C3DFEAA6F6D}"/>
                  </a:ext>
                </a:extLst>
              </p:cNvPr>
              <p:cNvSpPr txBox="1"/>
              <p:nvPr/>
            </p:nvSpPr>
            <p:spPr>
              <a:xfrm>
                <a:off x="4800" y="93067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72794C-5EF3-E69F-9953-4C3DFEAA6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" y="93067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6556F21-8C80-9B11-F981-C86073098230}"/>
              </a:ext>
            </a:extLst>
          </p:cNvPr>
          <p:cNvGrpSpPr/>
          <p:nvPr/>
        </p:nvGrpSpPr>
        <p:grpSpPr>
          <a:xfrm>
            <a:off x="7041000" y="7794000"/>
            <a:ext cx="4228099" cy="4343975"/>
            <a:chOff x="7041546" y="1653696"/>
            <a:chExt cx="4228099" cy="434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0E55EFA-88FA-7304-C6FF-81B2486B3610}"/>
                    </a:ext>
                  </a:extLst>
                </p:cNvPr>
                <p:cNvSpPr txBox="1"/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0E55EFA-88FA-7304-C6FF-81B2486B3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819" y="1968714"/>
                  <a:ext cx="2244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F74D0D3-81FE-9248-CF09-152C1507D543}"/>
                    </a:ext>
                  </a:extLst>
                </p:cNvPr>
                <p:cNvSpPr txBox="1"/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F74D0D3-81FE-9248-CF09-152C1507D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3767" y="1691201"/>
                  <a:ext cx="2244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9709ADB-6F1F-23E6-D89A-D283CAFC7913}"/>
                    </a:ext>
                  </a:extLst>
                </p:cNvPr>
                <p:cNvSpPr txBox="1"/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9709ADB-6F1F-23E6-D89A-D283CAFC7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6785" y="1653696"/>
                  <a:ext cx="22442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5000" r="-2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2338607-9061-906E-41DD-126D936EEBAE}"/>
                    </a:ext>
                  </a:extLst>
                </p:cNvPr>
                <p:cNvSpPr txBox="1"/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2338607-9061-906E-41DD-126D936EE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728" y="1693593"/>
                  <a:ext cx="22442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98D69BF-EC34-7816-7BD7-0670B2756DA4}"/>
                    </a:ext>
                  </a:extLst>
                </p:cNvPr>
                <p:cNvSpPr txBox="1"/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98D69BF-EC34-7816-7BD7-0670B2756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737" y="1937928"/>
                  <a:ext cx="224420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E710D7-35BE-116D-CEC5-9CC8E8DC057C}"/>
                    </a:ext>
                  </a:extLst>
                </p:cNvPr>
                <p:cNvSpPr txBox="1"/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E710D7-35BE-116D-CEC5-9CC8E8DC0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2160595"/>
                  <a:ext cx="22442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631F103-D62A-6E07-292C-1AE5CD8E8AAF}"/>
                    </a:ext>
                  </a:extLst>
                </p:cNvPr>
                <p:cNvSpPr txBox="1"/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631F103-D62A-6E07-292C-1AE5CD8E8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1787" y="2607919"/>
                  <a:ext cx="22442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11AD3C1-AEA2-D805-736A-309EDA7B55A7}"/>
                    </a:ext>
                  </a:extLst>
                </p:cNvPr>
                <p:cNvSpPr txBox="1"/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11AD3C1-AEA2-D805-736A-309EDA7B5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6054" y="3036194"/>
                  <a:ext cx="22442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6A11936-BE6A-FF65-7908-060B3DCFF7DE}"/>
                    </a:ext>
                  </a:extLst>
                </p:cNvPr>
                <p:cNvSpPr txBox="1"/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6A11936-BE6A-FF65-7908-060B3DCFF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5225" y="3556329"/>
                  <a:ext cx="224420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66642F2-66A7-06F2-78EB-3A3980343D5F}"/>
                    </a:ext>
                  </a:extLst>
                </p:cNvPr>
                <p:cNvSpPr txBox="1"/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66642F2-66A7-06F2-78EB-3A3980343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9343" y="4120136"/>
                  <a:ext cx="22442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EEE83AB-9ADB-044E-AA43-1FF912AB4DFD}"/>
                    </a:ext>
                  </a:extLst>
                </p:cNvPr>
                <p:cNvSpPr txBox="1"/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EEE83AB-9ADB-044E-AA43-1FF912AB4D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409" y="4520199"/>
                  <a:ext cx="22442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D4DEF82-CE02-6B90-487D-B7EB496A543E}"/>
                    </a:ext>
                  </a:extLst>
                </p:cNvPr>
                <p:cNvSpPr txBox="1"/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D4DEF82-CE02-6B90-487D-B7EB496A5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0144" y="4756513"/>
                  <a:ext cx="22442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E88EABA-F942-D17C-07EF-B6894244A569}"/>
                    </a:ext>
                  </a:extLst>
                </p:cNvPr>
                <p:cNvSpPr txBox="1"/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E88EABA-F942-D17C-07EF-B6894244A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4543" y="5174801"/>
                  <a:ext cx="22442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4324" r="-18919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AEB8E3E-A346-25FF-6801-4A200B5BF248}"/>
                    </a:ext>
                  </a:extLst>
                </p:cNvPr>
                <p:cNvSpPr txBox="1"/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AEB8E3E-A346-25FF-6801-4A200B5BF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636" y="5389927"/>
                  <a:ext cx="224420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5000" r="-222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0226F12-B35F-8A27-E9FF-A215E056C12B}"/>
                    </a:ext>
                  </a:extLst>
                </p:cNvPr>
                <p:cNvSpPr txBox="1"/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0226F12-B35F-8A27-E9FF-A215E056C1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080" y="5720672"/>
                  <a:ext cx="224420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940E72B-C900-6D35-2C4E-EA5AC1E9D0E9}"/>
                    </a:ext>
                  </a:extLst>
                </p:cNvPr>
                <p:cNvSpPr txBox="1"/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940E72B-C900-6D35-2C4E-EA5AC1E9D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9833" y="5641423"/>
                  <a:ext cx="22442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9533DA7-99DD-62AD-5006-0690DD8D99F2}"/>
                    </a:ext>
                  </a:extLst>
                </p:cNvPr>
                <p:cNvSpPr txBox="1"/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9533DA7-99DD-62AD-5006-0690DD8D99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2921" y="5582172"/>
                  <a:ext cx="224420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EB0AFA3-C00C-D5DA-119C-BA51E2DD2D24}"/>
                    </a:ext>
                  </a:extLst>
                </p:cNvPr>
                <p:cNvSpPr txBox="1"/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EB0AFA3-C00C-D5DA-119C-BA51E2DD2D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299" y="5264834"/>
                  <a:ext cx="224420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AE5060D-B6D5-5EDE-C1AF-0554B30A3356}"/>
                    </a:ext>
                  </a:extLst>
                </p:cNvPr>
                <p:cNvSpPr txBox="1"/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AE5060D-B6D5-5EDE-C1AF-0554B30A3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131" y="4736896"/>
                  <a:ext cx="224420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2B67B7D-AE7A-FFFE-4599-6BEFE051F109}"/>
                    </a:ext>
                  </a:extLst>
                </p:cNvPr>
                <p:cNvSpPr txBox="1"/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2B67B7D-AE7A-FFFE-4599-6BEFE051F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220" y="4410041"/>
                  <a:ext cx="224420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4324" r="-18919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82782F3-ED09-BB9E-DA10-F8D3E06F8507}"/>
                    </a:ext>
                  </a:extLst>
                </p:cNvPr>
                <p:cNvSpPr txBox="1"/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82782F3-ED09-BB9E-DA10-F8D3E06F8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1546" y="3764363"/>
                  <a:ext cx="224420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510D7FC-721B-C1C5-415D-DC2FA8967DF4}"/>
                    </a:ext>
                  </a:extLst>
                </p:cNvPr>
                <p:cNvSpPr txBox="1"/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510D7FC-721B-C1C5-415D-DC2FA8967D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6844" y="3484484"/>
                  <a:ext cx="224420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DE8E059-15CD-EDC7-08F5-AA9CA3839462}"/>
                    </a:ext>
                  </a:extLst>
                </p:cNvPr>
                <p:cNvSpPr txBox="1"/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DE8E059-15CD-EDC7-08F5-AA9CA38394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0128" y="3067546"/>
                  <a:ext cx="22442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622" r="-21622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04AA651-5EDC-378C-3599-9F70D0528642}"/>
                    </a:ext>
                  </a:extLst>
                </p:cNvPr>
                <p:cNvSpPr txBox="1"/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8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04AA651-5EDC-378C-3599-9F70D0528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860" y="2570064"/>
                  <a:ext cx="224420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D84F08-CC1D-D168-7CDB-9AB9673053D0}"/>
                  </a:ext>
                </a:extLst>
              </p:cNvPr>
              <p:cNvSpPr txBox="1"/>
              <p:nvPr/>
            </p:nvSpPr>
            <p:spPr>
              <a:xfrm>
                <a:off x="876000" y="187567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D84F08-CC1D-D168-7CDB-9AB967305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1875670"/>
                <a:ext cx="3240036" cy="92333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CEE96B7B-7901-626B-C54E-E58EFBD27A44}"/>
              </a:ext>
            </a:extLst>
          </p:cNvPr>
          <p:cNvGrpSpPr/>
          <p:nvPr/>
        </p:nvGrpSpPr>
        <p:grpSpPr>
          <a:xfrm>
            <a:off x="2046000" y="1875670"/>
            <a:ext cx="4140085" cy="923330"/>
            <a:chOff x="2046000" y="187567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99C4A95-3290-3A57-94C6-69B9D9585C3A}"/>
                    </a:ext>
                  </a:extLst>
                </p:cNvPr>
                <p:cNvSpPr txBox="1"/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99C4A95-3290-3A57-94C6-69B9D9585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D4455A2-7EE9-BA6A-DEE2-9204BBE66B60}"/>
                    </a:ext>
                  </a:extLst>
                </p:cNvPr>
                <p:cNvSpPr txBox="1"/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D4455A2-7EE9-BA6A-DEE2-9204BBE66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62CC68-24E6-175E-6CF1-79B5D4610EEB}"/>
                </a:ext>
              </a:extLst>
            </p:cNvPr>
            <p:cNvSpPr/>
            <p:nvPr/>
          </p:nvSpPr>
          <p:spPr>
            <a:xfrm>
              <a:off x="3216049" y="1995999"/>
              <a:ext cx="345751" cy="345751"/>
            </a:xfrm>
            <a:prstGeom prst="ellipse">
              <a:avLst/>
            </a:prstGeom>
            <a:solidFill>
              <a:schemeClr val="accent2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+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F32B1D-CE4B-2CC5-6E0E-730B45DB012F}"/>
                  </a:ext>
                </a:extLst>
              </p:cNvPr>
              <p:cNvSpPr txBox="1"/>
              <p:nvPr/>
            </p:nvSpPr>
            <p:spPr>
              <a:xfrm>
                <a:off x="823200" y="401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F32B1D-CE4B-2CC5-6E0E-730B45DB0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00" y="4014000"/>
                <a:ext cx="3240036" cy="92333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882BA8-DC03-3BF5-D060-CCAE0F833182}"/>
                  </a:ext>
                </a:extLst>
              </p:cNvPr>
              <p:cNvSpPr txBox="1"/>
              <p:nvPr/>
            </p:nvSpPr>
            <p:spPr>
              <a:xfrm>
                <a:off x="-3000" y="401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882BA8-DC03-3BF5-D060-CCAE0F833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00" y="4014000"/>
                <a:ext cx="2430027" cy="92333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E6B2B5-B147-812A-59DE-D398F707EE57}"/>
                  </a:ext>
                </a:extLst>
              </p:cNvPr>
              <p:cNvSpPr txBox="1"/>
              <p:nvPr/>
            </p:nvSpPr>
            <p:spPr>
              <a:xfrm>
                <a:off x="868200" y="491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E6B2B5-B147-812A-59DE-D398F707E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00" y="4914000"/>
                <a:ext cx="3240036" cy="92333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83B4F288-601C-95BB-51FD-C326B26515FB}"/>
              </a:ext>
            </a:extLst>
          </p:cNvPr>
          <p:cNvGrpSpPr/>
          <p:nvPr/>
        </p:nvGrpSpPr>
        <p:grpSpPr>
          <a:xfrm>
            <a:off x="2038151" y="4914000"/>
            <a:ext cx="4140085" cy="923330"/>
            <a:chOff x="2038151" y="491400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17BFA1D-5EAB-5663-03E7-CBA90AC9D626}"/>
                    </a:ext>
                  </a:extLst>
                </p:cNvPr>
                <p:cNvSpPr txBox="1"/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17BFA1D-5EAB-5663-03E7-CBA90AC9D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16BCF12-FAD3-FEEF-A3B9-4AFFE156F8D5}"/>
                    </a:ext>
                  </a:extLst>
                </p:cNvPr>
                <p:cNvSpPr txBox="1"/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16BCF12-FAD3-FEEF-A3B9-4AFFE156F8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DD31756-9359-FB8B-739A-7753121D40B2}"/>
                </a:ext>
              </a:extLst>
            </p:cNvPr>
            <p:cNvSpPr/>
            <p:nvPr/>
          </p:nvSpPr>
          <p:spPr>
            <a:xfrm>
              <a:off x="3208200" y="5018671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–</a:t>
              </a:r>
              <a:endParaRPr lang="en-GB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3DFB771B-013E-037C-257A-B3A036150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546000" y="1269000"/>
            <a:ext cx="4815000" cy="469462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A01FF4-7C86-2745-4E1E-2F851FA47465}"/>
              </a:ext>
            </a:extLst>
          </p:cNvPr>
          <p:cNvCxnSpPr>
            <a:cxnSpLocks/>
          </p:cNvCxnSpPr>
          <p:nvPr/>
        </p:nvCxnSpPr>
        <p:spPr>
          <a:xfrm flipV="1">
            <a:off x="8360885" y="2861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DBDCDC-CD38-4E2B-78CC-DA99248A62B7}"/>
              </a:ext>
            </a:extLst>
          </p:cNvPr>
          <p:cNvCxnSpPr>
            <a:cxnSpLocks/>
          </p:cNvCxnSpPr>
          <p:nvPr/>
        </p:nvCxnSpPr>
        <p:spPr>
          <a:xfrm>
            <a:off x="8360885" y="2824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3B9C4D-757D-015A-D324-F932EAAE1784}"/>
              </a:ext>
            </a:extLst>
          </p:cNvPr>
          <p:cNvCxnSpPr>
            <a:cxnSpLocks/>
          </p:cNvCxnSpPr>
          <p:nvPr/>
        </p:nvCxnSpPr>
        <p:spPr>
          <a:xfrm>
            <a:off x="9842423" y="2824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771A28-E00E-87C8-3AB5-CB98AEC53D8A}"/>
              </a:ext>
            </a:extLst>
          </p:cNvPr>
          <p:cNvCxnSpPr>
            <a:cxnSpLocks/>
          </p:cNvCxnSpPr>
          <p:nvPr/>
        </p:nvCxnSpPr>
        <p:spPr>
          <a:xfrm flipH="1">
            <a:off x="7879385" y="4713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8A29D5-D48F-99B5-B147-73FE4DFE3491}"/>
              </a:ext>
            </a:extLst>
          </p:cNvPr>
          <p:cNvCxnSpPr>
            <a:cxnSpLocks/>
          </p:cNvCxnSpPr>
          <p:nvPr/>
        </p:nvCxnSpPr>
        <p:spPr>
          <a:xfrm flipV="1">
            <a:off x="7842346" y="2046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7B28F41-D8CA-25CE-3296-DE247D0079A2}"/>
              </a:ext>
            </a:extLst>
          </p:cNvPr>
          <p:cNvCxnSpPr>
            <a:cxnSpLocks/>
          </p:cNvCxnSpPr>
          <p:nvPr/>
        </p:nvCxnSpPr>
        <p:spPr>
          <a:xfrm>
            <a:off x="7842346" y="2009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C9884F-F614-B4E1-CA45-2FA8653AFE50}"/>
              </a:ext>
            </a:extLst>
          </p:cNvPr>
          <p:cNvCxnSpPr>
            <a:cxnSpLocks/>
          </p:cNvCxnSpPr>
          <p:nvPr/>
        </p:nvCxnSpPr>
        <p:spPr>
          <a:xfrm>
            <a:off x="10731346" y="2009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5447D48-D375-C303-095C-5F19CE182EF4}"/>
              </a:ext>
            </a:extLst>
          </p:cNvPr>
          <p:cNvCxnSpPr>
            <a:cxnSpLocks/>
          </p:cNvCxnSpPr>
          <p:nvPr/>
        </p:nvCxnSpPr>
        <p:spPr>
          <a:xfrm flipH="1">
            <a:off x="7360846" y="5195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7C6B983-3A45-9BCB-EA6B-E565B5DBC5BD}"/>
              </a:ext>
            </a:extLst>
          </p:cNvPr>
          <p:cNvCxnSpPr>
            <a:cxnSpLocks/>
          </p:cNvCxnSpPr>
          <p:nvPr/>
        </p:nvCxnSpPr>
        <p:spPr>
          <a:xfrm flipV="1">
            <a:off x="7323808" y="1639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1F68AF-89D3-CFC6-D4FA-7C3E0AD6A6B0}"/>
              </a:ext>
            </a:extLst>
          </p:cNvPr>
          <p:cNvCxnSpPr>
            <a:cxnSpLocks/>
          </p:cNvCxnSpPr>
          <p:nvPr/>
        </p:nvCxnSpPr>
        <p:spPr>
          <a:xfrm>
            <a:off x="7323808" y="1602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A7A0601-9AF2-0356-CEE7-E8E2DF4C013F}"/>
              </a:ext>
            </a:extLst>
          </p:cNvPr>
          <p:cNvCxnSpPr>
            <a:cxnSpLocks/>
          </p:cNvCxnSpPr>
          <p:nvPr/>
        </p:nvCxnSpPr>
        <p:spPr>
          <a:xfrm>
            <a:off x="11138769" y="1602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AB0C170-07FD-30ED-EFED-7DB34C01FE48}"/>
              </a:ext>
            </a:extLst>
          </p:cNvPr>
          <p:cNvCxnSpPr>
            <a:cxnSpLocks/>
          </p:cNvCxnSpPr>
          <p:nvPr/>
        </p:nvCxnSpPr>
        <p:spPr>
          <a:xfrm flipH="1">
            <a:off x="7249731" y="5306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538CD49-92C9-E0B6-481B-79B31A6613D7}"/>
              </a:ext>
            </a:extLst>
          </p:cNvPr>
          <p:cNvCxnSpPr>
            <a:cxnSpLocks/>
          </p:cNvCxnSpPr>
          <p:nvPr/>
        </p:nvCxnSpPr>
        <p:spPr>
          <a:xfrm flipV="1">
            <a:off x="7212692" y="1565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7EE222-743E-F24B-FEE8-A313401399CD}"/>
              </a:ext>
            </a:extLst>
          </p:cNvPr>
          <p:cNvCxnSpPr>
            <a:cxnSpLocks/>
          </p:cNvCxnSpPr>
          <p:nvPr/>
        </p:nvCxnSpPr>
        <p:spPr>
          <a:xfrm>
            <a:off x="7212692" y="1565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95FFD6FC-C08C-1573-0CA6-47FC49D19EB0}"/>
              </a:ext>
            </a:extLst>
          </p:cNvPr>
          <p:cNvSpPr/>
          <p:nvPr/>
        </p:nvSpPr>
        <p:spPr>
          <a:xfrm>
            <a:off x="8842385" y="3639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C22C3D1A-F03F-C7F1-805D-F147F806323A}"/>
              </a:ext>
            </a:extLst>
          </p:cNvPr>
          <p:cNvSpPr/>
          <p:nvPr/>
        </p:nvSpPr>
        <p:spPr>
          <a:xfrm>
            <a:off x="3701296" y="1276842"/>
            <a:ext cx="7029703" cy="49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DF22B4C-2393-C00C-4A99-ABE45F2F565F}"/>
              </a:ext>
            </a:extLst>
          </p:cNvPr>
          <p:cNvSpPr/>
          <p:nvPr/>
        </p:nvSpPr>
        <p:spPr>
          <a:xfrm>
            <a:off x="7113000" y="5139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8AE2B8F-907A-8B75-6B26-19FF427E6403}"/>
              </a:ext>
            </a:extLst>
          </p:cNvPr>
          <p:cNvSpPr/>
          <p:nvPr/>
        </p:nvSpPr>
        <p:spPr>
          <a:xfrm>
            <a:off x="11028000" y="1449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E3AA63E4-8DC4-2385-79C4-0DB73EF5C5BC}"/>
              </a:ext>
            </a:extLst>
          </p:cNvPr>
          <p:cNvSpPr/>
          <p:nvPr/>
        </p:nvSpPr>
        <p:spPr>
          <a:xfrm rot="749948">
            <a:off x="4227036" y="4620177"/>
            <a:ext cx="2745000" cy="49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707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4B25C-4E93-EABF-1562-38D32338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857EDB-3B2E-054C-5539-C00E60A44856}"/>
              </a:ext>
            </a:extLst>
          </p:cNvPr>
          <p:cNvSpPr txBox="1"/>
          <p:nvPr/>
        </p:nvSpPr>
        <p:spPr>
          <a:xfrm>
            <a:off x="13161010" y="503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DA730E-F41C-E855-F2C8-A03471AC1396}"/>
                  </a:ext>
                </a:extLst>
              </p:cNvPr>
              <p:cNvSpPr txBox="1"/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DA730E-F41C-E855-F2C8-A03471AC1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F5EB5F-C9E9-37D6-47A5-4F6494E12782}"/>
                  </a:ext>
                </a:extLst>
              </p:cNvPr>
              <p:cNvSpPr txBox="1"/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F5EB5F-C9E9-37D6-47A5-4F6494E12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3C0BFD32-84B0-A190-353B-ADEC4DCACD58}"/>
              </a:ext>
            </a:extLst>
          </p:cNvPr>
          <p:cNvGrpSpPr/>
          <p:nvPr/>
        </p:nvGrpSpPr>
        <p:grpSpPr>
          <a:xfrm>
            <a:off x="1641000" y="2889000"/>
            <a:ext cx="4140085" cy="923330"/>
            <a:chOff x="2046000" y="187567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EAD432-B8D6-5C41-FEF6-A2A91C41BEC0}"/>
                    </a:ext>
                  </a:extLst>
                </p:cNvPr>
                <p:cNvSpPr txBox="1"/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EAD432-B8D6-5C41-FEF6-A2A91C41BE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2A30FD8-A5B5-816E-FC7E-443FB014553C}"/>
                    </a:ext>
                  </a:extLst>
                </p:cNvPr>
                <p:cNvSpPr txBox="1"/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2A30FD8-A5B5-816E-FC7E-443FB01455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80E605D-C40F-B412-61CB-F591A6B575F6}"/>
                </a:ext>
              </a:extLst>
            </p:cNvPr>
            <p:cNvSpPr/>
            <p:nvPr/>
          </p:nvSpPr>
          <p:spPr>
            <a:xfrm>
              <a:off x="3216049" y="1995999"/>
              <a:ext cx="345751" cy="345751"/>
            </a:xfrm>
            <a:prstGeom prst="ellipse">
              <a:avLst/>
            </a:prstGeom>
            <a:solidFill>
              <a:schemeClr val="accent2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+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722015-AFC0-4FEC-9C64-0271019AAA8C}"/>
                  </a:ext>
                </a:extLst>
              </p:cNvPr>
              <p:cNvSpPr txBox="1"/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722015-AFC0-4FEC-9C64-0271019AA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A83DE9-1C30-B9BB-3BB3-F0A49D95EFF4}"/>
                  </a:ext>
                </a:extLst>
              </p:cNvPr>
              <p:cNvSpPr txBox="1"/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A83DE9-1C30-B9BB-3BB3-F0A49D95E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80C84AA2-01D3-26AC-9EB8-D61CD2712122}"/>
              </a:ext>
            </a:extLst>
          </p:cNvPr>
          <p:cNvGrpSpPr/>
          <p:nvPr/>
        </p:nvGrpSpPr>
        <p:grpSpPr>
          <a:xfrm>
            <a:off x="6636000" y="2844000"/>
            <a:ext cx="4140085" cy="923330"/>
            <a:chOff x="2038151" y="491400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B3E13E5-146C-19E6-4597-56965115AB0F}"/>
                    </a:ext>
                  </a:extLst>
                </p:cNvPr>
                <p:cNvSpPr txBox="1"/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a:rPr lang="en-US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B3E13E5-146C-19E6-4597-56965115A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6C82505-4665-AE51-6F5A-D1498E826FF9}"/>
                    </a:ext>
                  </a:extLst>
                </p:cNvPr>
                <p:cNvSpPr txBox="1"/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6C82505-4665-AE51-6F5A-D1498E826F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E84EA40-DE6C-8CEE-6B61-952646B25FF8}"/>
                </a:ext>
              </a:extLst>
            </p:cNvPr>
            <p:cNvSpPr/>
            <p:nvPr/>
          </p:nvSpPr>
          <p:spPr>
            <a:xfrm>
              <a:off x="3208200" y="5018671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–</a:t>
              </a:r>
              <a:endParaRPr lang="en-GB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08030571-EAC6-4D14-5E07-0F5944E07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11000" y="1404000"/>
            <a:ext cx="4815000" cy="469462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F54F64-F73E-6F3D-BDB0-4D086893F30F}"/>
              </a:ext>
            </a:extLst>
          </p:cNvPr>
          <p:cNvCxnSpPr>
            <a:cxnSpLocks/>
          </p:cNvCxnSpPr>
          <p:nvPr/>
        </p:nvCxnSpPr>
        <p:spPr>
          <a:xfrm flipV="1">
            <a:off x="14525885" y="2996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124B1D-E8B4-493F-6A92-3927C922E479}"/>
              </a:ext>
            </a:extLst>
          </p:cNvPr>
          <p:cNvCxnSpPr>
            <a:cxnSpLocks/>
          </p:cNvCxnSpPr>
          <p:nvPr/>
        </p:nvCxnSpPr>
        <p:spPr>
          <a:xfrm>
            <a:off x="14525885" y="2959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8E5928-02AB-480D-A9DC-33CEE02DC9AA}"/>
              </a:ext>
            </a:extLst>
          </p:cNvPr>
          <p:cNvCxnSpPr>
            <a:cxnSpLocks/>
          </p:cNvCxnSpPr>
          <p:nvPr/>
        </p:nvCxnSpPr>
        <p:spPr>
          <a:xfrm>
            <a:off x="16007423" y="2959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DB359A-7F35-0D50-E884-2BC39AEBD622}"/>
              </a:ext>
            </a:extLst>
          </p:cNvPr>
          <p:cNvCxnSpPr>
            <a:cxnSpLocks/>
          </p:cNvCxnSpPr>
          <p:nvPr/>
        </p:nvCxnSpPr>
        <p:spPr>
          <a:xfrm flipH="1">
            <a:off x="14044385" y="4848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716D60-174B-1352-2DA8-17FF5B053936}"/>
              </a:ext>
            </a:extLst>
          </p:cNvPr>
          <p:cNvCxnSpPr>
            <a:cxnSpLocks/>
          </p:cNvCxnSpPr>
          <p:nvPr/>
        </p:nvCxnSpPr>
        <p:spPr>
          <a:xfrm flipV="1">
            <a:off x="14007346" y="2181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5CB8336-2F9F-46A7-2761-004D308F25D9}"/>
              </a:ext>
            </a:extLst>
          </p:cNvPr>
          <p:cNvCxnSpPr>
            <a:cxnSpLocks/>
          </p:cNvCxnSpPr>
          <p:nvPr/>
        </p:nvCxnSpPr>
        <p:spPr>
          <a:xfrm>
            <a:off x="14007346" y="2144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94FE5C-7DFF-A78F-E1BC-32B61FA537D4}"/>
              </a:ext>
            </a:extLst>
          </p:cNvPr>
          <p:cNvCxnSpPr>
            <a:cxnSpLocks/>
          </p:cNvCxnSpPr>
          <p:nvPr/>
        </p:nvCxnSpPr>
        <p:spPr>
          <a:xfrm>
            <a:off x="16896346" y="2144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6041AD1-6F9A-42C2-C220-EE28D192B28B}"/>
              </a:ext>
            </a:extLst>
          </p:cNvPr>
          <p:cNvCxnSpPr>
            <a:cxnSpLocks/>
          </p:cNvCxnSpPr>
          <p:nvPr/>
        </p:nvCxnSpPr>
        <p:spPr>
          <a:xfrm flipH="1">
            <a:off x="13525846" y="5330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63A516C-7581-3CBB-2CFD-AE817EAA1474}"/>
              </a:ext>
            </a:extLst>
          </p:cNvPr>
          <p:cNvCxnSpPr>
            <a:cxnSpLocks/>
          </p:cNvCxnSpPr>
          <p:nvPr/>
        </p:nvCxnSpPr>
        <p:spPr>
          <a:xfrm flipV="1">
            <a:off x="13488808" y="1774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8EC1699-B5E6-FCCD-9718-C49FACD917FB}"/>
              </a:ext>
            </a:extLst>
          </p:cNvPr>
          <p:cNvCxnSpPr>
            <a:cxnSpLocks/>
          </p:cNvCxnSpPr>
          <p:nvPr/>
        </p:nvCxnSpPr>
        <p:spPr>
          <a:xfrm>
            <a:off x="13488808" y="1737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B2790B2-BFBF-40DC-7B9C-61570F321A8F}"/>
              </a:ext>
            </a:extLst>
          </p:cNvPr>
          <p:cNvCxnSpPr>
            <a:cxnSpLocks/>
          </p:cNvCxnSpPr>
          <p:nvPr/>
        </p:nvCxnSpPr>
        <p:spPr>
          <a:xfrm>
            <a:off x="17303769" y="1737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AECFB1E-8608-8656-4086-55F8BF608183}"/>
              </a:ext>
            </a:extLst>
          </p:cNvPr>
          <p:cNvCxnSpPr>
            <a:cxnSpLocks/>
          </p:cNvCxnSpPr>
          <p:nvPr/>
        </p:nvCxnSpPr>
        <p:spPr>
          <a:xfrm flipH="1">
            <a:off x="13414731" y="5441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5F86177-8CB3-93A3-B54A-C4CEABF84F28}"/>
              </a:ext>
            </a:extLst>
          </p:cNvPr>
          <p:cNvCxnSpPr>
            <a:cxnSpLocks/>
          </p:cNvCxnSpPr>
          <p:nvPr/>
        </p:nvCxnSpPr>
        <p:spPr>
          <a:xfrm flipV="1">
            <a:off x="13377692" y="1700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B063CB7-1628-07D4-B75A-2260A822801A}"/>
              </a:ext>
            </a:extLst>
          </p:cNvPr>
          <p:cNvCxnSpPr>
            <a:cxnSpLocks/>
          </p:cNvCxnSpPr>
          <p:nvPr/>
        </p:nvCxnSpPr>
        <p:spPr>
          <a:xfrm>
            <a:off x="13377692" y="1700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4C653F02-97A2-8BD9-2D90-FD26639BDE23}"/>
              </a:ext>
            </a:extLst>
          </p:cNvPr>
          <p:cNvSpPr/>
          <p:nvPr/>
        </p:nvSpPr>
        <p:spPr>
          <a:xfrm>
            <a:off x="15007385" y="3774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2FEC0EB-42DE-3CCB-C2A8-E119010E0BF2}"/>
              </a:ext>
            </a:extLst>
          </p:cNvPr>
          <p:cNvSpPr/>
          <p:nvPr/>
        </p:nvSpPr>
        <p:spPr>
          <a:xfrm>
            <a:off x="13278000" y="527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412FE81-206F-545A-358E-F606F0B0262A}"/>
              </a:ext>
            </a:extLst>
          </p:cNvPr>
          <p:cNvSpPr/>
          <p:nvPr/>
        </p:nvSpPr>
        <p:spPr>
          <a:xfrm>
            <a:off x="17193000" y="158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318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B7B3-7E0C-E146-2AD6-BD239ED3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FD9E76-2673-D7FD-7F43-0BC2CDD8A2A1}"/>
              </a:ext>
            </a:extLst>
          </p:cNvPr>
          <p:cNvSpPr txBox="1"/>
          <p:nvPr/>
        </p:nvSpPr>
        <p:spPr>
          <a:xfrm>
            <a:off x="13161010" y="503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03C723-F8BA-5E7B-C97B-B608A93987F9}"/>
                  </a:ext>
                </a:extLst>
              </p:cNvPr>
              <p:cNvSpPr txBox="1"/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03C723-F8BA-5E7B-C97B-B608A9398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98B7A6-6FB3-E6E4-CF2B-3F3F51832439}"/>
                  </a:ext>
                </a:extLst>
              </p:cNvPr>
              <p:cNvSpPr txBox="1"/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98B7A6-6FB3-E6E4-CF2B-3F3F51832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D2B1ABA9-0F62-2AFA-7ACA-82AF17D111AB}"/>
              </a:ext>
            </a:extLst>
          </p:cNvPr>
          <p:cNvGrpSpPr/>
          <p:nvPr/>
        </p:nvGrpSpPr>
        <p:grpSpPr>
          <a:xfrm>
            <a:off x="1641000" y="2889000"/>
            <a:ext cx="4140085" cy="923330"/>
            <a:chOff x="2046000" y="187567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B515B7C-77F9-1AE5-7CFC-3A256714DEE4}"/>
                    </a:ext>
                  </a:extLst>
                </p:cNvPr>
                <p:cNvSpPr txBox="1"/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m:rPr>
                                <m:sty m:val="p"/>
                              </m:rPr>
                              <a:rPr lang="en-US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B515B7C-77F9-1AE5-7CFC-3A256714D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96407A8-DB5A-D7C7-F8BD-EDB82579635C}"/>
                    </a:ext>
                  </a:extLst>
                </p:cNvPr>
                <p:cNvSpPr txBox="1"/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96407A8-DB5A-D7C7-F8BD-EDB825796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1EFC36D-8E23-9EBB-94D8-DC05021612DD}"/>
                </a:ext>
              </a:extLst>
            </p:cNvPr>
            <p:cNvSpPr/>
            <p:nvPr/>
          </p:nvSpPr>
          <p:spPr>
            <a:xfrm>
              <a:off x="3216049" y="1995999"/>
              <a:ext cx="345751" cy="345751"/>
            </a:xfrm>
            <a:prstGeom prst="ellipse">
              <a:avLst/>
            </a:prstGeom>
            <a:solidFill>
              <a:schemeClr val="accent2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+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6B7E40-3C92-4CD3-F108-24454C1D1D6B}"/>
                  </a:ext>
                </a:extLst>
              </p:cNvPr>
              <p:cNvSpPr txBox="1"/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6B7E40-3C92-4CD3-F108-24454C1D1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D9EFE1-A684-6B7C-FB77-22F43AD518B9}"/>
                  </a:ext>
                </a:extLst>
              </p:cNvPr>
              <p:cNvSpPr txBox="1"/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D9EFE1-A684-6B7C-FB77-22F43AD51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F80A5273-5203-841D-1358-D331A1082B4C}"/>
              </a:ext>
            </a:extLst>
          </p:cNvPr>
          <p:cNvGrpSpPr/>
          <p:nvPr/>
        </p:nvGrpSpPr>
        <p:grpSpPr>
          <a:xfrm>
            <a:off x="6636000" y="2844000"/>
            <a:ext cx="4140085" cy="923330"/>
            <a:chOff x="2038151" y="491400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D3FC4C7-BAF0-DE36-63D1-FC102DDCA45D}"/>
                    </a:ext>
                  </a:extLst>
                </p:cNvPr>
                <p:cNvSpPr txBox="1"/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m:rPr>
                                <m:sty m:val="p"/>
                              </m:rPr>
                              <a:rPr lang="en-US" sz="5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D3FC4C7-BAF0-DE36-63D1-FC102DDCA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C73B47A-6B29-5156-1481-84FF5DC2E4DC}"/>
                    </a:ext>
                  </a:extLst>
                </p:cNvPr>
                <p:cNvSpPr txBox="1"/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C73B47A-6B29-5156-1481-84FF5DC2E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CBEB477-3086-CDA0-D83C-8E87113129C6}"/>
                </a:ext>
              </a:extLst>
            </p:cNvPr>
            <p:cNvSpPr/>
            <p:nvPr/>
          </p:nvSpPr>
          <p:spPr>
            <a:xfrm>
              <a:off x="3208200" y="5018671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–</a:t>
              </a:r>
              <a:endParaRPr lang="en-GB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CB792616-C7D9-250E-5045-9BA6EE041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11000" y="1404000"/>
            <a:ext cx="4815000" cy="469462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7572A1-A967-C3CD-633C-20BA6159DCAF}"/>
              </a:ext>
            </a:extLst>
          </p:cNvPr>
          <p:cNvCxnSpPr>
            <a:cxnSpLocks/>
          </p:cNvCxnSpPr>
          <p:nvPr/>
        </p:nvCxnSpPr>
        <p:spPr>
          <a:xfrm flipV="1">
            <a:off x="14525885" y="2996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50ABD2-61FC-DD69-5BCA-9EF12B7AF35B}"/>
              </a:ext>
            </a:extLst>
          </p:cNvPr>
          <p:cNvCxnSpPr>
            <a:cxnSpLocks/>
          </p:cNvCxnSpPr>
          <p:nvPr/>
        </p:nvCxnSpPr>
        <p:spPr>
          <a:xfrm>
            <a:off x="14525885" y="2959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43B03-027D-5FCB-A5B0-8A2C634507E2}"/>
              </a:ext>
            </a:extLst>
          </p:cNvPr>
          <p:cNvCxnSpPr>
            <a:cxnSpLocks/>
          </p:cNvCxnSpPr>
          <p:nvPr/>
        </p:nvCxnSpPr>
        <p:spPr>
          <a:xfrm>
            <a:off x="16007423" y="2959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5BCBF0D-28DC-6D53-4156-F3BF4155D5C9}"/>
              </a:ext>
            </a:extLst>
          </p:cNvPr>
          <p:cNvCxnSpPr>
            <a:cxnSpLocks/>
          </p:cNvCxnSpPr>
          <p:nvPr/>
        </p:nvCxnSpPr>
        <p:spPr>
          <a:xfrm flipH="1">
            <a:off x="14044385" y="4848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6838E34-7A5A-BB02-18BE-44E0185168DF}"/>
              </a:ext>
            </a:extLst>
          </p:cNvPr>
          <p:cNvCxnSpPr>
            <a:cxnSpLocks/>
          </p:cNvCxnSpPr>
          <p:nvPr/>
        </p:nvCxnSpPr>
        <p:spPr>
          <a:xfrm flipV="1">
            <a:off x="14007346" y="2181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E92833-88C6-C937-8DDD-313914F13612}"/>
              </a:ext>
            </a:extLst>
          </p:cNvPr>
          <p:cNvCxnSpPr>
            <a:cxnSpLocks/>
          </p:cNvCxnSpPr>
          <p:nvPr/>
        </p:nvCxnSpPr>
        <p:spPr>
          <a:xfrm>
            <a:off x="14007346" y="2144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E1EA98-CE45-0928-B360-92EC0A4E78DB}"/>
              </a:ext>
            </a:extLst>
          </p:cNvPr>
          <p:cNvCxnSpPr>
            <a:cxnSpLocks/>
          </p:cNvCxnSpPr>
          <p:nvPr/>
        </p:nvCxnSpPr>
        <p:spPr>
          <a:xfrm>
            <a:off x="16896346" y="2144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7A7054C-1EBA-D6A8-47B0-264693F2256F}"/>
              </a:ext>
            </a:extLst>
          </p:cNvPr>
          <p:cNvCxnSpPr>
            <a:cxnSpLocks/>
          </p:cNvCxnSpPr>
          <p:nvPr/>
        </p:nvCxnSpPr>
        <p:spPr>
          <a:xfrm flipH="1">
            <a:off x="13525846" y="5330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B84031C-1DFE-1C7C-79D4-ED2FC3A8FB99}"/>
              </a:ext>
            </a:extLst>
          </p:cNvPr>
          <p:cNvCxnSpPr>
            <a:cxnSpLocks/>
          </p:cNvCxnSpPr>
          <p:nvPr/>
        </p:nvCxnSpPr>
        <p:spPr>
          <a:xfrm flipV="1">
            <a:off x="13488808" y="1774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BC2387A-D20C-4CCD-2E66-DCD2D7A8DB5B}"/>
              </a:ext>
            </a:extLst>
          </p:cNvPr>
          <p:cNvCxnSpPr>
            <a:cxnSpLocks/>
          </p:cNvCxnSpPr>
          <p:nvPr/>
        </p:nvCxnSpPr>
        <p:spPr>
          <a:xfrm>
            <a:off x="13488808" y="1737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281BF18-EB4D-C632-D22A-6857C4ED4755}"/>
              </a:ext>
            </a:extLst>
          </p:cNvPr>
          <p:cNvCxnSpPr>
            <a:cxnSpLocks/>
          </p:cNvCxnSpPr>
          <p:nvPr/>
        </p:nvCxnSpPr>
        <p:spPr>
          <a:xfrm>
            <a:off x="17303769" y="1737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96C10E-61F9-E37E-A4EC-AE2EA4A6CA40}"/>
              </a:ext>
            </a:extLst>
          </p:cNvPr>
          <p:cNvCxnSpPr>
            <a:cxnSpLocks/>
          </p:cNvCxnSpPr>
          <p:nvPr/>
        </p:nvCxnSpPr>
        <p:spPr>
          <a:xfrm flipH="1">
            <a:off x="13414731" y="5441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DC2F68B-E6AD-7046-9171-2CEAA2259BCE}"/>
              </a:ext>
            </a:extLst>
          </p:cNvPr>
          <p:cNvCxnSpPr>
            <a:cxnSpLocks/>
          </p:cNvCxnSpPr>
          <p:nvPr/>
        </p:nvCxnSpPr>
        <p:spPr>
          <a:xfrm flipV="1">
            <a:off x="13377692" y="1700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771ACA9-94F1-6191-1ADE-1F7D2545D0FF}"/>
              </a:ext>
            </a:extLst>
          </p:cNvPr>
          <p:cNvCxnSpPr>
            <a:cxnSpLocks/>
          </p:cNvCxnSpPr>
          <p:nvPr/>
        </p:nvCxnSpPr>
        <p:spPr>
          <a:xfrm>
            <a:off x="13377692" y="1700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30C6F13E-3F9A-3451-5BFD-EEE9B90B736B}"/>
              </a:ext>
            </a:extLst>
          </p:cNvPr>
          <p:cNvSpPr/>
          <p:nvPr/>
        </p:nvSpPr>
        <p:spPr>
          <a:xfrm>
            <a:off x="15007385" y="3774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CD16AFC-F55F-A55E-D230-B618D7F1EE33}"/>
              </a:ext>
            </a:extLst>
          </p:cNvPr>
          <p:cNvSpPr/>
          <p:nvPr/>
        </p:nvSpPr>
        <p:spPr>
          <a:xfrm>
            <a:off x="13278000" y="527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9D27673-830E-606D-2101-CD2F497162F3}"/>
              </a:ext>
            </a:extLst>
          </p:cNvPr>
          <p:cNvSpPr/>
          <p:nvPr/>
        </p:nvSpPr>
        <p:spPr>
          <a:xfrm>
            <a:off x="17193000" y="158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A138049-935F-431B-A756-C1FBE989BF5B}"/>
                  </a:ext>
                </a:extLst>
              </p:cNvPr>
              <p:cNvSpPr/>
              <p:nvPr/>
            </p:nvSpPr>
            <p:spPr>
              <a:xfrm>
                <a:off x="-4794000" y="819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A138049-935F-431B-A756-C1FBE989BF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4000" y="819000"/>
                <a:ext cx="4635000" cy="16650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C5D5D4C-C04F-152C-8300-DF4E6494529B}"/>
                  </a:ext>
                </a:extLst>
              </p:cNvPr>
              <p:cNvSpPr/>
              <p:nvPr/>
            </p:nvSpPr>
            <p:spPr>
              <a:xfrm>
                <a:off x="-4794000" y="437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C5D5D4C-C04F-152C-8300-DF4E649452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4000" y="4374000"/>
                <a:ext cx="4635000" cy="1665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69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E345C-3E89-D8A6-4E73-4A12D2BE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89B7B2-E537-76A8-AF93-CFD110D24699}"/>
              </a:ext>
            </a:extLst>
          </p:cNvPr>
          <p:cNvSpPr txBox="1"/>
          <p:nvPr/>
        </p:nvSpPr>
        <p:spPr>
          <a:xfrm>
            <a:off x="13161010" y="503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F03CCA-955A-B2A6-377A-DA0375444549}"/>
                  </a:ext>
                </a:extLst>
              </p:cNvPr>
              <p:cNvSpPr txBox="1"/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F03CCA-955A-B2A6-377A-DA0375444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E8AFD7-21B4-2103-BC83-4067BD2FA7CD}"/>
                  </a:ext>
                </a:extLst>
              </p:cNvPr>
              <p:cNvSpPr txBox="1"/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E8AFD7-21B4-2103-BC83-4067BD2FA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4A987394-EE07-DEC9-AC0A-2FA940E1E1B9}"/>
              </a:ext>
            </a:extLst>
          </p:cNvPr>
          <p:cNvGrpSpPr/>
          <p:nvPr/>
        </p:nvGrpSpPr>
        <p:grpSpPr>
          <a:xfrm>
            <a:off x="1641000" y="2889000"/>
            <a:ext cx="4140085" cy="923330"/>
            <a:chOff x="2046000" y="187567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9254BDC-C9EE-FCC3-3B24-9DC8FA0949DB}"/>
                    </a:ext>
                  </a:extLst>
                </p:cNvPr>
                <p:cNvSpPr txBox="1"/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m:rPr>
                                <m:sty m:val="p"/>
                              </m:rPr>
                              <a:rPr lang="en-US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9254BDC-C9EE-FCC3-3B24-9DC8FA0949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72E5EC8-66CE-8AD1-DB7E-82589FFEF735}"/>
                    </a:ext>
                  </a:extLst>
                </p:cNvPr>
                <p:cNvSpPr txBox="1"/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72E5EC8-66CE-8AD1-DB7E-82589FFEF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363F31A-B893-1EEA-C76D-7D7A7578AABB}"/>
                </a:ext>
              </a:extLst>
            </p:cNvPr>
            <p:cNvSpPr/>
            <p:nvPr/>
          </p:nvSpPr>
          <p:spPr>
            <a:xfrm>
              <a:off x="3216049" y="1995999"/>
              <a:ext cx="345751" cy="345751"/>
            </a:xfrm>
            <a:prstGeom prst="ellipse">
              <a:avLst/>
            </a:prstGeom>
            <a:solidFill>
              <a:schemeClr val="accent2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+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1A58E2-0F1A-435C-FB1F-4D785C3156DC}"/>
                  </a:ext>
                </a:extLst>
              </p:cNvPr>
              <p:cNvSpPr txBox="1"/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1A58E2-0F1A-435C-FB1F-4D785C315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C2A900-523C-FF82-24DF-70368AD3B11A}"/>
                  </a:ext>
                </a:extLst>
              </p:cNvPr>
              <p:cNvSpPr txBox="1"/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C2A900-523C-FF82-24DF-70368AD3B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3DE5CB4-6587-6ADF-5A6A-2B18B7883279}"/>
              </a:ext>
            </a:extLst>
          </p:cNvPr>
          <p:cNvGrpSpPr/>
          <p:nvPr/>
        </p:nvGrpSpPr>
        <p:grpSpPr>
          <a:xfrm>
            <a:off x="6636000" y="2844000"/>
            <a:ext cx="4140085" cy="923330"/>
            <a:chOff x="2038151" y="491400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951753-29A4-96BD-2F57-0E4C98E48E3E}"/>
                    </a:ext>
                  </a:extLst>
                </p:cNvPr>
                <p:cNvSpPr txBox="1"/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m:rPr>
                                <m:sty m:val="p"/>
                              </m:rPr>
                              <a:rPr lang="en-US" sz="5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951753-29A4-96BD-2F57-0E4C98E48E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73FC784-CEB4-4EFC-3C5D-221A121E77F1}"/>
                    </a:ext>
                  </a:extLst>
                </p:cNvPr>
                <p:cNvSpPr txBox="1"/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73FC784-CEB4-4EFC-3C5D-221A121E7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54D5829-E5CB-1076-0E37-B9E65D400DC2}"/>
                </a:ext>
              </a:extLst>
            </p:cNvPr>
            <p:cNvSpPr/>
            <p:nvPr/>
          </p:nvSpPr>
          <p:spPr>
            <a:xfrm>
              <a:off x="3208200" y="5018671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–</a:t>
              </a:r>
              <a:endParaRPr lang="en-GB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0A177BCC-66C2-0F3F-728B-453C4EF59A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11000" y="1404000"/>
            <a:ext cx="4815000" cy="469462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67BD9C-656E-C7AB-753D-9BF6BAFCA1EC}"/>
              </a:ext>
            </a:extLst>
          </p:cNvPr>
          <p:cNvCxnSpPr>
            <a:cxnSpLocks/>
          </p:cNvCxnSpPr>
          <p:nvPr/>
        </p:nvCxnSpPr>
        <p:spPr>
          <a:xfrm flipV="1">
            <a:off x="14525885" y="2996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E9E216-CA2E-D280-6ACE-93332FE5A27B}"/>
              </a:ext>
            </a:extLst>
          </p:cNvPr>
          <p:cNvCxnSpPr>
            <a:cxnSpLocks/>
          </p:cNvCxnSpPr>
          <p:nvPr/>
        </p:nvCxnSpPr>
        <p:spPr>
          <a:xfrm>
            <a:off x="14525885" y="2959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6C8586-ADF5-719B-8B5A-9C52F93CD160}"/>
              </a:ext>
            </a:extLst>
          </p:cNvPr>
          <p:cNvCxnSpPr>
            <a:cxnSpLocks/>
          </p:cNvCxnSpPr>
          <p:nvPr/>
        </p:nvCxnSpPr>
        <p:spPr>
          <a:xfrm>
            <a:off x="16007423" y="2959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E00C5B-BFFB-F543-A3E6-DA0102BFD335}"/>
              </a:ext>
            </a:extLst>
          </p:cNvPr>
          <p:cNvCxnSpPr>
            <a:cxnSpLocks/>
          </p:cNvCxnSpPr>
          <p:nvPr/>
        </p:nvCxnSpPr>
        <p:spPr>
          <a:xfrm flipH="1">
            <a:off x="14044385" y="4848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43462C-80E1-C25C-E043-C87933AA8272}"/>
              </a:ext>
            </a:extLst>
          </p:cNvPr>
          <p:cNvCxnSpPr>
            <a:cxnSpLocks/>
          </p:cNvCxnSpPr>
          <p:nvPr/>
        </p:nvCxnSpPr>
        <p:spPr>
          <a:xfrm flipV="1">
            <a:off x="14007346" y="2181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169158-6EEB-83A5-EF5C-78E96708672C}"/>
              </a:ext>
            </a:extLst>
          </p:cNvPr>
          <p:cNvCxnSpPr>
            <a:cxnSpLocks/>
          </p:cNvCxnSpPr>
          <p:nvPr/>
        </p:nvCxnSpPr>
        <p:spPr>
          <a:xfrm>
            <a:off x="14007346" y="2144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DEC0B5-79A5-1A08-033B-5C4815D3A870}"/>
              </a:ext>
            </a:extLst>
          </p:cNvPr>
          <p:cNvCxnSpPr>
            <a:cxnSpLocks/>
          </p:cNvCxnSpPr>
          <p:nvPr/>
        </p:nvCxnSpPr>
        <p:spPr>
          <a:xfrm>
            <a:off x="16896346" y="2144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9C3B0C4-FD4C-4569-3249-A9729B718B4E}"/>
              </a:ext>
            </a:extLst>
          </p:cNvPr>
          <p:cNvCxnSpPr>
            <a:cxnSpLocks/>
          </p:cNvCxnSpPr>
          <p:nvPr/>
        </p:nvCxnSpPr>
        <p:spPr>
          <a:xfrm flipH="1">
            <a:off x="13525846" y="5330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5C0DB01-EA72-FD4E-12A4-E7CCA5EA52C2}"/>
              </a:ext>
            </a:extLst>
          </p:cNvPr>
          <p:cNvCxnSpPr>
            <a:cxnSpLocks/>
          </p:cNvCxnSpPr>
          <p:nvPr/>
        </p:nvCxnSpPr>
        <p:spPr>
          <a:xfrm flipV="1">
            <a:off x="13488808" y="1774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CFAA009-F532-B056-28D8-AEA4AE3D9F3A}"/>
              </a:ext>
            </a:extLst>
          </p:cNvPr>
          <p:cNvCxnSpPr>
            <a:cxnSpLocks/>
          </p:cNvCxnSpPr>
          <p:nvPr/>
        </p:nvCxnSpPr>
        <p:spPr>
          <a:xfrm>
            <a:off x="13488808" y="1737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5C600D4-6849-838B-30B2-1A2AC724D312}"/>
              </a:ext>
            </a:extLst>
          </p:cNvPr>
          <p:cNvCxnSpPr>
            <a:cxnSpLocks/>
          </p:cNvCxnSpPr>
          <p:nvPr/>
        </p:nvCxnSpPr>
        <p:spPr>
          <a:xfrm>
            <a:off x="17303769" y="1737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E466BF3-50E9-CD67-6CD1-982F594CC67E}"/>
              </a:ext>
            </a:extLst>
          </p:cNvPr>
          <p:cNvCxnSpPr>
            <a:cxnSpLocks/>
          </p:cNvCxnSpPr>
          <p:nvPr/>
        </p:nvCxnSpPr>
        <p:spPr>
          <a:xfrm flipH="1">
            <a:off x="13414731" y="5441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E6016A7-7662-9EA0-9A80-BA74560A43FC}"/>
              </a:ext>
            </a:extLst>
          </p:cNvPr>
          <p:cNvCxnSpPr>
            <a:cxnSpLocks/>
          </p:cNvCxnSpPr>
          <p:nvPr/>
        </p:nvCxnSpPr>
        <p:spPr>
          <a:xfrm flipV="1">
            <a:off x="13377692" y="1700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1F4642B-B305-1CC3-7DE3-FBBDDCF4DE4F}"/>
              </a:ext>
            </a:extLst>
          </p:cNvPr>
          <p:cNvCxnSpPr>
            <a:cxnSpLocks/>
          </p:cNvCxnSpPr>
          <p:nvPr/>
        </p:nvCxnSpPr>
        <p:spPr>
          <a:xfrm>
            <a:off x="13377692" y="1700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996B8D96-895C-CA9E-0CFE-2C8BC282B04B}"/>
              </a:ext>
            </a:extLst>
          </p:cNvPr>
          <p:cNvSpPr/>
          <p:nvPr/>
        </p:nvSpPr>
        <p:spPr>
          <a:xfrm>
            <a:off x="15007385" y="3774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7DD5AE3-0967-C9E3-19BE-C7C9D80CA5AC}"/>
              </a:ext>
            </a:extLst>
          </p:cNvPr>
          <p:cNvSpPr/>
          <p:nvPr/>
        </p:nvSpPr>
        <p:spPr>
          <a:xfrm>
            <a:off x="13278000" y="527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FAB9846-740D-C368-C29C-6B4B08FCF4C2}"/>
              </a:ext>
            </a:extLst>
          </p:cNvPr>
          <p:cNvSpPr/>
          <p:nvPr/>
        </p:nvSpPr>
        <p:spPr>
          <a:xfrm>
            <a:off x="17193000" y="158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52786C72-13E9-D5BB-09A2-66364F8FD509}"/>
                  </a:ext>
                </a:extLst>
              </p:cNvPr>
              <p:cNvSpPr/>
              <p:nvPr/>
            </p:nvSpPr>
            <p:spPr>
              <a:xfrm>
                <a:off x="3801000" y="729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52786C72-13E9-D5BB-09A2-66364F8FD5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729000"/>
                <a:ext cx="4635000" cy="16650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C66BA60-3F65-C655-07EC-DB17E8255AAA}"/>
                  </a:ext>
                </a:extLst>
              </p:cNvPr>
              <p:cNvSpPr/>
              <p:nvPr/>
            </p:nvSpPr>
            <p:spPr>
              <a:xfrm>
                <a:off x="-4794000" y="437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C66BA60-3F65-C655-07EC-DB17E8255A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4000" y="4374000"/>
                <a:ext cx="4635000" cy="1665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B888A2-5EE1-BDB4-4521-CC9D9C6E4D10}"/>
                  </a:ext>
                </a:extLst>
              </p:cNvPr>
              <p:cNvSpPr txBox="1"/>
              <p:nvPr/>
            </p:nvSpPr>
            <p:spPr>
              <a:xfrm>
                <a:off x="5060973" y="4599000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B888A2-5EE1-BDB4-4521-CC9D9C6E4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973" y="4599000"/>
                <a:ext cx="2430027" cy="12003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Right 8">
            <a:extLst>
              <a:ext uri="{FF2B5EF4-FFF2-40B4-BE49-F238E27FC236}">
                <a16:creationId xmlns:a16="http://schemas.microsoft.com/office/drawing/2014/main" id="{BBACE034-089E-6626-3AE1-DC9F8B2A17D0}"/>
              </a:ext>
            </a:extLst>
          </p:cNvPr>
          <p:cNvSpPr/>
          <p:nvPr/>
        </p:nvSpPr>
        <p:spPr>
          <a:xfrm rot="2700000">
            <a:off x="4524666" y="4175167"/>
            <a:ext cx="1080000" cy="58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D18A260-6C30-9160-E45D-225778A06818}"/>
              </a:ext>
            </a:extLst>
          </p:cNvPr>
          <p:cNvSpPr/>
          <p:nvPr/>
        </p:nvSpPr>
        <p:spPr>
          <a:xfrm rot="8100000">
            <a:off x="6639666" y="4175167"/>
            <a:ext cx="1080000" cy="58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695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8E8D-4082-9038-951E-93CD13E3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E990DC-2E47-3AE8-F37D-953F40A87A9B}"/>
              </a:ext>
            </a:extLst>
          </p:cNvPr>
          <p:cNvSpPr txBox="1"/>
          <p:nvPr/>
        </p:nvSpPr>
        <p:spPr>
          <a:xfrm>
            <a:off x="13161010" y="503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F24059-A133-284E-44C6-6D2934307E5E}"/>
                  </a:ext>
                </a:extLst>
              </p:cNvPr>
              <p:cNvSpPr txBox="1"/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F24059-A133-284E-44C6-6D2934307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C42987-4750-2445-E770-D68F56972045}"/>
                  </a:ext>
                </a:extLst>
              </p:cNvPr>
              <p:cNvSpPr txBox="1"/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C42987-4750-2445-E770-D68F56972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41DC639D-996A-DB4C-B855-819A4A1E74E4}"/>
              </a:ext>
            </a:extLst>
          </p:cNvPr>
          <p:cNvGrpSpPr/>
          <p:nvPr/>
        </p:nvGrpSpPr>
        <p:grpSpPr>
          <a:xfrm>
            <a:off x="1641000" y="2889000"/>
            <a:ext cx="4140085" cy="923330"/>
            <a:chOff x="2046000" y="187567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9BE8284-2EDF-2B12-98EE-2F6254165AB8}"/>
                    </a:ext>
                  </a:extLst>
                </p:cNvPr>
                <p:cNvSpPr txBox="1"/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m:rPr>
                                <m:sty m:val="p"/>
                              </m:rPr>
                              <a:rPr lang="en-US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9BE8284-2EDF-2B12-98EE-2F6254165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A5BAB82-C39F-A722-D429-C30BADB1D862}"/>
                    </a:ext>
                  </a:extLst>
                </p:cNvPr>
                <p:cNvSpPr txBox="1"/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A5BAB82-C39F-A722-D429-C30BADB1D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2A8F5FC-1EEC-2BE2-1273-27043BAD5A74}"/>
                </a:ext>
              </a:extLst>
            </p:cNvPr>
            <p:cNvSpPr/>
            <p:nvPr/>
          </p:nvSpPr>
          <p:spPr>
            <a:xfrm>
              <a:off x="3216049" y="1995999"/>
              <a:ext cx="345751" cy="345751"/>
            </a:xfrm>
            <a:prstGeom prst="ellipse">
              <a:avLst/>
            </a:prstGeom>
            <a:solidFill>
              <a:schemeClr val="accent2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+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E17F49-936F-A34E-86C2-6CA0EBFBFE03}"/>
                  </a:ext>
                </a:extLst>
              </p:cNvPr>
              <p:cNvSpPr txBox="1"/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E17F49-936F-A34E-86C2-6CA0EBFBF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A99367-D68E-E226-0875-C8DD9F1D3C3A}"/>
                  </a:ext>
                </a:extLst>
              </p:cNvPr>
              <p:cNvSpPr txBox="1"/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A99367-D68E-E226-0875-C8DD9F1D3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70F7A7C7-E577-1196-CB3F-F806FACCF1F0}"/>
              </a:ext>
            </a:extLst>
          </p:cNvPr>
          <p:cNvGrpSpPr/>
          <p:nvPr/>
        </p:nvGrpSpPr>
        <p:grpSpPr>
          <a:xfrm>
            <a:off x="6636000" y="2844000"/>
            <a:ext cx="4140085" cy="923330"/>
            <a:chOff x="2038151" y="491400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81474B0-7169-669B-3641-96A643B9BEB9}"/>
                    </a:ext>
                  </a:extLst>
                </p:cNvPr>
                <p:cNvSpPr txBox="1"/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m:rPr>
                                <m:sty m:val="p"/>
                              </m:rPr>
                              <a:rPr lang="en-US" sz="5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81474B0-7169-669B-3641-96A643B9B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1A166B7-288B-E89F-38A2-30E24E2C0EF8}"/>
                    </a:ext>
                  </a:extLst>
                </p:cNvPr>
                <p:cNvSpPr txBox="1"/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1A166B7-288B-E89F-38A2-30E24E2C0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ED3B073-BD13-EE21-D774-E2932CDB68C6}"/>
                </a:ext>
              </a:extLst>
            </p:cNvPr>
            <p:cNvSpPr/>
            <p:nvPr/>
          </p:nvSpPr>
          <p:spPr>
            <a:xfrm>
              <a:off x="3208200" y="5018671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–</a:t>
              </a:r>
              <a:endParaRPr lang="en-GB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F0255B3C-928B-C2C7-FC08-CBCF17549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11000" y="1404000"/>
            <a:ext cx="4815000" cy="469462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A4874E-4054-0357-5231-88836DA1E9E3}"/>
              </a:ext>
            </a:extLst>
          </p:cNvPr>
          <p:cNvCxnSpPr>
            <a:cxnSpLocks/>
          </p:cNvCxnSpPr>
          <p:nvPr/>
        </p:nvCxnSpPr>
        <p:spPr>
          <a:xfrm flipV="1">
            <a:off x="14525885" y="2996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33EC27-DA9C-25A0-821A-DA0D5C94F2EA}"/>
              </a:ext>
            </a:extLst>
          </p:cNvPr>
          <p:cNvCxnSpPr>
            <a:cxnSpLocks/>
          </p:cNvCxnSpPr>
          <p:nvPr/>
        </p:nvCxnSpPr>
        <p:spPr>
          <a:xfrm>
            <a:off x="14525885" y="2959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99B6D4-DBF2-85D3-1B6E-DDF4AFA24158}"/>
              </a:ext>
            </a:extLst>
          </p:cNvPr>
          <p:cNvCxnSpPr>
            <a:cxnSpLocks/>
          </p:cNvCxnSpPr>
          <p:nvPr/>
        </p:nvCxnSpPr>
        <p:spPr>
          <a:xfrm>
            <a:off x="16007423" y="2959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179B84-4EAB-592D-2E3F-D17778700D38}"/>
              </a:ext>
            </a:extLst>
          </p:cNvPr>
          <p:cNvCxnSpPr>
            <a:cxnSpLocks/>
          </p:cNvCxnSpPr>
          <p:nvPr/>
        </p:nvCxnSpPr>
        <p:spPr>
          <a:xfrm flipH="1">
            <a:off x="14044385" y="4848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D11415-8171-F10C-139B-49BF21D5FD55}"/>
              </a:ext>
            </a:extLst>
          </p:cNvPr>
          <p:cNvCxnSpPr>
            <a:cxnSpLocks/>
          </p:cNvCxnSpPr>
          <p:nvPr/>
        </p:nvCxnSpPr>
        <p:spPr>
          <a:xfrm flipV="1">
            <a:off x="14007346" y="2181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4FF3CC9-DDF0-743F-490A-2A852D21700E}"/>
              </a:ext>
            </a:extLst>
          </p:cNvPr>
          <p:cNvCxnSpPr>
            <a:cxnSpLocks/>
          </p:cNvCxnSpPr>
          <p:nvPr/>
        </p:nvCxnSpPr>
        <p:spPr>
          <a:xfrm>
            <a:off x="14007346" y="2144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DD0727-EE0E-DE69-D350-7940F1D3036E}"/>
              </a:ext>
            </a:extLst>
          </p:cNvPr>
          <p:cNvCxnSpPr>
            <a:cxnSpLocks/>
          </p:cNvCxnSpPr>
          <p:nvPr/>
        </p:nvCxnSpPr>
        <p:spPr>
          <a:xfrm>
            <a:off x="16896346" y="2144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51748B4-923C-598D-C5C5-BB8EBB9D9FA6}"/>
              </a:ext>
            </a:extLst>
          </p:cNvPr>
          <p:cNvCxnSpPr>
            <a:cxnSpLocks/>
          </p:cNvCxnSpPr>
          <p:nvPr/>
        </p:nvCxnSpPr>
        <p:spPr>
          <a:xfrm flipH="1">
            <a:off x="13525846" y="5330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634B1FF-1B05-71C4-8900-E094F3668ECB}"/>
              </a:ext>
            </a:extLst>
          </p:cNvPr>
          <p:cNvCxnSpPr>
            <a:cxnSpLocks/>
          </p:cNvCxnSpPr>
          <p:nvPr/>
        </p:nvCxnSpPr>
        <p:spPr>
          <a:xfrm flipV="1">
            <a:off x="13488808" y="1774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CA1084-9E20-E59D-B59B-7FEBDD93169C}"/>
              </a:ext>
            </a:extLst>
          </p:cNvPr>
          <p:cNvCxnSpPr>
            <a:cxnSpLocks/>
          </p:cNvCxnSpPr>
          <p:nvPr/>
        </p:nvCxnSpPr>
        <p:spPr>
          <a:xfrm>
            <a:off x="13488808" y="1737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9730988-7419-C170-5B20-1CF3E1F92EA0}"/>
              </a:ext>
            </a:extLst>
          </p:cNvPr>
          <p:cNvCxnSpPr>
            <a:cxnSpLocks/>
          </p:cNvCxnSpPr>
          <p:nvPr/>
        </p:nvCxnSpPr>
        <p:spPr>
          <a:xfrm>
            <a:off x="17303769" y="1737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5D44974-5408-7072-A320-A1389618CEB9}"/>
              </a:ext>
            </a:extLst>
          </p:cNvPr>
          <p:cNvCxnSpPr>
            <a:cxnSpLocks/>
          </p:cNvCxnSpPr>
          <p:nvPr/>
        </p:nvCxnSpPr>
        <p:spPr>
          <a:xfrm flipH="1">
            <a:off x="13414731" y="5441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4A3FD9F-AC7A-15DB-CE7E-E80FA2E8DBD2}"/>
              </a:ext>
            </a:extLst>
          </p:cNvPr>
          <p:cNvCxnSpPr>
            <a:cxnSpLocks/>
          </p:cNvCxnSpPr>
          <p:nvPr/>
        </p:nvCxnSpPr>
        <p:spPr>
          <a:xfrm flipV="1">
            <a:off x="13377692" y="1700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57209CC-7C24-96C3-BCB9-9DA52F75D63D}"/>
              </a:ext>
            </a:extLst>
          </p:cNvPr>
          <p:cNvCxnSpPr>
            <a:cxnSpLocks/>
          </p:cNvCxnSpPr>
          <p:nvPr/>
        </p:nvCxnSpPr>
        <p:spPr>
          <a:xfrm>
            <a:off x="13377692" y="1700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0F1C91FD-CBA7-F035-314D-D42657350169}"/>
              </a:ext>
            </a:extLst>
          </p:cNvPr>
          <p:cNvSpPr/>
          <p:nvPr/>
        </p:nvSpPr>
        <p:spPr>
          <a:xfrm>
            <a:off x="15007385" y="3774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0093B8B-FBC1-CCD9-2644-C0F15B5C0905}"/>
              </a:ext>
            </a:extLst>
          </p:cNvPr>
          <p:cNvSpPr/>
          <p:nvPr/>
        </p:nvSpPr>
        <p:spPr>
          <a:xfrm>
            <a:off x="13278000" y="527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ABFA57C-0355-F100-2B6F-EFB0391C26A1}"/>
              </a:ext>
            </a:extLst>
          </p:cNvPr>
          <p:cNvSpPr/>
          <p:nvPr/>
        </p:nvSpPr>
        <p:spPr>
          <a:xfrm>
            <a:off x="17193000" y="158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2E9661F-7507-5689-4868-D13775D82772}"/>
                  </a:ext>
                </a:extLst>
              </p:cNvPr>
              <p:cNvSpPr/>
              <p:nvPr/>
            </p:nvSpPr>
            <p:spPr>
              <a:xfrm>
                <a:off x="3801000" y="-2196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2E9661F-7507-5689-4868-D13775D82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196000"/>
                <a:ext cx="4635000" cy="16650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6012266-69D7-F269-2FBF-E080BCF86102}"/>
                  </a:ext>
                </a:extLst>
              </p:cNvPr>
              <p:cNvSpPr/>
              <p:nvPr/>
            </p:nvSpPr>
            <p:spPr>
              <a:xfrm>
                <a:off x="3778500" y="44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6012266-69D7-F269-2FBF-E080BCF861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500" y="4464000"/>
                <a:ext cx="4635000" cy="1665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0F8D5500-68A7-F709-A6EB-335400A4C5D2}"/>
              </a:ext>
            </a:extLst>
          </p:cNvPr>
          <p:cNvSpPr/>
          <p:nvPr/>
        </p:nvSpPr>
        <p:spPr>
          <a:xfrm rot="14400000">
            <a:off x="3244312" y="1860403"/>
            <a:ext cx="1080000" cy="58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984A388-5153-5F52-174F-DDCAD282F8E5}"/>
                  </a:ext>
                </a:extLst>
              </p:cNvPr>
              <p:cNvSpPr txBox="1"/>
              <p:nvPr/>
            </p:nvSpPr>
            <p:spPr>
              <a:xfrm>
                <a:off x="1100973" y="788671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7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even</m:t>
                          </m:r>
                        </m:sup>
                      </m:sSubSup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984A388-5153-5F52-174F-DDCAD282F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973" y="788671"/>
                <a:ext cx="2430027" cy="12003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>
            <a:extLst>
              <a:ext uri="{FF2B5EF4-FFF2-40B4-BE49-F238E27FC236}">
                <a16:creationId xmlns:a16="http://schemas.microsoft.com/office/drawing/2014/main" id="{B64941B0-8A08-25B6-9DF1-2160F63FD97A}"/>
              </a:ext>
            </a:extLst>
          </p:cNvPr>
          <p:cNvSpPr/>
          <p:nvPr/>
        </p:nvSpPr>
        <p:spPr>
          <a:xfrm rot="18000000">
            <a:off x="7834312" y="1860404"/>
            <a:ext cx="1080000" cy="58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DFFF49-A9EC-9486-3A76-5220E695F123}"/>
                  </a:ext>
                </a:extLst>
              </p:cNvPr>
              <p:cNvSpPr txBox="1"/>
              <p:nvPr/>
            </p:nvSpPr>
            <p:spPr>
              <a:xfrm>
                <a:off x="8976000" y="729000"/>
                <a:ext cx="2430027" cy="1249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7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odd</m:t>
                          </m:r>
                        </m:sup>
                      </m:sSubSup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DFFF49-A9EC-9486-3A76-5220E695F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000" y="729000"/>
                <a:ext cx="2430027" cy="124963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441F69E-6DEE-0FBB-A8FB-C36316779253}"/>
              </a:ext>
            </a:extLst>
          </p:cNvPr>
          <p:cNvSpPr/>
          <p:nvPr/>
        </p:nvSpPr>
        <p:spPr>
          <a:xfrm rot="270089">
            <a:off x="688308" y="684000"/>
            <a:ext cx="10815397" cy="463203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9900" b="1" dirty="0">
                <a:ln w="317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508000">
                    <a:schemeClr val="bg1"/>
                  </a:glow>
                </a:effectLst>
              </a:rPr>
              <a:t>Ⅱ.</a:t>
            </a:r>
            <a:endParaRPr lang="en-US" sz="19900" b="1" cap="none" spc="0" dirty="0">
              <a:ln w="31750">
                <a:solidFill>
                  <a:schemeClr val="accent5">
                    <a:lumMod val="50000"/>
                  </a:schemeClr>
                </a:solidFill>
                <a:prstDash val="solid"/>
              </a:ln>
              <a:pattFill prst="dkUpDiag">
                <a:fgClr>
                  <a:srgbClr val="7030A0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glow rad="508000">
                  <a:schemeClr val="bg1"/>
                </a:glow>
              </a:effectLst>
            </a:endParaRPr>
          </a:p>
          <a:p>
            <a:pPr algn="ctr"/>
            <a:r>
              <a:rPr lang="en-US" sz="9600" b="1" dirty="0">
                <a:ln w="317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508000">
                    <a:schemeClr val="bg1"/>
                  </a:glow>
                </a:effectLst>
              </a:rPr>
              <a:t>2</a:t>
            </a:r>
            <a:r>
              <a:rPr lang="en-US" sz="9600" b="1" baseline="30000" dirty="0">
                <a:ln w="317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508000">
                    <a:schemeClr val="bg1"/>
                  </a:glow>
                </a:effectLst>
              </a:rPr>
              <a:t>nd</a:t>
            </a:r>
            <a:r>
              <a:rPr lang="en-US" sz="9600" b="1" dirty="0">
                <a:ln w="317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508000">
                    <a:schemeClr val="bg1"/>
                  </a:glow>
                </a:effectLst>
              </a:rPr>
              <a:t>-order fixpoints</a:t>
            </a:r>
            <a:endParaRPr lang="en-US" sz="19900" b="1" cap="none" spc="0" dirty="0">
              <a:ln w="31750">
                <a:solidFill>
                  <a:schemeClr val="accent5">
                    <a:lumMod val="50000"/>
                  </a:schemeClr>
                </a:solidFill>
                <a:prstDash val="solid"/>
              </a:ln>
              <a:pattFill prst="dkUpDiag">
                <a:fgClr>
                  <a:srgbClr val="7030A0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glow rad="5080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6099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ACA8A4-D227-EF8A-A71D-DAE393E2B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99" y="719999"/>
            <a:ext cx="4766400" cy="476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637925-3CE3-5942-CE4D-4F437FA4D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890" y="719999"/>
            <a:ext cx="4766400" cy="476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4BF046-A133-3C2F-806D-0E2485DCD327}"/>
                  </a:ext>
                </a:extLst>
              </p:cNvPr>
              <p:cNvSpPr txBox="1"/>
              <p:nvPr/>
            </p:nvSpPr>
            <p:spPr>
              <a:xfrm>
                <a:off x="2135956" y="5589024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4BF046-A133-3C2F-806D-0E2485DCD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956" y="5589024"/>
                <a:ext cx="261002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11E60D-BC71-5928-6D36-7C6A44C2BCE7}"/>
                  </a:ext>
                </a:extLst>
              </p:cNvPr>
              <p:cNvSpPr txBox="1"/>
              <p:nvPr/>
            </p:nvSpPr>
            <p:spPr>
              <a:xfrm>
                <a:off x="7536016" y="5589024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11E60D-BC71-5928-6D36-7C6A44C2B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16" y="5589024"/>
                <a:ext cx="261002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75BC8CE-E025-B1C7-5B84-DF5E44FC9562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00" y="720000"/>
            <a:ext cx="4764426" cy="47644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5ADFCA-91E6-493C-18E6-3378F537BDAB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000" y="720000"/>
            <a:ext cx="4764426" cy="47644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EBDDCCF-2B06-838B-8A84-443F5535B258}"/>
              </a:ext>
            </a:extLst>
          </p:cNvPr>
          <p:cNvSpPr/>
          <p:nvPr/>
        </p:nvSpPr>
        <p:spPr>
          <a:xfrm>
            <a:off x="5465993" y="6039029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4A5D17-4EC5-CF41-D7D8-5EFD31EC48F9}"/>
              </a:ext>
            </a:extLst>
          </p:cNvPr>
          <p:cNvSpPr/>
          <p:nvPr/>
        </p:nvSpPr>
        <p:spPr>
          <a:xfrm>
            <a:off x="6456004" y="6039029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D168DA-4101-4476-458A-CBC20B0EAFEB}"/>
              </a:ext>
            </a:extLst>
          </p:cNvPr>
          <p:cNvSpPr txBox="1"/>
          <p:nvPr/>
        </p:nvSpPr>
        <p:spPr>
          <a:xfrm>
            <a:off x="4565983" y="5589024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</p:spTree>
    <p:extLst>
      <p:ext uri="{BB962C8B-B14F-4D97-AF65-F5344CB8AC3E}">
        <p14:creationId xmlns:p14="http://schemas.microsoft.com/office/powerpoint/2010/main" val="14596899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01DF-41BF-A74C-1BE1-0FFA3327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FA9AE5-4088-C73C-045C-4A8A63A351D6}"/>
                  </a:ext>
                </a:extLst>
              </p:cNvPr>
              <p:cNvSpPr txBox="1"/>
              <p:nvPr/>
            </p:nvSpPr>
            <p:spPr>
              <a:xfrm>
                <a:off x="7536000" y="7074000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FA9AE5-4088-C73C-045C-4A8A63A3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00" y="7074000"/>
                <a:ext cx="2610029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8A0EE73-FF4F-8F19-156C-86147EA1E410}"/>
              </a:ext>
            </a:extLst>
          </p:cNvPr>
          <p:cNvSpPr/>
          <p:nvPr/>
        </p:nvSpPr>
        <p:spPr>
          <a:xfrm>
            <a:off x="5465993" y="7614005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C7AAB-AB63-8BDC-8FDF-D29F417919E0}"/>
              </a:ext>
            </a:extLst>
          </p:cNvPr>
          <p:cNvSpPr/>
          <p:nvPr/>
        </p:nvSpPr>
        <p:spPr>
          <a:xfrm>
            <a:off x="6456004" y="7614005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C80FC-A24D-56A0-1A84-9E2CA8284D27}"/>
              </a:ext>
            </a:extLst>
          </p:cNvPr>
          <p:cNvSpPr txBox="1"/>
          <p:nvPr/>
        </p:nvSpPr>
        <p:spPr>
          <a:xfrm>
            <a:off x="4565983" y="7164000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639FB-1776-E423-65D4-C32F4D63B9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96000"/>
            <a:ext cx="12192000" cy="1219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FD87E5-EB5C-8353-545D-2F8389FD16F8}"/>
                  </a:ext>
                </a:extLst>
              </p:cNvPr>
              <p:cNvSpPr txBox="1"/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FD87E5-EB5C-8353-545D-2F8389FD1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231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2AEB-E23A-3252-F1DD-ED9BB402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B082CC-7F7A-040B-8BA6-D8301884260D}"/>
                  </a:ext>
                </a:extLst>
              </p:cNvPr>
              <p:cNvSpPr txBox="1"/>
              <p:nvPr/>
            </p:nvSpPr>
            <p:spPr>
              <a:xfrm>
                <a:off x="7536000" y="7074000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B082CC-7F7A-040B-8BA6-D83018842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00" y="7074000"/>
                <a:ext cx="2610029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1FAAEA8-D6D1-08CF-756E-F9FB29FE393D}"/>
              </a:ext>
            </a:extLst>
          </p:cNvPr>
          <p:cNvSpPr/>
          <p:nvPr/>
        </p:nvSpPr>
        <p:spPr>
          <a:xfrm>
            <a:off x="5510993" y="8289005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34EA00-E00E-3DBE-BBE5-3AD56A377FF3}"/>
              </a:ext>
            </a:extLst>
          </p:cNvPr>
          <p:cNvSpPr/>
          <p:nvPr/>
        </p:nvSpPr>
        <p:spPr>
          <a:xfrm>
            <a:off x="6501004" y="8289005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2DBE1F-8108-1DC1-D0FF-1A6A9A58EBC2}"/>
              </a:ext>
            </a:extLst>
          </p:cNvPr>
          <p:cNvSpPr txBox="1"/>
          <p:nvPr/>
        </p:nvSpPr>
        <p:spPr>
          <a:xfrm>
            <a:off x="4610983" y="7839000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942D41-7419-AAFE-0408-2530D52E66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96000"/>
            <a:ext cx="12192000" cy="1219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5F2352-73F1-A448-233C-F5FF2C727D8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9" t="53963" r="73928" b="33895"/>
          <a:stretch>
            <a:fillRect/>
          </a:stretch>
        </p:blipFill>
        <p:spPr>
          <a:xfrm>
            <a:off x="1698171" y="4383312"/>
            <a:ext cx="1480459" cy="1480459"/>
          </a:xfrm>
          <a:prstGeom prst="ellipse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3EC21A-1073-2F49-C965-2DE4F58FD4F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67" t="26464" r="9166" b="59369"/>
          <a:stretch>
            <a:fillRect/>
          </a:stretch>
        </p:blipFill>
        <p:spPr>
          <a:xfrm>
            <a:off x="9347201" y="1030513"/>
            <a:ext cx="1727201" cy="1727201"/>
          </a:xfrm>
          <a:prstGeom prst="ellipse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BC8A8E-E815-8142-A414-F6352D8207AA}"/>
                  </a:ext>
                </a:extLst>
              </p:cNvPr>
              <p:cNvSpPr txBox="1"/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BC8A8E-E815-8142-A414-F6352D820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AE4612CD-28CE-A894-4BCA-CB333106AC6F}"/>
              </a:ext>
            </a:extLst>
          </p:cNvPr>
          <p:cNvSpPr/>
          <p:nvPr/>
        </p:nvSpPr>
        <p:spPr>
          <a:xfrm>
            <a:off x="1686000" y="4374000"/>
            <a:ext cx="1530000" cy="153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77A265-7877-80E7-7940-50466212AF3D}"/>
              </a:ext>
            </a:extLst>
          </p:cNvPr>
          <p:cNvSpPr/>
          <p:nvPr/>
        </p:nvSpPr>
        <p:spPr>
          <a:xfrm>
            <a:off x="9336000" y="999000"/>
            <a:ext cx="1755000" cy="1755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B80606E8-9219-D3C4-CCE7-062871A78FDF}"/>
              </a:ext>
            </a:extLst>
          </p:cNvPr>
          <p:cNvSpPr/>
          <p:nvPr/>
        </p:nvSpPr>
        <p:spPr>
          <a:xfrm rot="20256979">
            <a:off x="3235219" y="3159000"/>
            <a:ext cx="5721563" cy="5400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F7386B9-26E0-AAE4-B30F-ECB4D6D39833}"/>
              </a:ext>
            </a:extLst>
          </p:cNvPr>
          <p:cNvSpPr/>
          <p:nvPr/>
        </p:nvSpPr>
        <p:spPr>
          <a:xfrm>
            <a:off x="6456000" y="3609000"/>
            <a:ext cx="4635000" cy="26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ambria Math" panose="02040503050406030204" pitchFamily="18" charset="0"/>
              </a:rPr>
              <a:t>Uniqueness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Cambria Math" panose="02040503050406030204" pitchFamily="18" charset="0"/>
              </a:rPr>
              <a:t>=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Cambria Math" panose="02040503050406030204" pitchFamily="18" charset="0"/>
              </a:rPr>
              <a:t>Correlation decay</a:t>
            </a:r>
            <a:endParaRPr lang="en-GB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007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7901-9FE1-56FD-FB1D-3FC2CA95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DF6475-AAC3-B91B-02BF-D662DD329950}"/>
                  </a:ext>
                </a:extLst>
              </p:cNvPr>
              <p:cNvSpPr txBox="1"/>
              <p:nvPr/>
            </p:nvSpPr>
            <p:spPr>
              <a:xfrm>
                <a:off x="7536000" y="7074000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DF6475-AAC3-B91B-02BF-D662DD329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00" y="7074000"/>
                <a:ext cx="2610029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F5BA5F1E-DC73-2ADA-8FC2-37A5B20F020D}"/>
              </a:ext>
            </a:extLst>
          </p:cNvPr>
          <p:cNvSpPr/>
          <p:nvPr/>
        </p:nvSpPr>
        <p:spPr>
          <a:xfrm>
            <a:off x="5510993" y="8289005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DE790D-0D5C-F628-1490-8685DAFF15E0}"/>
              </a:ext>
            </a:extLst>
          </p:cNvPr>
          <p:cNvSpPr/>
          <p:nvPr/>
        </p:nvSpPr>
        <p:spPr>
          <a:xfrm>
            <a:off x="6501004" y="8289005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F07405-118B-53BA-9C32-47A29A19AB8F}"/>
              </a:ext>
            </a:extLst>
          </p:cNvPr>
          <p:cNvSpPr txBox="1"/>
          <p:nvPr/>
        </p:nvSpPr>
        <p:spPr>
          <a:xfrm>
            <a:off x="4610983" y="7839000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4E810F-6D3A-2B83-A572-1946BF963D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96000"/>
            <a:ext cx="12192000" cy="1219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88ADC8-6389-EE0C-3269-CD9C56CAB935}"/>
                  </a:ext>
                </a:extLst>
              </p:cNvPr>
              <p:cNvSpPr txBox="1"/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88ADC8-6389-EE0C-3269-CD9C56CAB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128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A5D0-EEC7-21FB-296F-F0D22E4F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F8B990-B337-AA12-714E-E4D0896FD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99" y="719999"/>
            <a:ext cx="4766400" cy="476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DEF4F5-E0BD-7AA2-AA83-1401241C7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890" y="719999"/>
            <a:ext cx="4766400" cy="476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1660CD-9757-C255-5888-D543FE6759DA}"/>
                  </a:ext>
                </a:extLst>
              </p:cNvPr>
              <p:cNvSpPr txBox="1"/>
              <p:nvPr/>
            </p:nvSpPr>
            <p:spPr>
              <a:xfrm>
                <a:off x="2135956" y="5589024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4BF046-A133-3C2F-806D-0E2485DCD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956" y="5589024"/>
                <a:ext cx="261002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5E2BFC-068C-10D8-5FD4-5FE2E692F382}"/>
                  </a:ext>
                </a:extLst>
              </p:cNvPr>
              <p:cNvSpPr txBox="1"/>
              <p:nvPr/>
            </p:nvSpPr>
            <p:spPr>
              <a:xfrm>
                <a:off x="7536016" y="5589024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5E2BFC-068C-10D8-5FD4-5FE2E692F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16" y="5589024"/>
                <a:ext cx="261002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093FA841-69A1-88C5-BF1D-01697EB78D80}"/>
              </a:ext>
            </a:extLst>
          </p:cNvPr>
          <p:cNvSpPr/>
          <p:nvPr/>
        </p:nvSpPr>
        <p:spPr>
          <a:xfrm>
            <a:off x="5465993" y="6039029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D308AA-8772-5453-1D8D-DD98751CFE19}"/>
              </a:ext>
            </a:extLst>
          </p:cNvPr>
          <p:cNvSpPr/>
          <p:nvPr/>
        </p:nvSpPr>
        <p:spPr>
          <a:xfrm>
            <a:off x="6456004" y="6039029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3A0C6A-4A75-FA2F-0EAD-FB54D28B0D5A}"/>
              </a:ext>
            </a:extLst>
          </p:cNvPr>
          <p:cNvSpPr txBox="1"/>
          <p:nvPr/>
        </p:nvSpPr>
        <p:spPr>
          <a:xfrm>
            <a:off x="4565983" y="5589024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</p:spTree>
    <p:extLst>
      <p:ext uri="{BB962C8B-B14F-4D97-AF65-F5344CB8AC3E}">
        <p14:creationId xmlns:p14="http://schemas.microsoft.com/office/powerpoint/2010/main" val="123163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94FA-99CA-C6D5-483B-EAFC394D8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EBB72-4740-6A05-6626-23D47E3525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6000"/>
            <a:ext cx="12192000" cy="1219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F8516C-BBCE-212D-4119-9317F5B51AA4}"/>
                  </a:ext>
                </a:extLst>
              </p:cNvPr>
              <p:cNvSpPr txBox="1"/>
              <p:nvPr/>
            </p:nvSpPr>
            <p:spPr>
              <a:xfrm>
                <a:off x="1596000" y="7434000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F8516C-BBCE-212D-4119-9317F5B51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000" y="7434000"/>
                <a:ext cx="261002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4EA99DAD-A17A-6E10-C5F7-CA5C028AD571}"/>
              </a:ext>
            </a:extLst>
          </p:cNvPr>
          <p:cNvSpPr/>
          <p:nvPr/>
        </p:nvSpPr>
        <p:spPr>
          <a:xfrm>
            <a:off x="5510993" y="7974005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E34E3F-A587-1C80-080B-BDD2389537A4}"/>
              </a:ext>
            </a:extLst>
          </p:cNvPr>
          <p:cNvSpPr/>
          <p:nvPr/>
        </p:nvSpPr>
        <p:spPr>
          <a:xfrm>
            <a:off x="6501004" y="7974005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3DB97F-6F3D-17A5-CC9A-71EA02CF3FD1}"/>
              </a:ext>
            </a:extLst>
          </p:cNvPr>
          <p:cNvSpPr txBox="1"/>
          <p:nvPr/>
        </p:nvSpPr>
        <p:spPr>
          <a:xfrm>
            <a:off x="4610983" y="7524000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025EB8-78E4-8F51-4D9D-9B4D03F08B51}"/>
                  </a:ext>
                </a:extLst>
              </p:cNvPr>
              <p:cNvSpPr txBox="1"/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025EB8-78E4-8F51-4D9D-9B4D03F08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19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2DC62-0BD7-7413-54DB-778E6639F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8052CB-A181-B066-E5ED-BB0A1D976E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6000"/>
            <a:ext cx="12192000" cy="1219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E9DD82-3F5E-D116-6FC9-29CDFE4DF4E4}"/>
                  </a:ext>
                </a:extLst>
              </p:cNvPr>
              <p:cNvSpPr txBox="1"/>
              <p:nvPr/>
            </p:nvSpPr>
            <p:spPr>
              <a:xfrm>
                <a:off x="1596000" y="7434000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E9DD82-3F5E-D116-6FC9-29CDFE4DF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000" y="7434000"/>
                <a:ext cx="261002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E97CFD79-5891-1C2F-132B-4AB4E0EAC1B8}"/>
              </a:ext>
            </a:extLst>
          </p:cNvPr>
          <p:cNvSpPr/>
          <p:nvPr/>
        </p:nvSpPr>
        <p:spPr>
          <a:xfrm>
            <a:off x="5510993" y="7974005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A599DF-CF67-0E9B-C880-1C1A6ED99D6C}"/>
              </a:ext>
            </a:extLst>
          </p:cNvPr>
          <p:cNvSpPr/>
          <p:nvPr/>
        </p:nvSpPr>
        <p:spPr>
          <a:xfrm>
            <a:off x="6501004" y="7974005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60E00D-4407-ACD0-F695-77D2246A3490}"/>
              </a:ext>
            </a:extLst>
          </p:cNvPr>
          <p:cNvSpPr txBox="1"/>
          <p:nvPr/>
        </p:nvSpPr>
        <p:spPr>
          <a:xfrm>
            <a:off x="4610983" y="7524000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FFCE1-74FE-4F56-F50C-1E356067684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8" t="44191" r="73582" b="43070"/>
          <a:stretch>
            <a:fillRect/>
          </a:stretch>
        </p:blipFill>
        <p:spPr>
          <a:xfrm>
            <a:off x="1667700" y="4361850"/>
            <a:ext cx="1553175" cy="1553175"/>
          </a:xfrm>
          <a:prstGeom prst="ellipse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B81A79-6BD0-60DF-3CF0-7E2281C9EB1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63" t="16562" r="9219" b="69320"/>
          <a:stretch>
            <a:fillRect/>
          </a:stretch>
        </p:blipFill>
        <p:spPr>
          <a:xfrm>
            <a:off x="9346724" y="993300"/>
            <a:ext cx="1721325" cy="1721325"/>
          </a:xfrm>
          <a:prstGeom prst="ellipse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43BF0F-2CE7-7BEE-FDA9-69A18683EE3C}"/>
                  </a:ext>
                </a:extLst>
              </p:cNvPr>
              <p:cNvSpPr txBox="1"/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43BF0F-2CE7-7BEE-FDA9-69A18683E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5AE68ED7-2BD1-FD79-BA27-58ECECCCC27C}"/>
              </a:ext>
            </a:extLst>
          </p:cNvPr>
          <p:cNvSpPr/>
          <p:nvPr/>
        </p:nvSpPr>
        <p:spPr>
          <a:xfrm>
            <a:off x="1686000" y="4374000"/>
            <a:ext cx="1530000" cy="153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C7775F-D98D-97B7-8D0A-2013C742F173}"/>
              </a:ext>
            </a:extLst>
          </p:cNvPr>
          <p:cNvSpPr/>
          <p:nvPr/>
        </p:nvSpPr>
        <p:spPr>
          <a:xfrm>
            <a:off x="9336000" y="999000"/>
            <a:ext cx="1755000" cy="1755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D296FDA0-24F5-B744-17BC-2354CFF91180}"/>
              </a:ext>
            </a:extLst>
          </p:cNvPr>
          <p:cNvSpPr/>
          <p:nvPr/>
        </p:nvSpPr>
        <p:spPr>
          <a:xfrm rot="20256979">
            <a:off x="3235219" y="3159000"/>
            <a:ext cx="5721563" cy="5400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743441B-E684-2E56-D0E5-58615E286C0F}"/>
              </a:ext>
            </a:extLst>
          </p:cNvPr>
          <p:cNvSpPr/>
          <p:nvPr/>
        </p:nvSpPr>
        <p:spPr>
          <a:xfrm>
            <a:off x="6456000" y="3609000"/>
            <a:ext cx="4635000" cy="26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ambria Math" panose="02040503050406030204" pitchFamily="18" charset="0"/>
              </a:rPr>
              <a:t>Non-uniqueness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Cambria Math" panose="02040503050406030204" pitchFamily="18" charset="0"/>
              </a:rPr>
              <a:t>=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Cambria Math" panose="02040503050406030204" pitchFamily="18" charset="0"/>
              </a:rPr>
              <a:t>Long-range correlation</a:t>
            </a:r>
          </a:p>
        </p:txBody>
      </p:sp>
    </p:spTree>
    <p:extLst>
      <p:ext uri="{BB962C8B-B14F-4D97-AF65-F5344CB8AC3E}">
        <p14:creationId xmlns:p14="http://schemas.microsoft.com/office/powerpoint/2010/main" val="2107227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D314-FD69-E683-1CCC-7D6AB547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9BB3F2-A7EE-4015-FAE1-29F6A8186D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6000"/>
            <a:ext cx="12192000" cy="1219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683220-6393-D9DA-E96F-33BC964D61B6}"/>
                  </a:ext>
                </a:extLst>
              </p:cNvPr>
              <p:cNvSpPr txBox="1"/>
              <p:nvPr/>
            </p:nvSpPr>
            <p:spPr>
              <a:xfrm>
                <a:off x="1596000" y="7434000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683220-6393-D9DA-E96F-33BC964D6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000" y="7434000"/>
                <a:ext cx="261002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585DA85B-0337-2CD2-BEF7-DE562425FCA1}"/>
              </a:ext>
            </a:extLst>
          </p:cNvPr>
          <p:cNvSpPr/>
          <p:nvPr/>
        </p:nvSpPr>
        <p:spPr>
          <a:xfrm>
            <a:off x="5510993" y="7974005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C55BF7-CAC0-A28B-71F8-D2BF02929BD2}"/>
              </a:ext>
            </a:extLst>
          </p:cNvPr>
          <p:cNvSpPr/>
          <p:nvPr/>
        </p:nvSpPr>
        <p:spPr>
          <a:xfrm>
            <a:off x="6501004" y="7974005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2EB4F0-C9AE-857E-2494-2163662DEBDA}"/>
              </a:ext>
            </a:extLst>
          </p:cNvPr>
          <p:cNvSpPr txBox="1"/>
          <p:nvPr/>
        </p:nvSpPr>
        <p:spPr>
          <a:xfrm>
            <a:off x="4610983" y="7524000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682F54-9B85-9E3C-A4E8-3DF4CB973FC5}"/>
                  </a:ext>
                </a:extLst>
              </p:cNvPr>
              <p:cNvSpPr txBox="1"/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72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682F54-9B85-9E3C-A4E8-3DF4CB973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00" y="594000"/>
                <a:ext cx="4410000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240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8D4C2-1366-1553-851F-3A52E7A8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A40145-B2BC-9BC6-DECA-C2CB079F7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99" y="719999"/>
            <a:ext cx="4766400" cy="476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D5ACE8-9161-F484-B93F-CB1EE7D42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890" y="719999"/>
            <a:ext cx="4766400" cy="476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B1DA1B-A5CA-D22F-95C6-EFC857FCAFE6}"/>
                  </a:ext>
                </a:extLst>
              </p:cNvPr>
              <p:cNvSpPr txBox="1"/>
              <p:nvPr/>
            </p:nvSpPr>
            <p:spPr>
              <a:xfrm>
                <a:off x="2135956" y="5589024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4BF046-A133-3C2F-806D-0E2485DCD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956" y="5589024"/>
                <a:ext cx="261002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289ADC-63EA-0A15-9CDB-BEC5927A43C0}"/>
                  </a:ext>
                </a:extLst>
              </p:cNvPr>
              <p:cNvSpPr txBox="1"/>
              <p:nvPr/>
            </p:nvSpPr>
            <p:spPr>
              <a:xfrm>
                <a:off x="7536016" y="5589024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D6F787-EFF5-52F4-35E6-D18ECD883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16" y="5589024"/>
                <a:ext cx="261002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D544EB1-3B5E-5A01-37F2-693A2C6577E3}"/>
              </a:ext>
            </a:extLst>
          </p:cNvPr>
          <p:cNvSpPr/>
          <p:nvPr/>
        </p:nvSpPr>
        <p:spPr>
          <a:xfrm>
            <a:off x="5465993" y="6039029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03F98B-BBAF-033B-B475-5A93D7B2D2D4}"/>
              </a:ext>
            </a:extLst>
          </p:cNvPr>
          <p:cNvSpPr/>
          <p:nvPr/>
        </p:nvSpPr>
        <p:spPr>
          <a:xfrm>
            <a:off x="6456004" y="6039029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4D285-0A47-47D5-1C90-B3DB92A5DDFE}"/>
              </a:ext>
            </a:extLst>
          </p:cNvPr>
          <p:cNvSpPr txBox="1"/>
          <p:nvPr/>
        </p:nvSpPr>
        <p:spPr>
          <a:xfrm>
            <a:off x="4565983" y="5589024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69150D-74EF-D672-9CE7-1122B03362F4}"/>
              </a:ext>
            </a:extLst>
          </p:cNvPr>
          <p:cNvSpPr/>
          <p:nvPr/>
        </p:nvSpPr>
        <p:spPr>
          <a:xfrm rot="270089">
            <a:off x="1002982" y="684000"/>
            <a:ext cx="10186058" cy="463203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9900" b="1" dirty="0">
                <a:ln w="317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508000">
                    <a:schemeClr val="bg1"/>
                  </a:glow>
                </a:effectLst>
              </a:rPr>
              <a:t>Ⅲ.</a:t>
            </a:r>
            <a:endParaRPr lang="en-US" sz="19900" b="1" cap="none" spc="0" dirty="0">
              <a:ln w="31750">
                <a:solidFill>
                  <a:schemeClr val="accent5">
                    <a:lumMod val="50000"/>
                  </a:schemeClr>
                </a:solidFill>
                <a:prstDash val="solid"/>
              </a:ln>
              <a:pattFill prst="dkUpDiag">
                <a:fgClr>
                  <a:srgbClr val="7030A0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glow rad="508000">
                  <a:schemeClr val="bg1"/>
                </a:glow>
              </a:effectLst>
            </a:endParaRPr>
          </a:p>
          <a:p>
            <a:pPr algn="ctr"/>
            <a:r>
              <a:rPr lang="en-US" sz="9600" b="1" dirty="0">
                <a:ln w="317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508000">
                    <a:schemeClr val="bg1"/>
                  </a:glow>
                </a:effectLst>
              </a:rPr>
              <a:t>Correlation decay</a:t>
            </a:r>
            <a:endParaRPr lang="en-US" sz="19900" b="1" cap="none" spc="0" dirty="0">
              <a:ln w="31750">
                <a:solidFill>
                  <a:schemeClr val="accent5">
                    <a:lumMod val="50000"/>
                  </a:schemeClr>
                </a:solidFill>
                <a:prstDash val="solid"/>
              </a:ln>
              <a:pattFill prst="dkUpDiag">
                <a:fgClr>
                  <a:srgbClr val="7030A0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glow rad="5080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4707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061AE-656E-F000-5CAC-61671F28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928004-4B14-4B26-DBEE-1226B2CC3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99" y="719999"/>
            <a:ext cx="4766400" cy="476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EDF79E-E50B-E7BE-C61E-D54904F21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890" y="719999"/>
            <a:ext cx="4766400" cy="476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0136A1-2F76-C603-1059-8DCE8D00C314}"/>
                  </a:ext>
                </a:extLst>
              </p:cNvPr>
              <p:cNvSpPr txBox="1"/>
              <p:nvPr/>
            </p:nvSpPr>
            <p:spPr>
              <a:xfrm>
                <a:off x="2135956" y="5589024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4BF046-A133-3C2F-806D-0E2485DCD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956" y="5589024"/>
                <a:ext cx="261002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D6F787-EFF5-52F4-35E6-D18ECD88347E}"/>
                  </a:ext>
                </a:extLst>
              </p:cNvPr>
              <p:cNvSpPr txBox="1"/>
              <p:nvPr/>
            </p:nvSpPr>
            <p:spPr>
              <a:xfrm>
                <a:off x="7536016" y="5589024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D6F787-EFF5-52F4-35E6-D18ECD883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16" y="5589024"/>
                <a:ext cx="261002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0FEA8953-209F-9701-963C-923A1D288A49}"/>
              </a:ext>
            </a:extLst>
          </p:cNvPr>
          <p:cNvSpPr/>
          <p:nvPr/>
        </p:nvSpPr>
        <p:spPr>
          <a:xfrm>
            <a:off x="5465993" y="6039029"/>
            <a:ext cx="270003" cy="2700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370D6B-BEA8-12FC-E5A8-59123EF89A9A}"/>
              </a:ext>
            </a:extLst>
          </p:cNvPr>
          <p:cNvSpPr/>
          <p:nvPr/>
        </p:nvSpPr>
        <p:spPr>
          <a:xfrm>
            <a:off x="6456004" y="6039029"/>
            <a:ext cx="270003" cy="270003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E89575-B629-9388-3252-8BADA964A49C}"/>
              </a:ext>
            </a:extLst>
          </p:cNvPr>
          <p:cNvSpPr txBox="1"/>
          <p:nvPr/>
        </p:nvSpPr>
        <p:spPr>
          <a:xfrm>
            <a:off x="4565983" y="5589024"/>
            <a:ext cx="297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coordinate sum: </a:t>
            </a:r>
            <a:r>
              <a:rPr lang="en-GB" b="1" dirty="0">
                <a:solidFill>
                  <a:srgbClr val="FF0000"/>
                </a:solidFill>
              </a:rPr>
              <a:t>odd</a:t>
            </a:r>
            <a:r>
              <a:rPr lang="en-GB" dirty="0"/>
              <a:t> / </a:t>
            </a:r>
            <a:r>
              <a:rPr lang="en-GB" b="1" dirty="0">
                <a:solidFill>
                  <a:srgbClr val="0000FF"/>
                </a:solidFill>
              </a:rPr>
              <a:t>even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E53FA7-9FD5-82AC-BCDC-E013FDB115CD}"/>
              </a:ext>
            </a:extLst>
          </p:cNvPr>
          <p:cNvSpPr/>
          <p:nvPr/>
        </p:nvSpPr>
        <p:spPr>
          <a:xfrm>
            <a:off x="2451000" y="1359000"/>
            <a:ext cx="7290000" cy="157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Cambria Math" panose="02040503050406030204" pitchFamily="18" charset="0"/>
              </a:rPr>
              <a:t>Physical phase transition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018526-74C1-559C-B2BE-47CA2CC6B220}"/>
              </a:ext>
            </a:extLst>
          </p:cNvPr>
          <p:cNvSpPr/>
          <p:nvPr/>
        </p:nvSpPr>
        <p:spPr>
          <a:xfrm>
            <a:off x="1596000" y="3609000"/>
            <a:ext cx="9000000" cy="157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Cambria Math" panose="02040503050406030204" pitchFamily="18" charset="0"/>
              </a:rPr>
              <a:t>Computational</a:t>
            </a:r>
            <a:r>
              <a:rPr lang="en-US" sz="4800" b="1" dirty="0">
                <a:solidFill>
                  <a:schemeClr val="tx1"/>
                </a:solidFill>
                <a:latin typeface="Cambria Math" panose="02040503050406030204" pitchFamily="18" charset="0"/>
              </a:rPr>
              <a:t> phase transition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9F9CBFA-2CF7-7299-1E73-4952E132BFA1}"/>
              </a:ext>
            </a:extLst>
          </p:cNvPr>
          <p:cNvSpPr/>
          <p:nvPr/>
        </p:nvSpPr>
        <p:spPr>
          <a:xfrm>
            <a:off x="5713500" y="2619000"/>
            <a:ext cx="765000" cy="148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73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DC5C-3CAB-8175-8ED0-EC9892EE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E7F39D-B68B-5175-A1D2-A31F6B42311A}"/>
              </a:ext>
            </a:extLst>
          </p:cNvPr>
          <p:cNvSpPr/>
          <p:nvPr/>
        </p:nvSpPr>
        <p:spPr>
          <a:xfrm>
            <a:off x="1596000" y="549000"/>
            <a:ext cx="9000000" cy="157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Cambria Math" panose="02040503050406030204" pitchFamily="18" charset="0"/>
              </a:rPr>
              <a:t>Computational</a:t>
            </a:r>
            <a:r>
              <a:rPr lang="en-US" sz="4800" b="1" dirty="0">
                <a:solidFill>
                  <a:schemeClr val="tx1"/>
                </a:solidFill>
                <a:latin typeface="Cambria Math" panose="02040503050406030204" pitchFamily="18" charset="0"/>
              </a:rPr>
              <a:t> phase transition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698BA6-63CB-CFA9-C7C2-39280EB874E8}"/>
                  </a:ext>
                </a:extLst>
              </p:cNvPr>
              <p:cNvSpPr txBox="1"/>
              <p:nvPr/>
            </p:nvSpPr>
            <p:spPr>
              <a:xfrm>
                <a:off x="4071000" y="2214000"/>
                <a:ext cx="4050045" cy="1736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4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IndSet</m:t>
                          </m:r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4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4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44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698BA6-63CB-CFA9-C7C2-39280EB8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000" y="2214000"/>
                <a:ext cx="4050045" cy="1736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5E979A-67B1-DA34-807B-E0A7CD168826}"/>
                  </a:ext>
                </a:extLst>
              </p:cNvPr>
              <p:cNvSpPr txBox="1"/>
              <p:nvPr/>
            </p:nvSpPr>
            <p:spPr>
              <a:xfrm>
                <a:off x="2135956" y="5364000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5E979A-67B1-DA34-807B-E0A7CD168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956" y="5364000"/>
                <a:ext cx="2610029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C46167-4B8A-E723-1FC2-9A1FAE5CFFBB}"/>
                  </a:ext>
                </a:extLst>
              </p:cNvPr>
              <p:cNvSpPr txBox="1"/>
              <p:nvPr/>
            </p:nvSpPr>
            <p:spPr>
              <a:xfrm>
                <a:off x="7536016" y="5364000"/>
                <a:ext cx="26100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C46167-4B8A-E723-1FC2-9A1FAE5CF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016" y="5364000"/>
                <a:ext cx="261002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04E67A2-5CA7-8C24-E723-1EB6553BB426}"/>
              </a:ext>
            </a:extLst>
          </p:cNvPr>
          <p:cNvSpPr txBox="1"/>
          <p:nvPr/>
        </p:nvSpPr>
        <p:spPr>
          <a:xfrm>
            <a:off x="1146000" y="4104000"/>
            <a:ext cx="4365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Can be approximated efficiently</a:t>
            </a:r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D01947-3D63-C461-A3F6-1A4A4A466EFA}"/>
                  </a:ext>
                </a:extLst>
              </p:cNvPr>
              <p:cNvSpPr txBox="1"/>
              <p:nvPr/>
            </p:nvSpPr>
            <p:spPr>
              <a:xfrm>
                <a:off x="6815971" y="4104000"/>
                <a:ext cx="436502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6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GB" sz="3600" dirty="0"/>
                  <a:t>-hard to approximate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FD01947-3D63-C461-A3F6-1A4A4A466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971" y="4104000"/>
                <a:ext cx="4365029" cy="1200329"/>
              </a:xfrm>
              <a:prstGeom prst="rect">
                <a:avLst/>
              </a:prstGeom>
              <a:blipFill>
                <a:blip r:embed="rId5"/>
                <a:stretch>
                  <a:fillRect t="-7614" b="-18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98132D-1BC8-C9BF-709A-10FE4224C3A8}"/>
                  </a:ext>
                </a:extLst>
              </p:cNvPr>
              <p:cNvSpPr txBox="1"/>
              <p:nvPr/>
            </p:nvSpPr>
            <p:spPr>
              <a:xfrm>
                <a:off x="4791000" y="5094000"/>
                <a:ext cx="261002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sz="3600" dirty="0"/>
                  <a:t> for tree-uniqueness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98132D-1BC8-C9BF-709A-10FE4224C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000" y="5094000"/>
                <a:ext cx="2610029" cy="1200329"/>
              </a:xfrm>
              <a:prstGeom prst="rect">
                <a:avLst/>
              </a:prstGeom>
              <a:blipFill>
                <a:blip r:embed="rId6"/>
                <a:stretch>
                  <a:fillRect l="-3271" t="-8122" r="-3505" b="-18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B376E17-1910-68A3-6E67-21D2F47C23D1}"/>
              </a:ext>
            </a:extLst>
          </p:cNvPr>
          <p:cNvSpPr/>
          <p:nvPr/>
        </p:nvSpPr>
        <p:spPr>
          <a:xfrm rot="270089">
            <a:off x="477905" y="2456148"/>
            <a:ext cx="3935180" cy="14773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90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127000">
                    <a:schemeClr val="bg1"/>
                  </a:glow>
                </a:effectLst>
              </a:rPr>
              <a:t>Ⅲ.</a:t>
            </a:r>
            <a:endParaRPr lang="en-US" sz="5400" b="1" cap="none" spc="0" dirty="0">
              <a:ln w="19050">
                <a:solidFill>
                  <a:schemeClr val="accent5">
                    <a:lumMod val="50000"/>
                  </a:schemeClr>
                </a:solidFill>
                <a:prstDash val="solid"/>
              </a:ln>
              <a:pattFill prst="dkUpDiag">
                <a:fgClr>
                  <a:srgbClr val="7030A0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glow rad="127000">
                  <a:schemeClr val="bg1"/>
                </a:glow>
              </a:effectLst>
            </a:endParaRPr>
          </a:p>
          <a:p>
            <a:pPr algn="ctr"/>
            <a:r>
              <a:rPr lang="en-US" sz="3600" b="1" dirty="0">
                <a:ln w="19050">
                  <a:solidFill>
                    <a:schemeClr val="accent5">
                      <a:lumMod val="50000"/>
                    </a:schemeClr>
                  </a:solidFill>
                  <a:prstDash val="solid"/>
                </a:ln>
                <a:pattFill prst="dkUpDiag">
                  <a:fgClr>
                    <a:srgbClr val="7030A0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127000">
                    <a:schemeClr val="bg1"/>
                  </a:glow>
                </a:effectLst>
              </a:rPr>
              <a:t>Correlation decay</a:t>
            </a:r>
            <a:endParaRPr lang="en-US" sz="5400" b="1" cap="none" spc="0" dirty="0">
              <a:ln w="19050">
                <a:solidFill>
                  <a:schemeClr val="accent5">
                    <a:lumMod val="50000"/>
                  </a:schemeClr>
                </a:solidFill>
                <a:prstDash val="solid"/>
              </a:ln>
              <a:pattFill prst="dkUpDiag">
                <a:fgClr>
                  <a:srgbClr val="7030A0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glow rad="1270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9920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9" grpId="0"/>
      <p:bldP spid="21" grpId="0"/>
      <p:bldP spid="23" grpId="0"/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D112-173F-1941-B0D1-784490C9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F7207A-6485-F049-7FF9-98BE769E332B}"/>
              </a:ext>
            </a:extLst>
          </p:cNvPr>
          <p:cNvSpPr txBox="1"/>
          <p:nvPr/>
        </p:nvSpPr>
        <p:spPr>
          <a:xfrm>
            <a:off x="13161010" y="503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7F286C-5342-7415-70F8-7E9D0694EC28}"/>
                  </a:ext>
                </a:extLst>
              </p:cNvPr>
              <p:cNvSpPr txBox="1"/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F24059-A133-284E-44C6-6D2934307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34F7D9-0B35-C10F-CF46-AEE0F40502F8}"/>
                  </a:ext>
                </a:extLst>
              </p:cNvPr>
              <p:cNvSpPr txBox="1"/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C42987-4750-2445-E770-D68F56972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5AC46308-0583-298C-9968-4A51ED82F5C0}"/>
              </a:ext>
            </a:extLst>
          </p:cNvPr>
          <p:cNvGrpSpPr/>
          <p:nvPr/>
        </p:nvGrpSpPr>
        <p:grpSpPr>
          <a:xfrm>
            <a:off x="1551000" y="3495670"/>
            <a:ext cx="4140085" cy="923330"/>
            <a:chOff x="2046000" y="187567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859FB3F-06C7-5AC7-747A-27ACF605D0CA}"/>
                    </a:ext>
                  </a:extLst>
                </p:cNvPr>
                <p:cNvSpPr txBox="1"/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m:rPr>
                                <m:sty m:val="p"/>
                              </m:rPr>
                              <a:rPr lang="en-US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9BE8284-2EDF-2B12-98EE-2F6254165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049" y="1875670"/>
                  <a:ext cx="324003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41D0BD3-3E2F-D439-7EBA-C98FA6EF84B5}"/>
                    </a:ext>
                  </a:extLst>
                </p:cNvPr>
                <p:cNvSpPr txBox="1"/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A5BAB82-C39F-A722-D429-C30BADB1D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6000" y="1875670"/>
                  <a:ext cx="2430027" cy="923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761C244-3EC1-944E-2116-F4E05B71BBF0}"/>
                </a:ext>
              </a:extLst>
            </p:cNvPr>
            <p:cNvSpPr/>
            <p:nvPr/>
          </p:nvSpPr>
          <p:spPr>
            <a:xfrm>
              <a:off x="3216049" y="1995999"/>
              <a:ext cx="345751" cy="345751"/>
            </a:xfrm>
            <a:prstGeom prst="ellipse">
              <a:avLst/>
            </a:prstGeom>
            <a:solidFill>
              <a:schemeClr val="accent2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+</a:t>
              </a:r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09365A-2947-5885-3036-0D92BBDABDB2}"/>
                  </a:ext>
                </a:extLst>
              </p:cNvPr>
              <p:cNvSpPr txBox="1"/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E17F49-936F-A34E-86C2-6CA0EBFBF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B0D707-E029-16C5-DAD7-2CDBE8349645}"/>
                  </a:ext>
                </a:extLst>
              </p:cNvPr>
              <p:cNvSpPr txBox="1"/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A99367-D68E-E226-0875-C8DD9F1D3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0BD568EC-4E97-A94B-369E-75F4ACDA27E5}"/>
              </a:ext>
            </a:extLst>
          </p:cNvPr>
          <p:cNvGrpSpPr/>
          <p:nvPr/>
        </p:nvGrpSpPr>
        <p:grpSpPr>
          <a:xfrm>
            <a:off x="6546000" y="3495670"/>
            <a:ext cx="4140085" cy="923330"/>
            <a:chOff x="2038151" y="4914000"/>
            <a:chExt cx="4140085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3C623F2-A3EF-F274-C381-D37450AA6955}"/>
                    </a:ext>
                  </a:extLst>
                </p:cNvPr>
                <p:cNvSpPr txBox="1"/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−,</m:t>
                            </m:r>
                            <m:r>
                              <m:rPr>
                                <m:sty m:val="p"/>
                              </m:rPr>
                              <a:rPr lang="en-US" sz="5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81474B0-7169-669B-3641-96A643B9B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8200" y="4914000"/>
                  <a:ext cx="3240036" cy="923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7865B0C-2239-62F9-8123-42A0264D459B}"/>
                    </a:ext>
                  </a:extLst>
                </p:cNvPr>
                <p:cNvSpPr txBox="1"/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5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5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GB" sz="5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1A166B7-288B-E89F-38A2-30E24E2C0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8151" y="4914000"/>
                  <a:ext cx="2430027" cy="9233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04ED67A-7FEC-F673-6E73-EE2A78D64BE0}"/>
                </a:ext>
              </a:extLst>
            </p:cNvPr>
            <p:cNvSpPr/>
            <p:nvPr/>
          </p:nvSpPr>
          <p:spPr>
            <a:xfrm>
              <a:off x="3208200" y="5018671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r>
                <a:rPr lang="en-GB" sz="3200" dirty="0"/>
                <a:t>–</a:t>
              </a:r>
              <a:endParaRPr lang="en-GB" dirty="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AE195F0A-EA27-72B9-6363-F3E6C2D1B5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11000" y="1404000"/>
            <a:ext cx="4815000" cy="469462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3BC60-D1E7-67D0-EBE9-13C070FD6306}"/>
              </a:ext>
            </a:extLst>
          </p:cNvPr>
          <p:cNvCxnSpPr>
            <a:cxnSpLocks/>
          </p:cNvCxnSpPr>
          <p:nvPr/>
        </p:nvCxnSpPr>
        <p:spPr>
          <a:xfrm flipV="1">
            <a:off x="14525885" y="2996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881CD8-6373-E701-4C14-65B207BB0DA3}"/>
              </a:ext>
            </a:extLst>
          </p:cNvPr>
          <p:cNvCxnSpPr>
            <a:cxnSpLocks/>
          </p:cNvCxnSpPr>
          <p:nvPr/>
        </p:nvCxnSpPr>
        <p:spPr>
          <a:xfrm>
            <a:off x="14525885" y="2959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6DB8229-3E84-EDB7-9855-E784AB237697}"/>
              </a:ext>
            </a:extLst>
          </p:cNvPr>
          <p:cNvCxnSpPr>
            <a:cxnSpLocks/>
          </p:cNvCxnSpPr>
          <p:nvPr/>
        </p:nvCxnSpPr>
        <p:spPr>
          <a:xfrm>
            <a:off x="16007423" y="2959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7DEE18-01F7-A916-C093-31C6DDAF59AA}"/>
              </a:ext>
            </a:extLst>
          </p:cNvPr>
          <p:cNvCxnSpPr>
            <a:cxnSpLocks/>
          </p:cNvCxnSpPr>
          <p:nvPr/>
        </p:nvCxnSpPr>
        <p:spPr>
          <a:xfrm flipH="1">
            <a:off x="14044385" y="4848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CFB9CA-DA31-913F-423E-6710A8233725}"/>
              </a:ext>
            </a:extLst>
          </p:cNvPr>
          <p:cNvCxnSpPr>
            <a:cxnSpLocks/>
          </p:cNvCxnSpPr>
          <p:nvPr/>
        </p:nvCxnSpPr>
        <p:spPr>
          <a:xfrm flipV="1">
            <a:off x="14007346" y="2181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278A3DB-15FF-B2BB-E667-F09CDE022AE6}"/>
              </a:ext>
            </a:extLst>
          </p:cNvPr>
          <p:cNvCxnSpPr>
            <a:cxnSpLocks/>
          </p:cNvCxnSpPr>
          <p:nvPr/>
        </p:nvCxnSpPr>
        <p:spPr>
          <a:xfrm>
            <a:off x="14007346" y="2144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6B82BDE-985B-E1E1-9C09-F993F34B7BA2}"/>
              </a:ext>
            </a:extLst>
          </p:cNvPr>
          <p:cNvCxnSpPr>
            <a:cxnSpLocks/>
          </p:cNvCxnSpPr>
          <p:nvPr/>
        </p:nvCxnSpPr>
        <p:spPr>
          <a:xfrm>
            <a:off x="16896346" y="2144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45E2233-B8FF-558C-73F9-6E94B742C4A3}"/>
              </a:ext>
            </a:extLst>
          </p:cNvPr>
          <p:cNvCxnSpPr>
            <a:cxnSpLocks/>
          </p:cNvCxnSpPr>
          <p:nvPr/>
        </p:nvCxnSpPr>
        <p:spPr>
          <a:xfrm flipH="1">
            <a:off x="13525846" y="5330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FD0E115-0F27-6C5F-08AB-18A18FA5DF11}"/>
              </a:ext>
            </a:extLst>
          </p:cNvPr>
          <p:cNvCxnSpPr>
            <a:cxnSpLocks/>
          </p:cNvCxnSpPr>
          <p:nvPr/>
        </p:nvCxnSpPr>
        <p:spPr>
          <a:xfrm flipV="1">
            <a:off x="13488808" y="1774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65383FF-0CFC-861B-A820-B551451D06EA}"/>
              </a:ext>
            </a:extLst>
          </p:cNvPr>
          <p:cNvCxnSpPr>
            <a:cxnSpLocks/>
          </p:cNvCxnSpPr>
          <p:nvPr/>
        </p:nvCxnSpPr>
        <p:spPr>
          <a:xfrm>
            <a:off x="13488808" y="1737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BE369F-00AB-3332-DD3F-1A28E97E26AF}"/>
              </a:ext>
            </a:extLst>
          </p:cNvPr>
          <p:cNvCxnSpPr>
            <a:cxnSpLocks/>
          </p:cNvCxnSpPr>
          <p:nvPr/>
        </p:nvCxnSpPr>
        <p:spPr>
          <a:xfrm>
            <a:off x="17303769" y="1737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93D77AC-462E-E009-ACEB-B1C293AB77EC}"/>
              </a:ext>
            </a:extLst>
          </p:cNvPr>
          <p:cNvCxnSpPr>
            <a:cxnSpLocks/>
          </p:cNvCxnSpPr>
          <p:nvPr/>
        </p:nvCxnSpPr>
        <p:spPr>
          <a:xfrm flipH="1">
            <a:off x="13414731" y="5441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50D42EA-5254-61FD-B72F-E17B55176CB6}"/>
              </a:ext>
            </a:extLst>
          </p:cNvPr>
          <p:cNvCxnSpPr>
            <a:cxnSpLocks/>
          </p:cNvCxnSpPr>
          <p:nvPr/>
        </p:nvCxnSpPr>
        <p:spPr>
          <a:xfrm flipV="1">
            <a:off x="13377692" y="1700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A18B0B9-782D-C18F-4050-2CA7C60C27E2}"/>
              </a:ext>
            </a:extLst>
          </p:cNvPr>
          <p:cNvCxnSpPr>
            <a:cxnSpLocks/>
          </p:cNvCxnSpPr>
          <p:nvPr/>
        </p:nvCxnSpPr>
        <p:spPr>
          <a:xfrm>
            <a:off x="13377692" y="1700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315EA50-610D-0CAE-1231-48F3C6293252}"/>
              </a:ext>
            </a:extLst>
          </p:cNvPr>
          <p:cNvSpPr/>
          <p:nvPr/>
        </p:nvSpPr>
        <p:spPr>
          <a:xfrm>
            <a:off x="15007385" y="3774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4BEB913-F576-FD7E-83F2-76BDA85FF7F8}"/>
              </a:ext>
            </a:extLst>
          </p:cNvPr>
          <p:cNvSpPr/>
          <p:nvPr/>
        </p:nvSpPr>
        <p:spPr>
          <a:xfrm>
            <a:off x="13278000" y="527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1616F49-6C9A-CF11-AE10-E792AE5CD386}"/>
              </a:ext>
            </a:extLst>
          </p:cNvPr>
          <p:cNvSpPr/>
          <p:nvPr/>
        </p:nvSpPr>
        <p:spPr>
          <a:xfrm>
            <a:off x="17193000" y="158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1988612-88D6-5DA7-3996-DCD4FE273D2F}"/>
                  </a:ext>
                </a:extLst>
              </p:cNvPr>
              <p:cNvSpPr/>
              <p:nvPr/>
            </p:nvSpPr>
            <p:spPr>
              <a:xfrm>
                <a:off x="3801000" y="-2196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2E9661F-7507-5689-4868-D13775D82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196000"/>
                <a:ext cx="4635000" cy="16650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E53C99A0-3910-BC53-D1AF-ABFB1ED4398B}"/>
                  </a:ext>
                </a:extLst>
              </p:cNvPr>
              <p:cNvSpPr/>
              <p:nvPr/>
            </p:nvSpPr>
            <p:spPr>
              <a:xfrm>
                <a:off x="3778500" y="279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E53C99A0-3910-BC53-D1AF-ABFB1ED439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500" y="279000"/>
                <a:ext cx="4635000" cy="1665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EC868CB6-651D-A5FD-CAA1-7B27168DC9A0}"/>
              </a:ext>
            </a:extLst>
          </p:cNvPr>
          <p:cNvSpPr/>
          <p:nvPr/>
        </p:nvSpPr>
        <p:spPr>
          <a:xfrm rot="14400000">
            <a:off x="3244312" y="2422073"/>
            <a:ext cx="1080000" cy="58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D6296E-FDAF-3C8E-1B51-E1F944059186}"/>
                  </a:ext>
                </a:extLst>
              </p:cNvPr>
              <p:cNvSpPr txBox="1"/>
              <p:nvPr/>
            </p:nvSpPr>
            <p:spPr>
              <a:xfrm>
                <a:off x="1100973" y="1350341"/>
                <a:ext cx="24300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7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even</m:t>
                          </m:r>
                        </m:sup>
                      </m:sSubSup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D6296E-FDAF-3C8E-1B51-E1F944059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973" y="1350341"/>
                <a:ext cx="2430027" cy="12003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>
            <a:extLst>
              <a:ext uri="{FF2B5EF4-FFF2-40B4-BE49-F238E27FC236}">
                <a16:creationId xmlns:a16="http://schemas.microsoft.com/office/drawing/2014/main" id="{7DB89968-9BA1-7724-B045-4EFF80AF4709}"/>
              </a:ext>
            </a:extLst>
          </p:cNvPr>
          <p:cNvSpPr/>
          <p:nvPr/>
        </p:nvSpPr>
        <p:spPr>
          <a:xfrm rot="18000000">
            <a:off x="7834312" y="2422074"/>
            <a:ext cx="1080000" cy="585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B1EBC5-7A97-F4D4-0E4C-2CD1F37FA586}"/>
                  </a:ext>
                </a:extLst>
              </p:cNvPr>
              <p:cNvSpPr txBox="1"/>
              <p:nvPr/>
            </p:nvSpPr>
            <p:spPr>
              <a:xfrm>
                <a:off x="8976000" y="1290670"/>
                <a:ext cx="2430027" cy="1249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7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7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7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odd</m:t>
                          </m:r>
                        </m:sup>
                      </m:sSubSup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B1EBC5-7A97-F4D4-0E4C-2CD1F37FA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000" y="1290670"/>
                <a:ext cx="2430027" cy="124963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A8E45D4-7C7C-6E4C-3DB2-2A3855B00D32}"/>
              </a:ext>
            </a:extLst>
          </p:cNvPr>
          <p:cNvSpPr txBox="1"/>
          <p:nvPr/>
        </p:nvSpPr>
        <p:spPr>
          <a:xfrm>
            <a:off x="1596000" y="4689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248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66E33-97F5-DA2B-0E39-71DB65C7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20F281-DED3-50AB-FD36-DD968647B13E}"/>
              </a:ext>
            </a:extLst>
          </p:cNvPr>
          <p:cNvSpPr txBox="1"/>
          <p:nvPr/>
        </p:nvSpPr>
        <p:spPr>
          <a:xfrm>
            <a:off x="13161010" y="503966"/>
            <a:ext cx="3870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Bethe lattice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ADEB8A-DBD8-BC2D-F3FC-1B536AA61AA4}"/>
                  </a:ext>
                </a:extLst>
              </p:cNvPr>
              <p:cNvSpPr txBox="1"/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F24059-A133-284E-44C6-6D2934307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2800" y="1044000"/>
                <a:ext cx="3240036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4D1D80-BE89-C95C-9E2D-6853AF451462}"/>
                  </a:ext>
                </a:extLst>
              </p:cNvPr>
              <p:cNvSpPr txBox="1"/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C42987-4750-2445-E770-D68F56972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49000" y="1044000"/>
                <a:ext cx="243002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EF6976-DDD4-3939-7C17-C9A97F0DD8EF}"/>
                  </a:ext>
                </a:extLst>
              </p:cNvPr>
              <p:cNvSpPr txBox="1"/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−,</m:t>
                          </m:r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E17F49-936F-A34E-86C2-6CA0EBFBF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0036" y="4239000"/>
                <a:ext cx="3240036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7AA994-983E-E526-5486-2B057B77FB4A}"/>
                  </a:ext>
                </a:extLst>
              </p:cNvPr>
              <p:cNvSpPr txBox="1"/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GB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A99367-D68E-E226-0875-C8DD9F1D3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6236" y="4239000"/>
                <a:ext cx="2430027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phic 11">
            <a:extLst>
              <a:ext uri="{FF2B5EF4-FFF2-40B4-BE49-F238E27FC236}">
                <a16:creationId xmlns:a16="http://schemas.microsoft.com/office/drawing/2014/main" id="{81BF7F55-B252-5690-C3F0-6B9B1D7C8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11000" y="1404000"/>
            <a:ext cx="4815000" cy="469462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00424D-6CFE-722C-777D-39AB752383E9}"/>
              </a:ext>
            </a:extLst>
          </p:cNvPr>
          <p:cNvCxnSpPr>
            <a:cxnSpLocks/>
          </p:cNvCxnSpPr>
          <p:nvPr/>
        </p:nvCxnSpPr>
        <p:spPr>
          <a:xfrm flipV="1">
            <a:off x="14525885" y="2996654"/>
            <a:ext cx="0" cy="13704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7CB5AF-3269-F59F-43A1-0B176C7C35A0}"/>
              </a:ext>
            </a:extLst>
          </p:cNvPr>
          <p:cNvCxnSpPr>
            <a:cxnSpLocks/>
          </p:cNvCxnSpPr>
          <p:nvPr/>
        </p:nvCxnSpPr>
        <p:spPr>
          <a:xfrm>
            <a:off x="14525885" y="2959615"/>
            <a:ext cx="1444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2F7CE66-88C9-0BD9-86AE-7EF2B1A4790E}"/>
              </a:ext>
            </a:extLst>
          </p:cNvPr>
          <p:cNvCxnSpPr>
            <a:cxnSpLocks/>
          </p:cNvCxnSpPr>
          <p:nvPr/>
        </p:nvCxnSpPr>
        <p:spPr>
          <a:xfrm>
            <a:off x="16007423" y="2959615"/>
            <a:ext cx="0" cy="1851923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5B43EE-40ED-1E47-B341-F15B07B28A6D}"/>
              </a:ext>
            </a:extLst>
          </p:cNvPr>
          <p:cNvCxnSpPr>
            <a:cxnSpLocks/>
          </p:cNvCxnSpPr>
          <p:nvPr/>
        </p:nvCxnSpPr>
        <p:spPr>
          <a:xfrm flipH="1">
            <a:off x="14044385" y="4848577"/>
            <a:ext cx="1963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FE1C6D-3167-B7E7-6213-2D734922DBFC}"/>
              </a:ext>
            </a:extLst>
          </p:cNvPr>
          <p:cNvCxnSpPr>
            <a:cxnSpLocks/>
          </p:cNvCxnSpPr>
          <p:nvPr/>
        </p:nvCxnSpPr>
        <p:spPr>
          <a:xfrm flipV="1">
            <a:off x="14007346" y="2181808"/>
            <a:ext cx="0" cy="26667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DE14CB-84AE-5318-4041-E1088CB8DB34}"/>
              </a:ext>
            </a:extLst>
          </p:cNvPr>
          <p:cNvCxnSpPr>
            <a:cxnSpLocks/>
          </p:cNvCxnSpPr>
          <p:nvPr/>
        </p:nvCxnSpPr>
        <p:spPr>
          <a:xfrm>
            <a:off x="14007346" y="2144769"/>
            <a:ext cx="2851962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0C56469-CE5D-58EA-BCC8-53B501B51A7D}"/>
              </a:ext>
            </a:extLst>
          </p:cNvPr>
          <p:cNvCxnSpPr>
            <a:cxnSpLocks/>
          </p:cNvCxnSpPr>
          <p:nvPr/>
        </p:nvCxnSpPr>
        <p:spPr>
          <a:xfrm>
            <a:off x="16896346" y="2144769"/>
            <a:ext cx="0" cy="3148269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BF798FE-8299-6155-F14A-97D83FF6BE1C}"/>
              </a:ext>
            </a:extLst>
          </p:cNvPr>
          <p:cNvCxnSpPr>
            <a:cxnSpLocks/>
          </p:cNvCxnSpPr>
          <p:nvPr/>
        </p:nvCxnSpPr>
        <p:spPr>
          <a:xfrm flipH="1">
            <a:off x="13525846" y="5330077"/>
            <a:ext cx="3370500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CDCC72E-1FC5-D487-4EB8-6FDF3E690458}"/>
              </a:ext>
            </a:extLst>
          </p:cNvPr>
          <p:cNvCxnSpPr>
            <a:cxnSpLocks/>
          </p:cNvCxnSpPr>
          <p:nvPr/>
        </p:nvCxnSpPr>
        <p:spPr>
          <a:xfrm flipV="1">
            <a:off x="13488808" y="1774385"/>
            <a:ext cx="0" cy="355569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2453B7-526F-7AFE-F38A-5705694B823E}"/>
              </a:ext>
            </a:extLst>
          </p:cNvPr>
          <p:cNvCxnSpPr>
            <a:cxnSpLocks/>
          </p:cNvCxnSpPr>
          <p:nvPr/>
        </p:nvCxnSpPr>
        <p:spPr>
          <a:xfrm>
            <a:off x="13488808" y="1737346"/>
            <a:ext cx="377792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657C473-AF1D-2C0A-96BB-074A6AB1913F}"/>
              </a:ext>
            </a:extLst>
          </p:cNvPr>
          <p:cNvCxnSpPr>
            <a:cxnSpLocks/>
          </p:cNvCxnSpPr>
          <p:nvPr/>
        </p:nvCxnSpPr>
        <p:spPr>
          <a:xfrm>
            <a:off x="17303769" y="1737346"/>
            <a:ext cx="0" cy="3703846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770B629-F573-E188-8FFD-BD0A4D59D48E}"/>
              </a:ext>
            </a:extLst>
          </p:cNvPr>
          <p:cNvCxnSpPr>
            <a:cxnSpLocks/>
          </p:cNvCxnSpPr>
          <p:nvPr/>
        </p:nvCxnSpPr>
        <p:spPr>
          <a:xfrm flipH="1">
            <a:off x="13414731" y="5441192"/>
            <a:ext cx="3889038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FD259E2-B22D-7F9B-D152-7DFAF7DA8EF9}"/>
              </a:ext>
            </a:extLst>
          </p:cNvPr>
          <p:cNvCxnSpPr>
            <a:cxnSpLocks/>
          </p:cNvCxnSpPr>
          <p:nvPr/>
        </p:nvCxnSpPr>
        <p:spPr>
          <a:xfrm flipV="1">
            <a:off x="13377692" y="1700308"/>
            <a:ext cx="0" cy="3740885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9A802CC-6292-3DDB-2EF6-178A2D65F00D}"/>
              </a:ext>
            </a:extLst>
          </p:cNvPr>
          <p:cNvCxnSpPr>
            <a:cxnSpLocks/>
          </p:cNvCxnSpPr>
          <p:nvPr/>
        </p:nvCxnSpPr>
        <p:spPr>
          <a:xfrm>
            <a:off x="13377692" y="1700308"/>
            <a:ext cx="396311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C433EB0C-4131-6810-F3B2-48742ACFF0D9}"/>
              </a:ext>
            </a:extLst>
          </p:cNvPr>
          <p:cNvSpPr/>
          <p:nvPr/>
        </p:nvSpPr>
        <p:spPr>
          <a:xfrm>
            <a:off x="15007385" y="3774462"/>
            <a:ext cx="148154" cy="1481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C9C1438-E408-CD71-99E7-139577B33801}"/>
              </a:ext>
            </a:extLst>
          </p:cNvPr>
          <p:cNvSpPr/>
          <p:nvPr/>
        </p:nvSpPr>
        <p:spPr>
          <a:xfrm>
            <a:off x="13278000" y="527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41AD8FA-CCAC-4A4A-3A92-8FF7CD0AE901}"/>
              </a:ext>
            </a:extLst>
          </p:cNvPr>
          <p:cNvSpPr/>
          <p:nvPr/>
        </p:nvSpPr>
        <p:spPr>
          <a:xfrm>
            <a:off x="17193000" y="1584000"/>
            <a:ext cx="243000" cy="243000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465A361-D170-5E73-1189-282B993121E4}"/>
                  </a:ext>
                </a:extLst>
              </p:cNvPr>
              <p:cNvSpPr/>
              <p:nvPr/>
            </p:nvSpPr>
            <p:spPr>
              <a:xfrm>
                <a:off x="3801000" y="-2196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2E9661F-7507-5689-4868-D13775D82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196000"/>
                <a:ext cx="4635000" cy="16650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ABFA91C-3E11-46C9-E854-EEDAE5C4ADDA}"/>
              </a:ext>
            </a:extLst>
          </p:cNvPr>
          <p:cNvSpPr txBox="1"/>
          <p:nvPr/>
        </p:nvSpPr>
        <p:spPr>
          <a:xfrm>
            <a:off x="1596000" y="549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DD63048-E2F7-C5C9-C3BC-8962E89C0041}"/>
              </a:ext>
            </a:extLst>
          </p:cNvPr>
          <p:cNvGrpSpPr/>
          <p:nvPr/>
        </p:nvGrpSpPr>
        <p:grpSpPr>
          <a:xfrm>
            <a:off x="3770249" y="266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D7D8D81-8866-6272-F615-15A0AD01D5A0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8B125D6-6D5D-1A90-FE8F-6201B52FDB16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C197EA1-A1B2-7DA6-BBF0-2DEADFCE4DEA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44A7DAF-71D1-0B92-D763-3CBDE19DC1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2BD4493-94D6-A5F1-A262-CC7BEBAAE32E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3804CAB-3FF6-6EF9-1300-7E1EDFD6A0E7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DC902B6-9364-073C-2D38-F29206BC8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4551A3-139F-E031-8401-EA13F5A46DD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E854B1B-01AF-3B13-2FCC-704942CD4C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2B1DE08-9AE2-6D3E-2BDA-CF718843E18F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FC8CB8F-C2F0-DA24-1481-A2688768A2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5974A4E-6FC6-1FA7-4473-4022933529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067EB59-44D0-155B-745E-215CAC7C5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22537DC-1BF2-85B5-4E13-3AE24BF12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16665F1-DECE-0F0E-D330-169CB7764909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57C8A4D-5F3D-3418-F67D-400D22B6020F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4934212-A03B-817F-62DC-07E0F6BA00D5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7E40B34-6A94-6A65-A7B4-24F81761DCC7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291DC6A-30B5-AE84-16CB-381F1D55FDC9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C017BD2-068E-4DF4-158B-BAD3AA509900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3847C1F-8EEE-A2B1-6691-60F86BA6B05B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69134FE-BA92-8235-5BDA-676236272027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F9FC917-8B9E-F5B2-0755-2F03E433453C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258DC68-F522-B94B-D3F4-BDD27A1AE66E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FD58BC8-9CB8-D816-6345-A085B334947D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316AC61-43B7-2554-D6B8-DD2AA05CBD48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898B2B0-6804-C721-DF92-0C18E03ABB26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F3DABF6-CD85-6C8A-5580-4ED375C23B6C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A2849F42-B1C7-AB03-37CB-E2E5FE823BA7}"/>
              </a:ext>
            </a:extLst>
          </p:cNvPr>
          <p:cNvSpPr txBox="1"/>
          <p:nvPr/>
        </p:nvSpPr>
        <p:spPr>
          <a:xfrm>
            <a:off x="1596000" y="4869000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A3EF900-4646-DFD2-6116-E8ED671F34B5}"/>
                  </a:ext>
                </a:extLst>
              </p:cNvPr>
              <p:cNvSpPr/>
              <p:nvPr/>
            </p:nvSpPr>
            <p:spPr>
              <a:xfrm>
                <a:off x="3778500" y="-1971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A3EF900-4646-DFD2-6116-E8ED671F3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500" y="-1971000"/>
                <a:ext cx="4635000" cy="1665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733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FC1F-9E9A-C322-92F3-54D8A953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B5DCD7DB-9ABB-718D-3AB3-3598A75B55F4}"/>
                  </a:ext>
                </a:extLst>
              </p:cNvPr>
              <p:cNvSpPr/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B5DCD7DB-9ABB-718D-3AB3-3598A75B55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86F1E3C-A369-AD01-D55F-9B9F009A4A9B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506FDBE-E4BB-77A7-C6E1-B7E73646D3EA}"/>
              </a:ext>
            </a:extLst>
          </p:cNvPr>
          <p:cNvGrpSpPr/>
          <p:nvPr/>
        </p:nvGrpSpPr>
        <p:grpSpPr>
          <a:xfrm>
            <a:off x="3770249" y="306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F081E5D-677C-3E82-935A-164F1B24C559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A18DFD8-9124-59C2-1F7B-DF73CE2E1550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FBEFFCE-90FF-90FC-098D-13B1E3BA7E08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A2D2150-2AA0-E6AA-FBD1-6A03C9F83C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0383BDA-F15C-19B1-3437-26D7ED4A7F8B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B6EBE7F-D886-A1DD-7553-7F2EAF817B0F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634092E-4A9D-D3B3-EBE6-A1080F291F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B7A7B55-9888-57C9-F716-EF7B6843574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A64E340-134D-4C87-EB95-73EE5085B7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C7282D6-C877-7993-8197-608400707D8A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2CFFF88-EBE3-2515-4833-96A45A70D3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45C91A6-09EB-E14A-C0FC-0257252D59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79D2C17-5E97-CD8D-F010-732195943F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26F0CF4-6B30-57F3-3151-2041354FB5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E798931-D212-DA1E-B8A6-5FA79ED83284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6AA4E5-4A09-6F7C-D68A-7C98D9404BB1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8ABB9C6-3755-88DC-05D1-6C4A13B50C54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C567F53-661F-5A98-9B9E-601D34062DE2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5B36EDE-1C00-2F94-616E-BCA42AD5F083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8A9318-302F-DD03-D641-0E603EC9CDB0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D7C22E9-6CCA-B026-7F31-36EA2C67AB79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6B79ECF-2AB7-CA4F-ECAD-9FD5B3168DC7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97EC7F7-8FFE-9B41-3078-B9FB1307EEB0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AC53C2B-C6A9-4DE7-127B-614CD3AC4482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55DE89-9E02-807F-D200-937215008C69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340DBAA-C61F-11B4-B4AF-08597B9FC4B0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28901C8-A14E-B26A-2D29-C7E93C2CF7B2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148B557-223A-9042-4D14-544D8C53A52E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E0B1434E-1DED-5A22-E9BA-E88850FF273F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D02DDA9-328A-8AE1-E6C6-299E0CD630DD}"/>
                  </a:ext>
                </a:extLst>
              </p:cNvPr>
              <p:cNvSpPr/>
              <p:nvPr/>
            </p:nvSpPr>
            <p:spPr>
              <a:xfrm>
                <a:off x="6816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D02DDA9-328A-8AE1-E6C6-299E0CD630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864000"/>
                <a:ext cx="4635000" cy="1665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451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AC5CA-8365-43CF-0C24-0F27DFAF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72BF78F-6A20-2D87-B6C7-780AC41D6ED7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74F99E8-CCF1-0BD6-9C32-31EA28831584}"/>
              </a:ext>
            </a:extLst>
          </p:cNvPr>
          <p:cNvGrpSpPr/>
          <p:nvPr/>
        </p:nvGrpSpPr>
        <p:grpSpPr>
          <a:xfrm>
            <a:off x="3770249" y="306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ECA483-3923-8448-2A07-5178E897E32C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85992BF-3D18-8700-E505-771F5EA65F78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FB73355-6EFF-C81A-FDCA-164BF156F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8CE2EE1-3116-ECEC-470B-2F06B61ABD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91EA0DD-A355-D817-34FE-5C69500CD4D0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428A2F2-5FE0-8F8C-F044-F5B7F9C440F1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244D895-F9E9-3D99-116C-7890301AF9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1AC1BA3-93F6-6377-C170-D64AC27A421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C482416-AAF0-A931-1195-7DAB6614D9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19CEF28-885A-4339-891D-1622E9A2DE68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C13D6DF-195B-CE98-D5A6-81F9F2862A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FD489BE-16AF-4D69-B209-8E0A4EA472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77EB57F-7192-44E6-7EF1-E714E82028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3DA5B01-858E-DFB6-761E-BFEB6D7436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D8E4594-5E9F-0E29-A289-54ED3927E666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A472269-2AA1-BC56-F93A-A76D9C65749C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5D3CD6-B438-7649-DBAF-7D6D6E7DDEAC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21D25A1-1280-D71E-9871-E4D9E3057C53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3E47B79-4D9D-77B5-5859-FD56760562BA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29517F3-810C-F828-85C9-925502F19C4E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47C2448-63E1-EE04-AF4F-A73700617B59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646DECC-BA67-E6F8-79D2-591B880025F8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769B1BC-1571-61E1-1262-F95D14B25B4A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4BBEE9-4D6A-5DFB-A219-EB43EC53D8C4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191EC6F-6D36-30BE-93F0-1F63B03F5F96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1C00E29-9469-DBB2-1B30-41FFF92430FC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401D1D6-44B7-0FE5-9AE9-0237C4FC9E3D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903F1C8-DAE9-76EE-3239-9D0105427E50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3C104E02-5150-E4C9-2983-B13804172264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2D643B-33A4-F251-655D-743D431CB191}"/>
              </a:ext>
            </a:extLst>
          </p:cNvPr>
          <p:cNvSpPr/>
          <p:nvPr/>
        </p:nvSpPr>
        <p:spPr>
          <a:xfrm>
            <a:off x="4490249" y="306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726CC0-1302-C957-EDF4-538DDBB1F841}"/>
              </a:ext>
            </a:extLst>
          </p:cNvPr>
          <p:cNvSpPr/>
          <p:nvPr/>
        </p:nvSpPr>
        <p:spPr>
          <a:xfrm>
            <a:off x="5930249" y="306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B69FAF-4D20-EA40-9507-1B85748C10D4}"/>
              </a:ext>
            </a:extLst>
          </p:cNvPr>
          <p:cNvSpPr/>
          <p:nvPr/>
        </p:nvSpPr>
        <p:spPr>
          <a:xfrm>
            <a:off x="5210249" y="452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9BFB64-30B2-5592-F384-AA8AC6ADA8AE}"/>
              </a:ext>
            </a:extLst>
          </p:cNvPr>
          <p:cNvSpPr/>
          <p:nvPr/>
        </p:nvSpPr>
        <p:spPr>
          <a:xfrm>
            <a:off x="8090249" y="452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12777367-C149-CA64-AAF8-5B1D2E9CF169}"/>
                  </a:ext>
                </a:extLst>
              </p:cNvPr>
              <p:cNvSpPr/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12777367-C149-CA64-AAF8-5B1D2E9CF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A549963-3CEF-D628-B9D5-2C757C4843A4}"/>
                  </a:ext>
                </a:extLst>
              </p:cNvPr>
              <p:cNvSpPr/>
              <p:nvPr/>
            </p:nvSpPr>
            <p:spPr>
              <a:xfrm>
                <a:off x="6816000" y="-1926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A549963-3CEF-D628-B9D5-2C757C4843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926000"/>
                <a:ext cx="4635000" cy="1665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64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C6CC-C13C-8D01-D553-E706D672D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46409F1-B0B9-6050-9228-30684CC02F98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CD666EC-F4A7-2505-09A4-169011AABE3C}"/>
              </a:ext>
            </a:extLst>
          </p:cNvPr>
          <p:cNvGrpSpPr/>
          <p:nvPr/>
        </p:nvGrpSpPr>
        <p:grpSpPr>
          <a:xfrm>
            <a:off x="3770249" y="306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EF39C63-B678-1CE2-4DDD-16FEE5684A4A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0ED9C13-0D55-66F6-18C9-D9A0B4EBFC5C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CF8E2D0-E50D-FD54-E1ED-400DBEC238F3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A5A6CDE-F637-B28E-1E7F-15A0BCFD54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5580866-E201-A766-B64B-5D276633EA19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B24423A-4325-B4CE-3F81-83759B79805A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48D566A-ECC4-F0B4-02FB-570BD0A5D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8F17D37-9F62-0C65-E0BB-39EDCD365E7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D0D17A5-30B4-914C-6E7F-831D652D84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C9A8503-88DB-75D0-42A6-E611786A04B6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9BCD168-5C56-A948-D1E5-DAD0078FCB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1F1AC56-ED79-9722-3D5F-506A4FCA21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51EE67E-0EA8-8E55-84B9-F6A99DF40E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81B2191-3C80-F217-620D-96EC168D2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8F57A7D-B422-ED31-B366-54B520173EA7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C4E9609-DF8F-08B8-B40A-7577A0C5364C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2E9F17A-A1FF-CCFD-E256-411F0B80F591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0E92FBF-EB16-8424-DB16-B23D0C8E4B8B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5BEF4D5-9C0E-17B7-CF06-A6BDA04EADE0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488F15E-4CEE-4153-C7F2-ED7E8ADB280A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BD28FC4-FF1F-72A8-7441-460B6997F1D5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941473E-D65D-FD32-5DC4-2FE6D5630CA1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E418D83-C5A3-421C-1D18-367D271C6D7D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F95A9FE-EA6C-7ABF-64F6-97A39E0BB3D2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A1B0AFC-2F68-71E9-F3D7-EF1B125186BF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A4179D5-0460-A71C-96E7-43B227D87E3A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81A51D9-6480-7DCC-425B-0D85370A3986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063EEEC-7CA6-7982-E2CF-59E07558B6E1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B158AA0-6B66-A9CD-AAB4-990586E3DCCE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1BDCC0-6D61-6684-7F50-29440F6651AA}"/>
              </a:ext>
            </a:extLst>
          </p:cNvPr>
          <p:cNvSpPr/>
          <p:nvPr/>
        </p:nvSpPr>
        <p:spPr>
          <a:xfrm>
            <a:off x="4490249" y="306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DB6B99-260B-866F-5B88-1BFA4021E81A}"/>
              </a:ext>
            </a:extLst>
          </p:cNvPr>
          <p:cNvSpPr/>
          <p:nvPr/>
        </p:nvSpPr>
        <p:spPr>
          <a:xfrm>
            <a:off x="5930249" y="306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8220CB-3E54-34F4-A85E-5F8FEE2D8D9D}"/>
              </a:ext>
            </a:extLst>
          </p:cNvPr>
          <p:cNvSpPr/>
          <p:nvPr/>
        </p:nvSpPr>
        <p:spPr>
          <a:xfrm>
            <a:off x="5210249" y="452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541229-5AA4-A485-A5D3-673EC029B0C7}"/>
              </a:ext>
            </a:extLst>
          </p:cNvPr>
          <p:cNvSpPr/>
          <p:nvPr/>
        </p:nvSpPr>
        <p:spPr>
          <a:xfrm>
            <a:off x="8090249" y="452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6C250D-C9BF-3D82-7358-FC3B4FA83490}"/>
                  </a:ext>
                </a:extLst>
              </p:cNvPr>
              <p:cNvSpPr txBox="1"/>
              <p:nvPr/>
            </p:nvSpPr>
            <p:spPr>
              <a:xfrm>
                <a:off x="1101000" y="3519000"/>
                <a:ext cx="3330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4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4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[   ]</m:t>
                          </m:r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6C250D-C9BF-3D82-7358-FC3B4FA83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000" y="3519000"/>
                <a:ext cx="3330000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866F57AC-23EC-A317-E092-E0837018F36E}"/>
              </a:ext>
            </a:extLst>
          </p:cNvPr>
          <p:cNvSpPr/>
          <p:nvPr/>
        </p:nvSpPr>
        <p:spPr>
          <a:xfrm>
            <a:off x="2811000" y="380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EB9EC5C-DF51-38B2-A56E-11AB53410BF5}"/>
                  </a:ext>
                </a:extLst>
              </p:cNvPr>
              <p:cNvSpPr/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EB9EC5C-DF51-38B2-A56E-11AB53410B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C8536480-40C2-C282-C6A4-A650E196245B}"/>
                  </a:ext>
                </a:extLst>
              </p:cNvPr>
              <p:cNvSpPr/>
              <p:nvPr/>
            </p:nvSpPr>
            <p:spPr>
              <a:xfrm>
                <a:off x="6816000" y="-1926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C8536480-40C2-C282-C6A4-A650E1962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926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59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B576C-DA9B-4FAA-0B57-7D25CB15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8EA8C8-E829-DC9B-B8D9-9C841B719489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A25D70C-8F18-06D1-52D3-840BFEA2E54E}"/>
              </a:ext>
            </a:extLst>
          </p:cNvPr>
          <p:cNvGrpSpPr/>
          <p:nvPr/>
        </p:nvGrpSpPr>
        <p:grpSpPr>
          <a:xfrm>
            <a:off x="3770249" y="306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8BC21DB-01F1-ED5F-F5C6-DFD9A5DFF931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0385910-946D-7995-1D93-2B93431887CA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4B11910-70BC-434D-65A7-04DEB289E25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88FA900-476B-2FAF-5C6C-FB7F5516E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5BBBA63-A0B9-1B17-B4EB-C438EE8C15CE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ACB9275-F017-EC27-94D1-655D25533858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6A6C188-BC79-265D-C104-407D885156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6BCD191-35C0-A56F-9BE8-09CB03CF487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5AA4674-3EAD-477F-AD22-3AFBDD71C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F1C3524-BB31-391B-26DC-D55C14EF6E4D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892AD22-EC62-18A9-60C7-0F48328C21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B4EC2E6-C9C6-A2BD-2AFF-9BB48F6C43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440C215-9AC7-EA79-8C68-261D8817DD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15743E9-B463-BD54-CD40-21480D0A0A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F77971E-D9C0-4557-DCDC-FEE0CE6EB71F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F958980-E946-ECF7-0D06-08532ABFD033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5DBA232-205E-86E6-E50A-417C6DF736F4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A1CCB31-2AEB-743C-C52B-19E0E093E598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72243ED-717A-6BC9-A35D-7E97446D48FF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0CA5874-94A6-12FA-AAC7-F6172F57A718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4A4423-3357-25FA-61CC-3D6323A81CC5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53A70D2-4607-A3AA-9593-DB14CB3442B4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E4B64FD-21D1-B982-79B4-D71EA920C60E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57B87B8-184E-8981-8CE5-C08BB6B4CE3F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F54582-29C2-1FA8-D12C-7C0F85366DAB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296E301-7EBD-DD7A-2BA6-04D97829BBB1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9A0E6DF-842D-CCB6-2194-F38415FEC776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2507E5C-51B4-3CD0-A772-55D7EB89A296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D0138BC4-4157-AB01-594F-D74794206D0A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BB5EAC-8895-DA6F-862F-BDB763E6A2D2}"/>
              </a:ext>
            </a:extLst>
          </p:cNvPr>
          <p:cNvSpPr/>
          <p:nvPr/>
        </p:nvSpPr>
        <p:spPr>
          <a:xfrm>
            <a:off x="4490249" y="306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F39D62C-6965-C2BB-8D3A-700843B09F49}"/>
              </a:ext>
            </a:extLst>
          </p:cNvPr>
          <p:cNvSpPr/>
          <p:nvPr/>
        </p:nvSpPr>
        <p:spPr>
          <a:xfrm>
            <a:off x="5930249" y="306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F5437-4B16-3719-C5CB-F77503C45D76}"/>
              </a:ext>
            </a:extLst>
          </p:cNvPr>
          <p:cNvSpPr/>
          <p:nvPr/>
        </p:nvSpPr>
        <p:spPr>
          <a:xfrm>
            <a:off x="5210249" y="452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CFCDA0-AAFE-7C94-E82D-3F2CF1BE223D}"/>
              </a:ext>
            </a:extLst>
          </p:cNvPr>
          <p:cNvSpPr/>
          <p:nvPr/>
        </p:nvSpPr>
        <p:spPr>
          <a:xfrm>
            <a:off x="8090249" y="452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AD2CE1-05DD-86B8-5ECF-A9CD7B79F1BA}"/>
                  </a:ext>
                </a:extLst>
              </p:cNvPr>
              <p:cNvSpPr txBox="1"/>
              <p:nvPr/>
            </p:nvSpPr>
            <p:spPr>
              <a:xfrm>
                <a:off x="1101000" y="3519000"/>
                <a:ext cx="3330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4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4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[   ]</m:t>
                          </m:r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AD2CE1-05DD-86B8-5ECF-A9CD7B79F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000" y="3519000"/>
                <a:ext cx="3330000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FD1C7A4D-34B5-9B2A-F377-1AEE6691A233}"/>
              </a:ext>
            </a:extLst>
          </p:cNvPr>
          <p:cNvSpPr/>
          <p:nvPr/>
        </p:nvSpPr>
        <p:spPr>
          <a:xfrm>
            <a:off x="2811000" y="380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715CD5-23CF-4198-3C85-24892C0C08D3}"/>
                  </a:ext>
                </a:extLst>
              </p:cNvPr>
              <p:cNvSpPr txBox="1"/>
              <p:nvPr/>
            </p:nvSpPr>
            <p:spPr>
              <a:xfrm>
                <a:off x="1956000" y="253228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715CD5-23CF-4198-3C85-24892C0C0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000" y="2532280"/>
                <a:ext cx="1755000" cy="896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D02FEAC-CB89-B7EA-CB5F-5D2E03A31EB1}"/>
                  </a:ext>
                </a:extLst>
              </p:cNvPr>
              <p:cNvSpPr txBox="1"/>
              <p:nvPr/>
            </p:nvSpPr>
            <p:spPr>
              <a:xfrm>
                <a:off x="1866000" y="423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D02FEAC-CB89-B7EA-CB5F-5D2E03A31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000" y="4239000"/>
                <a:ext cx="1755000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19D35A8-222E-5598-4F3E-E441BBF94D33}"/>
                  </a:ext>
                </a:extLst>
              </p:cNvPr>
              <p:cNvSpPr/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19D35A8-222E-5598-4F3E-E441BBF94D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9271929-F4BF-8045-AC9B-A3EDA4B5FEE5}"/>
                  </a:ext>
                </a:extLst>
              </p:cNvPr>
              <p:cNvSpPr/>
              <p:nvPr/>
            </p:nvSpPr>
            <p:spPr>
              <a:xfrm>
                <a:off x="6816000" y="-1926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9271929-F4BF-8045-AC9B-A3EDA4B5F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926000"/>
                <a:ext cx="4635000" cy="16650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4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7941B-6B36-0F42-277A-3EA68EF3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1A6FC42-10A0-D58E-ED8B-F4D95F8873A0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B7EDBEC-46C1-C537-315E-A5F57D83F1E9}"/>
              </a:ext>
            </a:extLst>
          </p:cNvPr>
          <p:cNvGrpSpPr/>
          <p:nvPr/>
        </p:nvGrpSpPr>
        <p:grpSpPr>
          <a:xfrm>
            <a:off x="3770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C000FB9-77EC-F49F-C84A-A39428DA39BC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0B24771-E76B-A8D3-A78F-6D2A6B4821E0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DAFEC63-B5A3-73E3-E1E0-8C4F3C99EF38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5CD4092-9291-0AFD-77B3-3F9FFEFFB5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B58917F-B8E7-C0E2-A3CF-E346342124E3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B1FD71E-4304-D7ED-54B2-DE433DCDF3B7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C864C1D-E8AA-FE6B-5162-D3761DE17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6A4CAF7-203D-AE97-BC17-EA1236EFEB2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C340148-8416-B09A-BD86-524EDFCE8D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B2A7EF4-202A-D5B6-814C-0A6C80FAF2E9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CCA9763-D083-D8DC-A8AD-644B530B64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4273A90-B725-B2FF-24A7-74B82EDBF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46C9F4B-60D9-C701-B641-5442178FD6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8AFB662-CF07-602E-71D5-6D54931A7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D84FF04-BD93-EDE1-DA02-93C5C7E0C642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C04C43E-56E2-54CA-9A2E-C12555BC722B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2A83398-92C8-3327-8EC6-B89D01F236B8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3F242C6-C188-9FA2-61E1-30412414E6D6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4193C68-6282-3D13-2005-B269B4C3795A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33F64C-2CEE-2278-4C8C-35754520D6C0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F43B7D7-1340-4DF9-C569-EAA8940B1205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38658AD-D40C-6D3F-AAB8-EC412802B191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FD3C4AB-41B6-F9EB-8539-A513012903D9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7E8C338-5901-AF86-E375-AF96F74D4261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E448F37-7965-10FD-ACD7-D600E439F844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660ED66-FD14-0787-B15D-9053B25EA4D3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7D0E8DF-2498-A30B-55AC-2E528DD33B3D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6BCE43C-F2F2-4C17-9298-7AE558365920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9A5ED0C5-EC0F-9793-C3B3-89432FFDD354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8017DE-B8AE-073F-58D1-EACFDEE3A00D}"/>
              </a:ext>
            </a:extLst>
          </p:cNvPr>
          <p:cNvSpPr/>
          <p:nvPr/>
        </p:nvSpPr>
        <p:spPr>
          <a:xfrm>
            <a:off x="449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D3B411-AEAD-F24C-D6BF-9FBFC655B3AE}"/>
              </a:ext>
            </a:extLst>
          </p:cNvPr>
          <p:cNvSpPr/>
          <p:nvPr/>
        </p:nvSpPr>
        <p:spPr>
          <a:xfrm>
            <a:off x="593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176976-17C5-A6F7-6E63-ED5F3C9B131E}"/>
              </a:ext>
            </a:extLst>
          </p:cNvPr>
          <p:cNvSpPr/>
          <p:nvPr/>
        </p:nvSpPr>
        <p:spPr>
          <a:xfrm>
            <a:off x="521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F2EC0D-09A4-9E61-78B8-3E4A77BB4D78}"/>
              </a:ext>
            </a:extLst>
          </p:cNvPr>
          <p:cNvSpPr/>
          <p:nvPr/>
        </p:nvSpPr>
        <p:spPr>
          <a:xfrm>
            <a:off x="80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84FC8E-586B-F85A-290D-E95A8E7EFDCB}"/>
                  </a:ext>
                </a:extLst>
              </p:cNvPr>
              <p:cNvSpPr txBox="1"/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84FC8E-586B-F85A-290D-E95A8E7EF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1B8933-6C49-464B-2D73-26AC084798E9}"/>
                  </a:ext>
                </a:extLst>
              </p:cNvPr>
              <p:cNvSpPr txBox="1"/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1B8933-6C49-464B-2D73-26AC08479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AAFA678-1690-013A-23A8-040C505D66E8}"/>
                  </a:ext>
                </a:extLst>
              </p:cNvPr>
              <p:cNvSpPr/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AAFA678-1690-013A-23A8-040C505D6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78B0C61B-A14B-2CDC-59F1-D3DFFEED1F9E}"/>
                  </a:ext>
                </a:extLst>
              </p:cNvPr>
              <p:cNvSpPr/>
              <p:nvPr/>
            </p:nvSpPr>
            <p:spPr>
              <a:xfrm>
                <a:off x="6816000" y="-1926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78B0C61B-A14B-2CDC-59F1-D3DFFEED1F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926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09F03DF-1E9D-9AD3-45D0-2A17389D7C7B}"/>
              </a:ext>
            </a:extLst>
          </p:cNvPr>
          <p:cNvSpPr txBox="1"/>
          <p:nvPr/>
        </p:nvSpPr>
        <p:spPr>
          <a:xfrm>
            <a:off x="1911000" y="2754000"/>
            <a:ext cx="175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467241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6E9D1-BF86-9756-4629-418271CD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29B47A2-C190-E470-FBC0-78291351698E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504AF27-A441-3F0C-42CA-390AB87D88BE}"/>
              </a:ext>
            </a:extLst>
          </p:cNvPr>
          <p:cNvGrpSpPr/>
          <p:nvPr/>
        </p:nvGrpSpPr>
        <p:grpSpPr>
          <a:xfrm>
            <a:off x="3770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3E2A377-0AF8-6B4D-8A67-456698D346E4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7B39562-2A1D-2E00-6FF8-22FFF6B40548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C2FA73D-94AB-15ED-B2F0-C5A05DFF5AB4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E7EF86D-D516-4EB2-B39F-DDC20B401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5D472EC-0BE9-9A44-22D1-E187F16BD3B8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510F9F8-BC37-14A2-5280-A3A780E8F79F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F554A2C-5DB9-F537-ECB5-C639FCE8C1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8CCC1D2-9090-D8ED-3435-98A3233EE6A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1E4CB0B-F46E-181C-1E27-A4AC8FC0B0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2450A56-B561-DF5B-DDE9-3FE576E7F3E9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734BE4C-AC15-D10E-F1F8-5F52B42A2E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288F4D6-5952-128E-663B-F1BB2A3CE7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A36C4AE-3079-64CF-3B34-3731A34732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A84F5D7-91EF-AC7D-5E20-54EEBF5CA0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17863CE-47B6-B2F2-90FD-D79618C16C39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875C3A-3485-2E7D-E6CE-1DE2502ABEAD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9469BC7-4EA5-19F0-5D72-BAAD51562730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9D5C968-56AA-2627-AEB8-3D712F427A0F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FDE95C1-56F7-61DB-D743-91F040070EE9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8E1C169-C18C-349D-96B4-6952A7753CCA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0CAD5D9-8B3C-A6BD-D7CF-C256C17457FF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8FDC0A2-EA9B-962F-002A-CC188B9BD801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2251234-C792-EEB7-E21A-F7BD6DEFF09B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FCF9439-28B0-9CBD-9287-4A83BF11F4F3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6F7B338-DE4C-6273-6FCA-3A908228A5B7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EED368D-78EA-459C-D40B-4778CBAA6424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ACA315E-791E-E10F-2143-7486B2BFFAE0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E0FA520-F3BC-9787-88D9-50323872B35C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0C51ADE-9911-3AB7-CB2B-7C7C32118D72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148B7-858E-F31C-CA10-8496C17A2353}"/>
                  </a:ext>
                </a:extLst>
              </p:cNvPr>
              <p:cNvSpPr txBox="1"/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8148B7-858E-F31C-CA10-8496C17A2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675554-7EFF-DED3-D4AB-76B88D10CB0C}"/>
                  </a:ext>
                </a:extLst>
              </p:cNvPr>
              <p:cNvSpPr txBox="1"/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675554-7EFF-DED3-D4AB-76B88D10C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4AAF2F1-C689-EEA7-C782-B5AADCCE3761}"/>
                  </a:ext>
                </a:extLst>
              </p:cNvPr>
              <p:cNvSpPr/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4AAF2F1-C689-EEA7-C782-B5AADCCE37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30CBF4A0-4136-511D-E19F-E763D9A351A4}"/>
                  </a:ext>
                </a:extLst>
              </p:cNvPr>
              <p:cNvSpPr/>
              <p:nvPr/>
            </p:nvSpPr>
            <p:spPr>
              <a:xfrm>
                <a:off x="6816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30CBF4A0-4136-511D-E19F-E763D9A351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86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72080AA-10C9-153D-716E-F46B5824799B}"/>
              </a:ext>
            </a:extLst>
          </p:cNvPr>
          <p:cNvSpPr txBox="1"/>
          <p:nvPr/>
        </p:nvSpPr>
        <p:spPr>
          <a:xfrm>
            <a:off x="1911000" y="2754000"/>
            <a:ext cx="175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380294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6A57-FCF7-C6C9-3F22-06C20326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1F33CBF-B135-B645-53CD-ED2A67FBA552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D17201C-EEF2-0604-90B8-C080B29360C5}"/>
              </a:ext>
            </a:extLst>
          </p:cNvPr>
          <p:cNvGrpSpPr/>
          <p:nvPr/>
        </p:nvGrpSpPr>
        <p:grpSpPr>
          <a:xfrm>
            <a:off x="3770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529D75E-7746-5F4D-75DE-BE84748E6CD3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E09B177-C445-3E2E-853C-CDDDD4D3E432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DECC801-B302-5C25-ADC5-BB245E6DA122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4818FD6-D090-2B09-280C-263556D7C4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9B31AB3-64F2-0EB6-6ACB-279E11F663F5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5ACF2D5-174E-2748-8F45-0AF7A3821DB4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A1B00B-3512-5290-F7C6-AA1E40C947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7B25D03-2B92-CBE8-944B-3CF382B428E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F4312D6-42F3-D688-8C5F-4A6D67B8AB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F8D8E94-8A47-357F-ACF3-277F3F706120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290965C-89C6-2982-7098-EDA4CFAE6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76265B0-8728-25E5-3282-939F196B0E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36EC31A-E7BA-1B6B-4732-AECE62636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37F7C13-5380-4739-EA24-001BDDA10B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5CF1F81-6BB8-E92C-3E0E-7623121B712E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C0DBFEA-0826-5420-2211-C758C019F957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CAB74ED-2EF5-ACE5-3977-38970B84BBE9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6BD4FC0-D594-74E0-E2D8-C01160B5684F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FA2B4D-7A51-3791-7B1C-D7E9FDA15EA4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6BC8ADE-9A48-9302-504A-4595CA1C32C0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B938E36-DCB5-2FE5-92E9-3102A49AA406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C1D7CDA-6F0D-0A0C-1DA4-F6187311DC7E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1A3276D-6E4F-32C3-0F73-092D4E8C5556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41E3837-B357-6997-ECEF-09E8B986B987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1359B4A-9498-38F9-9BB9-EF9870EC214C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AB6AE8E-AC39-E1BC-DCAA-C7E4AC3BE1CB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AD5ECA6-5309-CFC3-CE06-A31497FC6E3B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FCE46AE-E6DF-D83C-15D1-03EDC4D59942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DF786726-2FEA-A86E-FB9C-4E811E0BBC6D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9B5F74-224F-63BF-D151-BB782D84F7F7}"/>
              </a:ext>
            </a:extLst>
          </p:cNvPr>
          <p:cNvSpPr/>
          <p:nvPr/>
        </p:nvSpPr>
        <p:spPr>
          <a:xfrm>
            <a:off x="449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E30B886-6B6E-29CA-C518-E6601D9CECF5}"/>
              </a:ext>
            </a:extLst>
          </p:cNvPr>
          <p:cNvSpPr/>
          <p:nvPr/>
        </p:nvSpPr>
        <p:spPr>
          <a:xfrm>
            <a:off x="44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6E7082-B8EF-75AE-E79E-408D73948D93}"/>
              </a:ext>
            </a:extLst>
          </p:cNvPr>
          <p:cNvSpPr/>
          <p:nvPr/>
        </p:nvSpPr>
        <p:spPr>
          <a:xfrm>
            <a:off x="521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B08602-638F-DEF0-7925-F026E2955534}"/>
              </a:ext>
            </a:extLst>
          </p:cNvPr>
          <p:cNvSpPr/>
          <p:nvPr/>
        </p:nvSpPr>
        <p:spPr>
          <a:xfrm>
            <a:off x="80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ABF47-FEA0-3C8A-D0EA-93D91B39043F}"/>
                  </a:ext>
                </a:extLst>
              </p:cNvPr>
              <p:cNvSpPr txBox="1"/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ABF47-FEA0-3C8A-D0EA-93D91B390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F167B3-5A4C-CEAA-2F76-66855306E082}"/>
                  </a:ext>
                </a:extLst>
              </p:cNvPr>
              <p:cNvSpPr txBox="1"/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F167B3-5A4C-CEAA-2F76-66855306E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230EB6FE-7FA2-BEEE-780D-8530FE2D3620}"/>
                  </a:ext>
                </a:extLst>
              </p:cNvPr>
              <p:cNvSpPr/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230EB6FE-7FA2-BEEE-780D-8530FE2D36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A49EC04-4D86-B414-824F-C69EAAAB4A83}"/>
                  </a:ext>
                </a:extLst>
              </p:cNvPr>
              <p:cNvSpPr/>
              <p:nvPr/>
            </p:nvSpPr>
            <p:spPr>
              <a:xfrm>
                <a:off x="6816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A49EC04-4D86-B414-824F-C69EAAAB4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86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516DB1A-45B7-E72D-F727-6A92C10EB9FC}"/>
              </a:ext>
            </a:extLst>
          </p:cNvPr>
          <p:cNvSpPr txBox="1"/>
          <p:nvPr/>
        </p:nvSpPr>
        <p:spPr>
          <a:xfrm>
            <a:off x="1911000" y="2754000"/>
            <a:ext cx="175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=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0DC91E-4F38-B883-9864-237C85F33765}"/>
              </a:ext>
            </a:extLst>
          </p:cNvPr>
          <p:cNvSpPr/>
          <p:nvPr/>
        </p:nvSpPr>
        <p:spPr>
          <a:xfrm>
            <a:off x="665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467CC6-D49D-6465-FB91-E736FFF57728}"/>
                  </a:ext>
                </a:extLst>
              </p:cNvPr>
              <p:cNvSpPr txBox="1"/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467CC6-D49D-6465-FB91-E736FFF57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765A68-5A1D-745E-E8F2-C38E0402E420}"/>
                  </a:ext>
                </a:extLst>
              </p:cNvPr>
              <p:cNvSpPr txBox="1"/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765A68-5A1D-745E-E8F2-C38E0402E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476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FEA9-7F7B-2958-E5F6-45EB697B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A8FC000-2584-0AE9-3363-1A8C58DCEF52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16C3C73-A4A7-17E0-A11F-EAFC040F6E3D}"/>
              </a:ext>
            </a:extLst>
          </p:cNvPr>
          <p:cNvGrpSpPr/>
          <p:nvPr/>
        </p:nvGrpSpPr>
        <p:grpSpPr>
          <a:xfrm>
            <a:off x="3770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97553A3-4CA0-AB7F-388B-0DE439F3BF17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AC9D576-D41F-DBC5-B2CD-20A019B84D6C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DF27991-3B20-E7C4-4D4C-C0075364091C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7247714-7104-7659-ABD8-5B51B3257F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78952EA-93EC-FC96-0CB4-BACF88B1BBDD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8A5F22B-63E8-2382-E0D9-2D8979E187F9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D4E93C-0C44-D3D2-EB63-245483F627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82FB086-91C9-DD89-434C-B1C9811B110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9F856D7-F3F9-A31B-EC66-4D06520B25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31F96DE-F23E-7CD4-C2AE-C4B05605CB30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F36AD9A-A4B3-8346-F027-605FE8D80F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996EA18-9C69-3E1D-52C2-9601BCC8A6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BF6F0D1-3F43-1F98-97ED-6D71012155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EF7E6F-F9EF-E790-7A96-D6D4F3528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24E4ED-8D62-03CB-73CD-DD144CEC283F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122F439-443C-3F36-C5B0-2486D55B08F4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4681E28-634A-C30F-2741-079695CAADBD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0BC4B90-9011-0F9C-F180-356DD75EA806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5E04451-877C-A797-4BBD-FE10F93E153D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AA4D4EB-D697-E0C2-4E7E-CC505E0685C6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6963EFF-0E80-0A4A-C300-89DA3F01A45F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D8E7F29-28ED-7EF8-9AEF-A2719BB699B1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2A1FB73-CDEE-01EA-7846-4D7CEF90E92A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7C06A8-42ED-C03D-8B67-CE7C619A04CE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B645ACA-6824-76C3-6510-792F6BBC3D0A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8947669-11DB-D065-03F3-46D5708718B0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DA362D5-8FDD-B426-1583-4CA9C7E51F82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D01AAE5-7AF0-440B-2FB2-FCCDDB5D9A1C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F9C20420-F585-6771-CB12-5028A2307DBA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BD03B4-881F-BA88-4C08-8330A1CFE0D2}"/>
              </a:ext>
            </a:extLst>
          </p:cNvPr>
          <p:cNvSpPr/>
          <p:nvPr/>
        </p:nvSpPr>
        <p:spPr>
          <a:xfrm>
            <a:off x="449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F935E36-1EDC-F487-0C16-71889E46F490}"/>
              </a:ext>
            </a:extLst>
          </p:cNvPr>
          <p:cNvSpPr/>
          <p:nvPr/>
        </p:nvSpPr>
        <p:spPr>
          <a:xfrm>
            <a:off x="44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F518EB-5CC4-F3FD-9CEE-E7F1F5D7BE7D}"/>
              </a:ext>
            </a:extLst>
          </p:cNvPr>
          <p:cNvSpPr/>
          <p:nvPr/>
        </p:nvSpPr>
        <p:spPr>
          <a:xfrm>
            <a:off x="521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223DA0-FEF7-BAD4-5949-BAA509D13724}"/>
              </a:ext>
            </a:extLst>
          </p:cNvPr>
          <p:cNvSpPr/>
          <p:nvPr/>
        </p:nvSpPr>
        <p:spPr>
          <a:xfrm>
            <a:off x="80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977ABC-40B4-CC34-6D0F-FF88851BAA19}"/>
                  </a:ext>
                </a:extLst>
              </p:cNvPr>
              <p:cNvSpPr txBox="1"/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977ABC-40B4-CC34-6D0F-FF88851BA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00" y="2709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F842DB-3017-5115-25B0-DEA4E263B823}"/>
                  </a:ext>
                </a:extLst>
              </p:cNvPr>
              <p:cNvSpPr txBox="1"/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F842DB-3017-5115-25B0-DEA4E263B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00" y="2709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D5DF416F-ED2C-D709-8B31-0327A57DA960}"/>
                  </a:ext>
                </a:extLst>
              </p:cNvPr>
              <p:cNvSpPr/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D5DF416F-ED2C-D709-8B31-0327A57DA9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F6DC370F-EA1B-986F-139F-8CD831856155}"/>
                  </a:ext>
                </a:extLst>
              </p:cNvPr>
              <p:cNvSpPr/>
              <p:nvPr/>
            </p:nvSpPr>
            <p:spPr>
              <a:xfrm>
                <a:off x="6816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F6DC370F-EA1B-986F-139F-8CD831856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86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160FAAE-37EA-1A81-86D5-F715BBFC5606}"/>
              </a:ext>
            </a:extLst>
          </p:cNvPr>
          <p:cNvSpPr txBox="1"/>
          <p:nvPr/>
        </p:nvSpPr>
        <p:spPr>
          <a:xfrm>
            <a:off x="1911000" y="2754000"/>
            <a:ext cx="175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=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16C175-9459-715A-0BB4-778C9D1B9300}"/>
              </a:ext>
            </a:extLst>
          </p:cNvPr>
          <p:cNvSpPr/>
          <p:nvPr/>
        </p:nvSpPr>
        <p:spPr>
          <a:xfrm>
            <a:off x="665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E1381-9915-F3AD-6B44-74DFB5BE2265}"/>
                  </a:ext>
                </a:extLst>
              </p:cNvPr>
              <p:cNvSpPr txBox="1"/>
              <p:nvPr/>
            </p:nvSpPr>
            <p:spPr>
              <a:xfrm>
                <a:off x="6951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CE1381-9915-F3AD-6B44-74DFB5BE2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000" y="2709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07C59B-670C-2195-A908-DC5099CDD3E3}"/>
                  </a:ext>
                </a:extLst>
              </p:cNvPr>
              <p:cNvSpPr txBox="1"/>
              <p:nvPr/>
            </p:nvSpPr>
            <p:spPr>
              <a:xfrm>
                <a:off x="9561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07C59B-670C-2195-A908-DC5099CDD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000" y="2709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A4B0B4-9A6E-DF68-6491-7D6C05CEF189}"/>
                  </a:ext>
                </a:extLst>
              </p:cNvPr>
              <p:cNvSpPr txBox="1"/>
              <p:nvPr/>
            </p:nvSpPr>
            <p:spPr>
              <a:xfrm>
                <a:off x="8031000" y="2754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A4B0B4-9A6E-DF68-6491-7D6C05CEF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000" y="2754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446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8162-8806-2C26-18B5-A4A2879B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ADAF3C8-CBAB-5A6A-A9C5-51F0C806A7D1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B31A903-F4FC-F397-CCC1-53F24F308D48}"/>
              </a:ext>
            </a:extLst>
          </p:cNvPr>
          <p:cNvGrpSpPr/>
          <p:nvPr/>
        </p:nvGrpSpPr>
        <p:grpSpPr>
          <a:xfrm>
            <a:off x="3770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9FCC3A1-87B1-EFF9-F88A-9507E6E2542F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991F885-BAD5-A040-68B0-4C6F151CCD2C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433C089-FA53-02A0-7B61-78A634275824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71321E5-E902-52AB-ADD5-D4FC427E0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4B46D47-124A-1A93-ABCD-80343D3E93A7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CD275EB-E81F-D5E4-B28B-6385FFF47CEF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8C4D0F3-06A3-F481-9C11-3D0DBB23FB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17C4F21-0448-51B0-20FC-81160501DC7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50D1180-32D0-3ADA-11A1-BB3CEB186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93C6579-0F68-D538-6D8D-D813279D1520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D56D815-0B64-76EB-C857-E68DAF4742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C7A7516-0672-B6C5-C95B-FAEEE47D68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635C522-8E73-D497-18EC-5962F73FE6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F1494A6-1761-A2F4-D71F-90B091D031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5EFA6DB-1C7D-0ED1-F4F4-5D118EB5754A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B232D7-12D1-4B2A-4036-3E7A078D4B42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B453295-15C4-A24B-9C96-0A83CC64ED6D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5240C3F-C19C-077D-C6EA-CFD440B24728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7DC97B5-4962-3B1B-25F2-DF9ED62D63A1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70CFDCC-E5B0-DD7C-26E4-ECC147E1B7CB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BD66610-D234-AA4C-A41E-35650E565C54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F72D4BC-944E-CD0C-5209-2AABD52C2453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B7CCA1D-1465-9D40-DCE3-20A3D01BE6CF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9C3BBE0-42C7-8155-7F67-DA83557F2FAE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62BC3C7-F6AD-5DFD-106A-D1277AE54BCF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968B627-3A37-A02A-7B1A-08095EBCAB7B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93FB1A5-85F6-680D-F049-39683DB4182C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4C0C0F0-5501-4F53-7524-30D5099FF73C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A5A1DA4-B27C-D7A6-8BA8-C12C1CC7C6B5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5607DF-B8D5-A0D4-22EA-9F48763EE21B}"/>
              </a:ext>
            </a:extLst>
          </p:cNvPr>
          <p:cNvSpPr/>
          <p:nvPr/>
        </p:nvSpPr>
        <p:spPr>
          <a:xfrm>
            <a:off x="449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299F4F-A16B-AC6A-E8A0-410CD672C4FC}"/>
              </a:ext>
            </a:extLst>
          </p:cNvPr>
          <p:cNvSpPr/>
          <p:nvPr/>
        </p:nvSpPr>
        <p:spPr>
          <a:xfrm>
            <a:off x="44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76B3DC-0ED6-8385-92E2-CF3D89A2A52D}"/>
              </a:ext>
            </a:extLst>
          </p:cNvPr>
          <p:cNvSpPr/>
          <p:nvPr/>
        </p:nvSpPr>
        <p:spPr>
          <a:xfrm>
            <a:off x="521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717E72-AE40-26AB-CAA0-368268700EE9}"/>
              </a:ext>
            </a:extLst>
          </p:cNvPr>
          <p:cNvSpPr/>
          <p:nvPr/>
        </p:nvSpPr>
        <p:spPr>
          <a:xfrm>
            <a:off x="80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CF25A0-DB6D-EE30-34C6-8E43B540AE0D}"/>
                  </a:ext>
                </a:extLst>
              </p:cNvPr>
              <p:cNvSpPr txBox="1"/>
              <p:nvPr/>
            </p:nvSpPr>
            <p:spPr>
              <a:xfrm>
                <a:off x="-5199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CF25A0-DB6D-EE30-34C6-8E43B540A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99000" y="2709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5D3E19-438B-722D-36B6-303C27579A9F}"/>
                  </a:ext>
                </a:extLst>
              </p:cNvPr>
              <p:cNvSpPr txBox="1"/>
              <p:nvPr/>
            </p:nvSpPr>
            <p:spPr>
              <a:xfrm>
                <a:off x="-2589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5D3E19-438B-722D-36B6-303C27579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89000" y="2709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69369F6-123A-E78A-373E-983608396744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69369F6-123A-E78A-373E-983608396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0DDDEC96-9AA4-05AF-E93A-C01056C87C57}"/>
                  </a:ext>
                </a:extLst>
              </p:cNvPr>
              <p:cNvSpPr/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0DDDEC96-9AA4-05AF-E93A-C01056C87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5079424-B0CB-63C8-04F4-A402C21B0B70}"/>
              </a:ext>
            </a:extLst>
          </p:cNvPr>
          <p:cNvSpPr txBox="1"/>
          <p:nvPr/>
        </p:nvSpPr>
        <p:spPr>
          <a:xfrm>
            <a:off x="-4164000" y="2754000"/>
            <a:ext cx="175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=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13C0B1-4DBD-B3B0-E43F-AD59609A188E}"/>
              </a:ext>
            </a:extLst>
          </p:cNvPr>
          <p:cNvSpPr/>
          <p:nvPr/>
        </p:nvSpPr>
        <p:spPr>
          <a:xfrm>
            <a:off x="665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1931B8-F388-E2CD-1CF3-871F15373762}"/>
                  </a:ext>
                </a:extLst>
              </p:cNvPr>
              <p:cNvSpPr txBox="1"/>
              <p:nvPr/>
            </p:nvSpPr>
            <p:spPr>
              <a:xfrm>
                <a:off x="393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1931B8-F388-E2CD-1CF3-871F15373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000" y="2709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9A9711-53C7-3BD0-DDA7-0C39A1175A4A}"/>
                  </a:ext>
                </a:extLst>
              </p:cNvPr>
              <p:cNvSpPr txBox="1"/>
              <p:nvPr/>
            </p:nvSpPr>
            <p:spPr>
              <a:xfrm>
                <a:off x="654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9A9711-53C7-3BD0-DDA7-0C39A1175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000" y="2709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B36F21-B0BC-8FA5-50D1-5038BE3E36D9}"/>
                  </a:ext>
                </a:extLst>
              </p:cNvPr>
              <p:cNvSpPr txBox="1"/>
              <p:nvPr/>
            </p:nvSpPr>
            <p:spPr>
              <a:xfrm>
                <a:off x="5016000" y="2754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B36F21-B0BC-8FA5-50D1-5038BE3E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00" y="2754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153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4A441-B188-B718-3FF1-DF66BD94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CB51080-CF7D-1252-1E31-2B6C83A6C87E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8C0B456-17D4-D830-94A1-A9A8B583652F}"/>
              </a:ext>
            </a:extLst>
          </p:cNvPr>
          <p:cNvGrpSpPr/>
          <p:nvPr/>
        </p:nvGrpSpPr>
        <p:grpSpPr>
          <a:xfrm>
            <a:off x="3770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6A2DC85-A020-A3E1-F19E-52E5DEFF8D59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216F2C9-200B-0E9E-B64E-0B4D27409890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A943804-18FF-EA1E-1D57-81E46E6F7BD5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FD0EB49-03AF-1899-F0E2-924FBFF3D5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49F68AA-2F0C-074D-6B59-7C075B60E14F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3CC853C-3595-0602-22B0-C714B6DA287A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B012189-A619-ED8D-4263-CF22FF75E7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F984521-3EF0-C93E-9596-914A0F1AF2B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6CAC571-99F2-05C3-13A2-0A7A789832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B11FE58-28FC-8139-4EF4-7D9B37E49D79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638E810-283E-3E6E-EFC0-BB1F7CB49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A126141-5DC3-1630-4894-F53F9F6DB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6C07A86-1C47-D174-E25B-180DD1F719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F8D29F4-6AC1-C29C-2863-CC80CF459F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7671E4-3E2B-6949-2A28-C55D7938E253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6CD4B06-7BA7-504B-C6B1-374571DCC088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4AAE977-7D6C-F42F-BB9B-F8EA2171BC99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53E08A7-136E-42C2-046C-88D70D2ADB94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14AA761-56F0-C046-A797-D41597F9B031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EF2833-0B09-0F69-CAE7-3C2AA9C26625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D241698-B0A9-A8BF-5514-F249C3D4902A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FCFDFE0-3723-5899-8927-EE865A1B13E7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32F7794-950A-DA6B-5FA9-CFEF1EC5FD20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2763FA4-F817-52D5-CD0C-964D36040148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05B4275-FB24-3010-E4C4-F884D745755E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46A43BA-A2E9-F8CF-1BEA-4E009363A639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36C2A39-5C85-E56D-349B-6FA4E0C1901C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2EDAAE6-8300-253A-77F6-5FD4F136B414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9F2FC7-6C21-8799-DF34-4C31BC5B055B}"/>
              </a:ext>
            </a:extLst>
          </p:cNvPr>
          <p:cNvGrpSpPr/>
          <p:nvPr/>
        </p:nvGrpSpPr>
        <p:grpSpPr>
          <a:xfrm>
            <a:off x="3770249" y="4059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CF4643-6D5D-4B05-108F-9C43FC1F9EA8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2E940CF-69D9-9140-290B-63C670DB9D1E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354B787-D154-C17E-ACA6-41108B4B26CF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02A62BA-5D01-B464-47D1-9BFEEF7380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041DF9-F753-61EB-A9FA-7C50A820C07E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2F4565-849C-2325-9009-BE4A706FFC50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491BA5E-B101-F7B9-2CAD-9143148F35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EB0744-FDFF-40E7-1B1A-10196393D74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0BBD20A-496E-5CA4-B36B-4E2E6A027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09C91FE-C594-5029-E0C4-B5A9B95680C4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41BD1D5-7939-22CB-ADD8-BE1001A7D2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41D6DD8-D7B1-F5AA-8340-C6EE069C44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26E2CE9-1764-897C-8A65-B5296CDBC9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9075DEB-6F4E-3716-0A4A-183A9158BB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662EC33-34F3-E298-D991-C426F5AB5901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A51D6D9-D33D-CAC3-8366-8C26B4C05BAA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CA530F7-67E0-9578-B4D7-019D923D929A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3535F85-F64B-8FD5-31B3-35E1A0CD0313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71CA84F-6A76-7774-B689-5F356A9E46C6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E9DEDFE-D77B-08B7-64A2-9B971453C4FC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8D6C10E-F8A4-BC25-2A4B-16DA8208D9D9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173F315-C972-AC14-D10B-15432EB5D1AE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41FC25E-49EF-2C43-3FB2-3FC7981A6D66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33D5105-8320-A25C-CF50-138CB1BD6938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42A568E-A93A-D193-E598-8CD434C19C21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DBC6F44-8AFA-07F6-509B-30DD5BB0F312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A31805A-422B-DC22-69E4-29092209E403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BAE053E-AD56-B2FB-4DFD-4E3CD5D3DDFD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3CEC8EEC-40B4-7636-FD21-F7C133F6AA65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8AA16D-2C4D-99A5-B984-75DD32F49B1E}"/>
              </a:ext>
            </a:extLst>
          </p:cNvPr>
          <p:cNvSpPr/>
          <p:nvPr/>
        </p:nvSpPr>
        <p:spPr>
          <a:xfrm>
            <a:off x="449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5BE063-7C49-DF2E-C929-C3E496DAF2E7}"/>
              </a:ext>
            </a:extLst>
          </p:cNvPr>
          <p:cNvSpPr/>
          <p:nvPr/>
        </p:nvSpPr>
        <p:spPr>
          <a:xfrm>
            <a:off x="44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900E43-BA12-F67D-B723-DFA7116595D7}"/>
              </a:ext>
            </a:extLst>
          </p:cNvPr>
          <p:cNvSpPr/>
          <p:nvPr/>
        </p:nvSpPr>
        <p:spPr>
          <a:xfrm>
            <a:off x="521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E1F730-F7B5-70B8-25C9-9D4D520D4521}"/>
              </a:ext>
            </a:extLst>
          </p:cNvPr>
          <p:cNvSpPr/>
          <p:nvPr/>
        </p:nvSpPr>
        <p:spPr>
          <a:xfrm>
            <a:off x="809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7C1C507E-7835-0C4D-633E-A53D03380111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7C1C507E-7835-0C4D-633E-A53D03380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208BC4D-D7F3-6775-C70B-01E01A172C1C}"/>
                  </a:ext>
                </a:extLst>
              </p:cNvPr>
              <p:cNvSpPr/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208BC4D-D7F3-6775-C70B-01E01A172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9C085EDE-3B42-C346-44B8-5242A52DA006}"/>
              </a:ext>
            </a:extLst>
          </p:cNvPr>
          <p:cNvSpPr/>
          <p:nvPr/>
        </p:nvSpPr>
        <p:spPr>
          <a:xfrm>
            <a:off x="665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ACE332-59FA-36C0-C362-6FFCCC6590B9}"/>
                  </a:ext>
                </a:extLst>
              </p:cNvPr>
              <p:cNvSpPr txBox="1"/>
              <p:nvPr/>
            </p:nvSpPr>
            <p:spPr>
              <a:xfrm>
                <a:off x="393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ACE332-59FA-36C0-C362-6FFCCC659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000" y="2709000"/>
                <a:ext cx="1755000" cy="896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2079E6-1091-F679-68C2-4BD69AAB63FD}"/>
                  </a:ext>
                </a:extLst>
              </p:cNvPr>
              <p:cNvSpPr txBox="1"/>
              <p:nvPr/>
            </p:nvSpPr>
            <p:spPr>
              <a:xfrm>
                <a:off x="654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2079E6-1091-F679-68C2-4BD69AAB6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000" y="2709000"/>
                <a:ext cx="1755000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A2DDE2-ABAC-D0C3-2DD9-5F2185CD95FB}"/>
                  </a:ext>
                </a:extLst>
              </p:cNvPr>
              <p:cNvSpPr txBox="1"/>
              <p:nvPr/>
            </p:nvSpPr>
            <p:spPr>
              <a:xfrm>
                <a:off x="5061000" y="2619000"/>
                <a:ext cx="17550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6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GB" sz="66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A2DDE2-ABAC-D0C3-2DD9-5F2185CD9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000" y="2619000"/>
                <a:ext cx="1755000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3523A73-70D7-2C6C-F0F2-0F749527DD15}"/>
              </a:ext>
            </a:extLst>
          </p:cNvPr>
          <p:cNvSpPr/>
          <p:nvPr/>
        </p:nvSpPr>
        <p:spPr>
          <a:xfrm>
            <a:off x="5421000" y="2664000"/>
            <a:ext cx="900000" cy="1080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D07725E-E024-D40B-808E-EF665594E941}"/>
                  </a:ext>
                </a:extLst>
              </p:cNvPr>
              <p:cNvSpPr txBox="1"/>
              <p:nvPr/>
            </p:nvSpPr>
            <p:spPr>
              <a:xfrm>
                <a:off x="2001000" y="6858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D07725E-E024-D40B-808E-EF665594E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000" y="6858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305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0D0A8-211F-D0F2-48F6-D7752798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1F78EB1-3C6C-E289-597E-CDBF0C3A71AD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FD54847-C823-547A-3C4A-070F78613712}"/>
              </a:ext>
            </a:extLst>
          </p:cNvPr>
          <p:cNvGrpSpPr/>
          <p:nvPr/>
        </p:nvGrpSpPr>
        <p:grpSpPr>
          <a:xfrm>
            <a:off x="935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72D1E7F-FBC6-05E0-A63A-C4C094531BA2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0CF5604-8C60-7339-C47E-F04652D5B22E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2007917-9AB8-0389-F511-95B92DBC5A0F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E8EE979-6597-4802-BF14-5E52D3914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35719EE-F2B0-6C79-58A4-2EB474DC1CCE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AB17E2F-A613-2668-EF66-41EEAB163566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8C5FC56-A647-895D-C085-8BE1B22F31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E6632B7-2378-A398-8A4A-D1205522D36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F90A75B-448D-25E2-B160-A8FA471EA5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780872A-3FA4-0F10-C49F-191DEAB90056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05A9B0F-34E1-D92E-A1E1-16FDDA5242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FDCBBEC-5957-E183-1AB4-A9BCCB777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E082637-7DD6-57CB-83F4-8DD11EF821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EAC6ECE-D55F-A5F0-B247-3A99BF8293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A85C867-3EF1-C889-0DB4-2D939F0640DB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038E35E-BCE5-CFB5-35A0-AF2CA5C283CD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209379-3615-E55D-B036-6845B4BD726C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2A03A6-8B92-5FA9-994B-0C9FC347B66C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91AEC1B-D377-52CA-BDDC-669CE6EF7683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06C8D45-821C-067F-E4E8-47E598841DAC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3CFDF78-A0C2-65E5-AD38-889722A1CD67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62F118E-C882-105D-8072-27ED3CC56673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74AC2B-5A3A-336E-D93C-AE5656973869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A750841-169B-D939-D575-AFA940963F6C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9DD8239-5BA4-1E29-257C-56E6C37EBBC3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27D67D4-30E3-3618-554D-E7A6EBE84922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CDE5590-8457-40F9-1943-AEB5F6AE9C4A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DFC1D44-2B93-E2FF-D35C-5009DD4A9CB5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7000D41-3549-7405-C789-3730BA3CE462}"/>
              </a:ext>
            </a:extLst>
          </p:cNvPr>
          <p:cNvGrpSpPr/>
          <p:nvPr/>
        </p:nvGrpSpPr>
        <p:grpSpPr>
          <a:xfrm>
            <a:off x="6560249" y="4059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AD55857-C0F1-A674-A5D1-616FE53D10DE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D06E93C-78D0-B864-411D-B33F6621C77F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3ADF84-9420-A053-B6EE-8C5B9D3C92A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CB6496E-2B5D-42E7-20C6-50DB1B4162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EE28929-7B4A-B448-593E-AC49D9D06E61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F91E66B-7A17-28AA-9D6F-437126AA69BB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DC074C6-F89B-C2D9-36EA-E9308C0C3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22C48EE-0601-6539-B3DF-A2B1A5F7187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97A4CD8-B88C-233C-A500-654AEAC45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A1A4C8-914D-9032-6327-DB75E3B6EFFB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6DA0F96-1AD8-1CE7-1B96-F66DB855F2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7D6FC11-0D4A-BF75-7581-4BBA0BD807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9121A0C-44B8-3033-BB94-E8CD5CE121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7C06D1D-2A37-AE40-EC05-BCCBD8112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F74428E-96E6-9B36-2B4D-A4351BF6C3A1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27A822B-B5DE-E09A-46D2-249A5847330B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77D6ABB-2148-1018-B1A3-B6E63D95B02A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78DE356-EF2B-DFEA-93A0-325C3DCCF431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7E9A8F-3DAA-41D7-AA05-4FCDA1472369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3D2AA88-1460-52D9-A133-D0DEEFC828BC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712167E-5B16-ED46-790B-508DFA249F66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BC63062-0765-275D-09B1-9AB5414EA731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204797B-C2E1-F710-C36F-1A9E287F220F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A0C0E02-FD07-8F8E-BEEE-E6B36776D4DF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927A672-2233-C95A-E80B-4CAC3C2DB80B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82D620C-C8D7-297F-DD58-2FAE9F74B2F0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A4B8BB7-B8F8-BC52-3EFA-5681996ADCC7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1E21AB-008D-BABE-2A05-0219E6A18F33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3D96291F-021A-0997-C6E5-6768B4D66FFF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9F1D83-6A78-58E0-D56B-4DBFFA688D75}"/>
              </a:ext>
            </a:extLst>
          </p:cNvPr>
          <p:cNvSpPr/>
          <p:nvPr/>
        </p:nvSpPr>
        <p:spPr>
          <a:xfrm>
            <a:off x="1655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84ABDB-FC86-5A83-F4AD-2167D01F606B}"/>
              </a:ext>
            </a:extLst>
          </p:cNvPr>
          <p:cNvSpPr/>
          <p:nvPr/>
        </p:nvSpPr>
        <p:spPr>
          <a:xfrm>
            <a:off x="165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CB6010-1720-E83C-83B7-CB3DA63D5DD6}"/>
              </a:ext>
            </a:extLst>
          </p:cNvPr>
          <p:cNvSpPr/>
          <p:nvPr/>
        </p:nvSpPr>
        <p:spPr>
          <a:xfrm>
            <a:off x="237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414A88-EFBC-29E8-AFA6-0EA7D9FEDD3D}"/>
              </a:ext>
            </a:extLst>
          </p:cNvPr>
          <p:cNvSpPr/>
          <p:nvPr/>
        </p:nvSpPr>
        <p:spPr>
          <a:xfrm>
            <a:off x="525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BE185F-9132-6F57-0C96-16C9FCC02C4E}"/>
                  </a:ext>
                </a:extLst>
              </p:cNvPr>
              <p:cNvSpPr txBox="1"/>
              <p:nvPr/>
            </p:nvSpPr>
            <p:spPr>
              <a:xfrm>
                <a:off x="12081000" y="288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BE185F-9132-6F57-0C96-16C9FCC02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1000" y="2889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697458-4F4C-A6CF-8613-131C733FDC70}"/>
                  </a:ext>
                </a:extLst>
              </p:cNvPr>
              <p:cNvSpPr txBox="1"/>
              <p:nvPr/>
            </p:nvSpPr>
            <p:spPr>
              <a:xfrm>
                <a:off x="14691000" y="288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697458-4F4C-A6CF-8613-131C733FD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1000" y="2889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9748515-07A7-99E6-836E-12FE54EEFEC0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9748515-07A7-99E6-836E-12FE54EEF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27A1B712-E2CF-8A3C-4337-27F924C896A0}"/>
                  </a:ext>
                </a:extLst>
              </p:cNvPr>
              <p:cNvSpPr/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27A1B712-E2CF-8A3C-4337-27F924C896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5A876E45-4E60-4209-EDDA-7A5EBBFDD164}"/>
              </a:ext>
            </a:extLst>
          </p:cNvPr>
          <p:cNvSpPr/>
          <p:nvPr/>
        </p:nvSpPr>
        <p:spPr>
          <a:xfrm>
            <a:off x="381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FE16C6-1266-7300-2850-95742A28192F}"/>
                  </a:ext>
                </a:extLst>
              </p:cNvPr>
              <p:cNvSpPr txBox="1"/>
              <p:nvPr/>
            </p:nvSpPr>
            <p:spPr>
              <a:xfrm>
                <a:off x="105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FE16C6-1266-7300-2850-95742A281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2709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F2374F-2DEB-FD5A-8389-96A243C62063}"/>
                  </a:ext>
                </a:extLst>
              </p:cNvPr>
              <p:cNvSpPr txBox="1"/>
              <p:nvPr/>
            </p:nvSpPr>
            <p:spPr>
              <a:xfrm>
                <a:off x="366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F2374F-2DEB-FD5A-8389-96A243C62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2709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E79928F-F126-D6A8-3C03-AB261F8FC258}"/>
                  </a:ext>
                </a:extLst>
              </p:cNvPr>
              <p:cNvSpPr txBox="1"/>
              <p:nvPr/>
            </p:nvSpPr>
            <p:spPr>
              <a:xfrm>
                <a:off x="2091000" y="279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E79928F-F126-D6A8-3C03-AB261F8FC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2799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C282521-7C81-25F9-4AD7-60EB9D3CCC3B}"/>
                  </a:ext>
                </a:extLst>
              </p:cNvPr>
              <p:cNvSpPr txBox="1"/>
              <p:nvPr/>
            </p:nvSpPr>
            <p:spPr>
              <a:xfrm>
                <a:off x="13161000" y="288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C282521-7C81-25F9-4AD7-60EB9D3CC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000" y="2889000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459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3E451-AC34-1152-3354-C3A6C732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D90A038-EC28-E1F8-DB22-720550C3BBB7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FD18319-8987-FCA4-AEAC-1A00D4980153}"/>
              </a:ext>
            </a:extLst>
          </p:cNvPr>
          <p:cNvGrpSpPr/>
          <p:nvPr/>
        </p:nvGrpSpPr>
        <p:grpSpPr>
          <a:xfrm>
            <a:off x="935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E6B59CA-409C-64BB-D525-13D5E4083B60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5719AC6-12DF-ACC1-AA15-D1B3675F0D31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0C8380E-6C98-F2BA-9A26-424C482D41BF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8925CB4-1C60-BD6B-D2EE-7E42A7845F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D3CE27-73D7-3C16-1FE4-EB28B40593D5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DC07CA6-23BF-36AE-42E6-57E22E0AC1EC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FD1B314-FA84-9FC2-7D8A-A89F3FD973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427A78C-2DC3-6BF5-7C29-244484D3E37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CC01E59-AD20-08DC-C6EC-6C3BEDAA47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862896B-BD1B-90D2-853C-C956F3B504A3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22875F7-C0CD-7508-B21F-03D7CCB95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FEA65F2-582E-2C59-1BD6-7EB7275459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FB5DB89-373E-EC3D-8232-D4C8B13C07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64971C9-2B7B-F05C-E962-C826D8BEC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7868322-9328-C4DD-EFE0-59CC1E1E5275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E92293-B66A-1552-D9EF-302EE7C057A8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82EA46C-D9E1-20CD-EF0C-686B538FD7AE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5B1AC6-6A78-DCF8-38D6-B7797F0D175F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CD0269A-A4E4-09F0-96D5-C64C6C0060B3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E37B255-8598-9661-F060-42073808D06F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B4FEF3-0EA8-93E3-E78E-47AE2C560C0B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B7F6C7C-97D8-AFAA-6650-EADAC705A3C7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1F96F4E-8F31-C07F-5E01-663640A0712B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CC1D808-465A-82C2-62D7-AA208E5E7AC1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D34C21F-2ED6-C929-9F39-1E20E4C9FC4E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3E527A1-7F90-CEB6-A1DB-58F40A388B19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AEE4B82-2C71-989D-7D67-A26C8D911B11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5EC4B9C-BA9C-7922-989C-DA8035460995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8B1256-ABB6-4262-A231-6FF2494AD935}"/>
              </a:ext>
            </a:extLst>
          </p:cNvPr>
          <p:cNvGrpSpPr/>
          <p:nvPr/>
        </p:nvGrpSpPr>
        <p:grpSpPr>
          <a:xfrm>
            <a:off x="6560249" y="4059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E4682B4-DB9B-281F-C1ED-65053BA7D62E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CAB04F8-3E08-9075-DA6F-B6AC5EEE624F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DA63D6F-4FCD-0825-1F52-CD62C7310CE1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FE39FB5-F541-01D4-88CA-A7386CC36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B1F5E35-8BFE-EC58-B8BD-F759DF37FAF6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CB77982-621E-12E2-825F-91251D07432D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2DFE51-1040-E5DF-0D22-AA885180C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52AA395-3C2D-EC7C-CA08-99D448E34A0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AB78D48-C678-C494-35E9-DF0F09DB2D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13D354-9B61-6E11-A5B6-5DEE23955933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D57F80E-F4DE-6FDD-69B0-DF37A0AAA9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B46658F-67F7-6F3F-D7D8-37C423C99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662DC54-F007-3480-09F8-B70D2D496C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B703915-B563-1FF5-DAA8-C78B6E4860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6769D8C-F59B-B78C-281F-37122B8DBA1E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68E071F-3B60-46B2-23D4-5635DEF22722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C7B0CE0-9C14-26C8-7197-A04010698C15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9206411-90D8-747A-2ED8-C778A592216F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BECCCC1-0E9B-3D95-B202-A9A60D565A75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4BE649D-0156-DC3D-2385-02A56E78367D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91DB63B-BE66-6062-B6AA-88B256DF2411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60CEC2A-F36A-C1BA-9AA5-14962A04861D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E5B5FCC-86D5-00DC-C1C6-1D3FEB21A09D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2CA37F3-2FC1-57C9-22D7-6BF6A1524C5F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6524C14-1077-B276-1E4C-1CA4347A37EC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BC0974F5-359A-8B74-49E1-D1D8E713FED3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EFC2AB0-075E-0D31-6BED-EBEFA57A38D2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0E018CB-6989-53BC-C1EB-D4C0B4FC93F0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B98EC52-D319-80F3-4FF7-C17EB6922508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CFA583-C8E5-80E4-D017-3130AEBAB600}"/>
              </a:ext>
            </a:extLst>
          </p:cNvPr>
          <p:cNvSpPr/>
          <p:nvPr/>
        </p:nvSpPr>
        <p:spPr>
          <a:xfrm>
            <a:off x="1655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81B531-374D-1E59-E29E-1A0A775EB243}"/>
              </a:ext>
            </a:extLst>
          </p:cNvPr>
          <p:cNvSpPr/>
          <p:nvPr/>
        </p:nvSpPr>
        <p:spPr>
          <a:xfrm>
            <a:off x="165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6BFFF1-BA50-7AA2-B1FB-4F9EE8A9C976}"/>
              </a:ext>
            </a:extLst>
          </p:cNvPr>
          <p:cNvSpPr/>
          <p:nvPr/>
        </p:nvSpPr>
        <p:spPr>
          <a:xfrm>
            <a:off x="237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DF6BB1-67C9-0378-DED1-943C537F1B5D}"/>
              </a:ext>
            </a:extLst>
          </p:cNvPr>
          <p:cNvSpPr/>
          <p:nvPr/>
        </p:nvSpPr>
        <p:spPr>
          <a:xfrm>
            <a:off x="525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A00E18-6080-D260-6E67-42A51D23A1E9}"/>
                  </a:ext>
                </a:extLst>
              </p:cNvPr>
              <p:cNvSpPr txBox="1"/>
              <p:nvPr/>
            </p:nvSpPr>
            <p:spPr>
              <a:xfrm>
                <a:off x="6816000" y="2754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A00E18-6080-D260-6E67-42A51D23A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2754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602409-86B4-CE7B-880D-B5ABC5BAB878}"/>
                  </a:ext>
                </a:extLst>
              </p:cNvPr>
              <p:cNvSpPr txBox="1"/>
              <p:nvPr/>
            </p:nvSpPr>
            <p:spPr>
              <a:xfrm>
                <a:off x="9426000" y="2754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602409-86B4-CE7B-880D-B5ABC5BAB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2754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A6D6F1B-7BE7-7531-C205-09A76C56E8EE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A6D6F1B-7BE7-7531-C205-09A76C56E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E21C243-35B8-641C-D178-77EE96391E75}"/>
                  </a:ext>
                </a:extLst>
              </p:cNvPr>
              <p:cNvSpPr/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E21C243-35B8-641C-D178-77EE96391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066DAFE2-7112-CEEF-C656-F0D49798A9DD}"/>
              </a:ext>
            </a:extLst>
          </p:cNvPr>
          <p:cNvSpPr/>
          <p:nvPr/>
        </p:nvSpPr>
        <p:spPr>
          <a:xfrm>
            <a:off x="381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3FDBE-3A1A-9D4C-1864-27B20DAA6C43}"/>
                  </a:ext>
                </a:extLst>
              </p:cNvPr>
              <p:cNvSpPr txBox="1"/>
              <p:nvPr/>
            </p:nvSpPr>
            <p:spPr>
              <a:xfrm>
                <a:off x="105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F3FDBE-3A1A-9D4C-1864-27B20DAA6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2709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4558DD-87F8-4364-00EC-4AF2DE0310C6}"/>
                  </a:ext>
                </a:extLst>
              </p:cNvPr>
              <p:cNvSpPr txBox="1"/>
              <p:nvPr/>
            </p:nvSpPr>
            <p:spPr>
              <a:xfrm>
                <a:off x="366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4558DD-87F8-4364-00EC-4AF2DE03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2709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020D808-6B35-DE91-BEA9-79A364F49327}"/>
                  </a:ext>
                </a:extLst>
              </p:cNvPr>
              <p:cNvSpPr txBox="1"/>
              <p:nvPr/>
            </p:nvSpPr>
            <p:spPr>
              <a:xfrm>
                <a:off x="2091000" y="279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020D808-6B35-DE91-BEA9-79A364F49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2799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71B702-2806-D2F5-1B39-E8B2A6830260}"/>
                  </a:ext>
                </a:extLst>
              </p:cNvPr>
              <p:cNvSpPr txBox="1"/>
              <p:nvPr/>
            </p:nvSpPr>
            <p:spPr>
              <a:xfrm>
                <a:off x="7941000" y="2844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71B702-2806-D2F5-1B39-E8B2A6830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2844000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5EF3DB33-2CD1-1FC6-7DF7-63788DD2DE84}"/>
              </a:ext>
            </a:extLst>
          </p:cNvPr>
          <p:cNvSpPr/>
          <p:nvPr/>
        </p:nvSpPr>
        <p:spPr>
          <a:xfrm>
            <a:off x="800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AA58355-C8F8-5E63-EF99-E56F246D4902}"/>
              </a:ext>
            </a:extLst>
          </p:cNvPr>
          <p:cNvSpPr/>
          <p:nvPr/>
        </p:nvSpPr>
        <p:spPr>
          <a:xfrm>
            <a:off x="800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FC19CB8-346F-2CE5-9CEF-4D4FE4BDF4CD}"/>
              </a:ext>
            </a:extLst>
          </p:cNvPr>
          <p:cNvSpPr/>
          <p:nvPr/>
        </p:nvSpPr>
        <p:spPr>
          <a:xfrm>
            <a:off x="1016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AB213C9-A322-B633-9F1A-5092281E3563}"/>
              </a:ext>
            </a:extLst>
          </p:cNvPr>
          <p:cNvSpPr/>
          <p:nvPr/>
        </p:nvSpPr>
        <p:spPr>
          <a:xfrm>
            <a:off x="1088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A2F8899-EC6B-810D-21E7-F36F3558A696}"/>
              </a:ext>
            </a:extLst>
          </p:cNvPr>
          <p:cNvSpPr/>
          <p:nvPr/>
        </p:nvSpPr>
        <p:spPr>
          <a:xfrm>
            <a:off x="872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111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0658B-9A8C-AEDC-2FDD-88A643FD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466EA47-CD50-0016-B63B-46CA037E451A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3EBCEE8-3C35-2042-273F-51412741B2F8}"/>
              </a:ext>
            </a:extLst>
          </p:cNvPr>
          <p:cNvGrpSpPr/>
          <p:nvPr/>
        </p:nvGrpSpPr>
        <p:grpSpPr>
          <a:xfrm>
            <a:off x="935249" y="4059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EDF0CA2-1004-ADA8-4D75-79C2E4BA793B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409FD67-D2B9-27F0-3311-90E8B46DC26F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4EC70C9-B0EE-F95E-D324-5ECEB8CDB098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F9E36F4-DA14-B5EC-511D-B12790FB0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8BF196C-E0D8-9084-3606-336B43FD617D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DD439BA-0480-7E9E-0765-5EDCFFBFF46F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BC5A2FE-2732-DC8B-1426-E514659EA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2495459-974B-A044-8AAF-EF8C744BCE4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830BE52-6173-7B05-EA41-3C12080189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1B6B402-6911-783B-E669-088CAE98A307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7E3DD2A-DBE4-A595-1EC9-236D35C44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6B3FA4E-FD8C-42B3-E0B1-2AC557FF3E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B616435-B8C2-FEA7-CD2B-1F7117347F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D8C57CA-CD43-EB6E-BD42-BE64ED26E9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A0570E7-60C6-94E8-0939-57FA6A599928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7948B6B-7E7D-07F5-DEF1-10FCBA826095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D78CFE-C31A-FD82-ACA2-4C9191E06CAE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4AEAC57-01C3-39B2-BA76-ECC789CAEE84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D4932B2-8B41-1BBF-967D-A68E06338AC2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69B6028-746B-33FE-F789-182788CFAEE6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A504AD8-D4E7-382C-D554-90684BF43A1E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C6444BA-48F3-BF36-92E9-0E76E2FFDCB1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2D0E642-CFDD-9EA3-0666-2DEFE7BA4CF0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2CF1584-A3A7-813F-7ED0-11B7B9906A14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F04F83E-EED3-15F9-C54D-4A54E382C28B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5C3EAE0-FEE1-88C4-5729-608AA717B529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EDF8F96-FB92-1B45-4685-7A431271F4BA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91CD852-C98F-3B9D-5B03-33D467CC8981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853929-C74F-795E-5681-C45B26D90A31}"/>
              </a:ext>
            </a:extLst>
          </p:cNvPr>
          <p:cNvGrpSpPr/>
          <p:nvPr/>
        </p:nvGrpSpPr>
        <p:grpSpPr>
          <a:xfrm>
            <a:off x="6560249" y="4059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EC30EBD-7D7C-7955-DD18-7D1D00FA29F4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CD743E6-3B96-4787-5804-17A0968236E1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2B7EFF0-38F4-BA34-9802-2A70D7BE70DE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F2FBD1D-DA0D-4D84-76EB-19D121625B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5DD2C5B-696B-5D91-28DD-C1CE03EFC2B2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CA4C14-BD2C-E7A9-A75C-669AF3EB4F0B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564D5F4-A18D-D8B9-AE6B-CE7BCDFDF5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05E9B9-0A1A-6751-2F6F-139150C4B25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8FC7F4B-D65E-0621-A1E7-8911C3446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052466E-95C5-8AF5-2D37-23CCF268EC2E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8B16A0D-EF6E-2470-0D54-B6E0F4DE68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4628B5B-27D3-E0FD-ECB5-5B4EC2AE2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B3A464-39C7-B5E9-4E35-FBAB9F35A2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EE77A1-4C40-83C6-74E9-4696E9F4A5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D1A3698-1D73-12F5-B24C-2DA53C8FC8E1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E834B69-E322-7E9C-FED8-25CFC2798E31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1997809-6E73-391F-C06C-9922F7E585ED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3DB1302-F0D8-41B7-105C-DE2F7317AB13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63A1E8C-DD0F-7376-1AB1-E4A2C15DD81D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B5CF612-171F-7E08-ECFC-3E3055051AA1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259378E-478E-0F29-CED1-CFE9AC677CA1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3F1D282-CDBB-FFD0-A3DC-36CC741AB398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2F841E3-52F2-1BA8-417B-90390337B0BD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DF09203-EB22-91A1-2211-ACF78433EDC0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583EBB2-8016-FC25-0572-EE38696D8026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AD969D6-D2B6-3074-C672-906A983722CA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985248B-B3AA-FC92-47B1-CF9438A6CB57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141CEBC-1BF3-9F0A-C309-DE6C37673E9B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093192E7-E7F6-7243-7343-109B2AA3904A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2594A0-E0FA-28E7-793A-79761D68E263}"/>
              </a:ext>
            </a:extLst>
          </p:cNvPr>
          <p:cNvSpPr/>
          <p:nvPr/>
        </p:nvSpPr>
        <p:spPr>
          <a:xfrm>
            <a:off x="1655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01FD7E-7199-0BD5-7740-0496804AB67D}"/>
              </a:ext>
            </a:extLst>
          </p:cNvPr>
          <p:cNvSpPr/>
          <p:nvPr/>
        </p:nvSpPr>
        <p:spPr>
          <a:xfrm>
            <a:off x="165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F0EEF6-B3A1-0DE1-8A11-9644658F1A7F}"/>
              </a:ext>
            </a:extLst>
          </p:cNvPr>
          <p:cNvSpPr/>
          <p:nvPr/>
        </p:nvSpPr>
        <p:spPr>
          <a:xfrm>
            <a:off x="237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FD8A4C-A79B-ED13-1BCB-6F060DEF750B}"/>
              </a:ext>
            </a:extLst>
          </p:cNvPr>
          <p:cNvSpPr/>
          <p:nvPr/>
        </p:nvSpPr>
        <p:spPr>
          <a:xfrm>
            <a:off x="525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BA4A8E-1BF0-F6D6-D780-E5370B15DC85}"/>
                  </a:ext>
                </a:extLst>
              </p:cNvPr>
              <p:cNvSpPr txBox="1"/>
              <p:nvPr/>
            </p:nvSpPr>
            <p:spPr>
              <a:xfrm>
                <a:off x="6816000" y="2754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BA4A8E-1BF0-F6D6-D780-E5370B15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2754000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51E35D-9C79-B444-10BC-7472313E1EB3}"/>
                  </a:ext>
                </a:extLst>
              </p:cNvPr>
              <p:cNvSpPr txBox="1"/>
              <p:nvPr/>
            </p:nvSpPr>
            <p:spPr>
              <a:xfrm>
                <a:off x="9426000" y="2754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51E35D-9C79-B444-10BC-7472313E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2754000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2A85EB1-5329-703E-0232-9E4B2C4AD56F}"/>
                  </a:ext>
                </a:extLst>
              </p:cNvPr>
              <p:cNvSpPr/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2A85EB1-5329-703E-0232-9E4B2C4AD5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86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E2D0F22F-FCB8-D1F3-7E37-8ADFB19B5636}"/>
              </a:ext>
            </a:extLst>
          </p:cNvPr>
          <p:cNvSpPr/>
          <p:nvPr/>
        </p:nvSpPr>
        <p:spPr>
          <a:xfrm>
            <a:off x="3815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856A3D-A72B-51B9-DC88-1E9A78C28B68}"/>
                  </a:ext>
                </a:extLst>
              </p:cNvPr>
              <p:cNvSpPr txBox="1"/>
              <p:nvPr/>
            </p:nvSpPr>
            <p:spPr>
              <a:xfrm>
                <a:off x="1056000" y="2709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856A3D-A72B-51B9-DC88-1E9A78C28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2709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99FBC3-A214-C762-3FB2-1E5205D29FBF}"/>
                  </a:ext>
                </a:extLst>
              </p:cNvPr>
              <p:cNvSpPr txBox="1"/>
              <p:nvPr/>
            </p:nvSpPr>
            <p:spPr>
              <a:xfrm>
                <a:off x="3666000" y="270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99FBC3-A214-C762-3FB2-1E5205D29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2709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0A83545-CEFD-CEA8-900A-9A30A32D744D}"/>
                  </a:ext>
                </a:extLst>
              </p:cNvPr>
              <p:cNvSpPr txBox="1"/>
              <p:nvPr/>
            </p:nvSpPr>
            <p:spPr>
              <a:xfrm>
                <a:off x="2091000" y="2799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0A83545-CEFD-CEA8-900A-9A30A32D7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2799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E5CAF7-D749-E7F1-69E1-6535F81122E1}"/>
                  </a:ext>
                </a:extLst>
              </p:cNvPr>
              <p:cNvSpPr txBox="1"/>
              <p:nvPr/>
            </p:nvSpPr>
            <p:spPr>
              <a:xfrm>
                <a:off x="7941000" y="2844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E5CAF7-D749-E7F1-69E1-6535F8112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2844000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D93DCB3A-1C21-992A-CBB1-E1B9D1C76545}"/>
              </a:ext>
            </a:extLst>
          </p:cNvPr>
          <p:cNvSpPr/>
          <p:nvPr/>
        </p:nvSpPr>
        <p:spPr>
          <a:xfrm>
            <a:off x="8000249" y="5513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E8FEA71-3A0D-0C3A-7137-150A6B3A7F42}"/>
              </a:ext>
            </a:extLst>
          </p:cNvPr>
          <p:cNvSpPr/>
          <p:nvPr/>
        </p:nvSpPr>
        <p:spPr>
          <a:xfrm>
            <a:off x="800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A45346A-DD81-5540-F983-ADC24F905159}"/>
              </a:ext>
            </a:extLst>
          </p:cNvPr>
          <p:cNvSpPr/>
          <p:nvPr/>
        </p:nvSpPr>
        <p:spPr>
          <a:xfrm>
            <a:off x="1016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CEB0264-3439-7DF0-9EA3-2F57A20588DF}"/>
              </a:ext>
            </a:extLst>
          </p:cNvPr>
          <p:cNvSpPr/>
          <p:nvPr/>
        </p:nvSpPr>
        <p:spPr>
          <a:xfrm>
            <a:off x="1088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E5DCA08-E041-2EB6-1135-0FCA66003346}"/>
              </a:ext>
            </a:extLst>
          </p:cNvPr>
          <p:cNvSpPr/>
          <p:nvPr/>
        </p:nvSpPr>
        <p:spPr>
          <a:xfrm>
            <a:off x="8720249" y="4059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0A26E138-9FD0-DF80-5FF7-DCDA66BDD865}"/>
              </a:ext>
            </a:extLst>
          </p:cNvPr>
          <p:cNvSpPr/>
          <p:nvPr/>
        </p:nvSpPr>
        <p:spPr>
          <a:xfrm>
            <a:off x="1866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0AC6F3D9-F104-A8C5-E635-2D54660D89CA}"/>
              </a:ext>
            </a:extLst>
          </p:cNvPr>
          <p:cNvSpPr/>
          <p:nvPr/>
        </p:nvSpPr>
        <p:spPr>
          <a:xfrm rot="10800000">
            <a:off x="7896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</p:spTree>
    <p:extLst>
      <p:ext uri="{BB962C8B-B14F-4D97-AF65-F5344CB8AC3E}">
        <p14:creationId xmlns:p14="http://schemas.microsoft.com/office/powerpoint/2010/main" val="454535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1138-936D-4765-89D4-7C10FD7A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78AE59A-2161-B377-71C1-88FFDF124881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6D44C74-88A1-8328-CE6B-9D3F49F54E5A}"/>
              </a:ext>
            </a:extLst>
          </p:cNvPr>
          <p:cNvGrpSpPr/>
          <p:nvPr/>
        </p:nvGrpSpPr>
        <p:grpSpPr>
          <a:xfrm>
            <a:off x="935249" y="302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DC2E2E-49C4-93C3-FAA9-0B596E10246D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AFB57DA-647B-33E5-7FB7-C3F86E0913E7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DFB8CBC-0838-1AA8-7A14-9EBE83085EB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43729A9-A944-99DF-6DAF-E3555D57DF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F070DC1-9296-323A-49B6-969DAF8A7C08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C1FBC24-6D4D-130B-1528-0CB95577507C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A5CFB3C-F1E4-1402-BB34-1163F2B4FE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27B330D-C6C3-5CFB-41D8-8928FAB7105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CB1816A-3D62-322C-D4C0-17AEB685CF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9C7F276-303F-0931-A054-49E3C1E34F3F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ADCF459-5976-8A60-135E-711DD2ED92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9F8F85C-76A8-343A-8621-16B4D9752A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F5BC9BD-1E5F-E0A6-0B9E-D5D6C5896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457EBE1-4BCB-F36A-97B2-1BE993D69B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302C8CB-D94C-7A2B-F7DC-2E38D90AA3C8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333A6F-76B5-57C0-3BC7-B6035BF87050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051418-0859-9BCD-635E-F9BCA6BB1D1C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0C28E55-1EC6-7325-8EB4-4D5C8FDE6AAE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67FDB5B-5B55-E40F-2F14-FF1D96F621B2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ADF3C41-13E9-2CD1-8F76-9A0BB8F30DE6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35718A4-8970-EE7A-777A-0A697C4FD56A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5B93643-5AC4-5F81-B2BB-9091D7FB880B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792203F-7F86-C84C-48AB-7DCA4E323FF8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D5B3DF3-C5D3-D1D4-5835-4B6EED2ED1B3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1D92BFD-4743-DA3B-23EF-E4C6B9EA47BD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14A8952-0F26-8A4D-28DB-3EE91E70E23D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2FE3906-76FF-EC26-FB5F-C73FC6E7FA24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F52A5D2-50F8-8A3B-5FD0-98D33F6FC9D9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F1956D-BCCC-3600-3EED-FD84FB152408}"/>
              </a:ext>
            </a:extLst>
          </p:cNvPr>
          <p:cNvGrpSpPr/>
          <p:nvPr/>
        </p:nvGrpSpPr>
        <p:grpSpPr>
          <a:xfrm>
            <a:off x="6560249" y="302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E62FB7-209E-B985-F23F-7501513125B8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430AD93-E2E4-230F-FC1D-A1CA200438A0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1654371-60CA-AF28-F3A8-F4D657BD8211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9DB466-71C8-4A92-DA99-579E4446C1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0FCC591-6054-72A3-BC37-C744F15B5618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04F4B1-7D8F-4E14-12DD-E7D99E75161A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9C039A6-09F3-B4E0-1F2A-816C8E73F6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549B625-B75E-073B-D30C-FA5B4C24F26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14A7B7-6B9A-E61D-9660-FD253E83FA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7396E01-9493-29C0-BF02-059BC07DE898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676E6B4-A2AB-0B24-551D-CECE5050F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48E5488-47AF-9797-A30F-24E2A68847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433B5A7-1F4B-2218-895F-C25B0583D0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4DBE97B-17FD-168C-D284-955B9B3FBD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F512AC1-7682-85A2-6CC1-40B566F6169F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54629CF-50CD-9CCE-CFEC-7B15752E74AE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E04CB47-9A8B-C20D-0296-54787A9321B0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6A0349D-2074-58C0-8FA6-A8B419E40D5B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2E36C7E-A91A-EE7F-067F-AC1C8DF5E059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0717255-B562-6C56-8C2D-21ACFC023981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41F377E-BA79-138C-A87B-02AEB3E5FD7F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E2E4956-9DF2-A78E-80F4-8A3B851803A5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4F1D584-47AB-DBDD-3B7C-FE69CC3367E2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BF45533-7A40-C52A-3F55-1F5F68DED058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522F963-2BBD-52D9-E887-D56C5E81A26E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4B3A8DC-66B8-194C-9990-B8E17B93111C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EB440AC-B192-34EF-80D9-CB746C6868A3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E8720FD-47AD-C3CD-92E6-8A0FA3ABDFFD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31E3C73A-BAB3-62D0-D3B1-00D54F7962BD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83C63E-F95C-6BFB-B179-BE16AF35B7C1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83C63E-F95C-6BFB-B179-BE16AF35B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AB3EA1-C0DD-4EB3-3257-7A1AC0E0A72B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AB3EA1-C0DD-4EB3-3257-7A1AC0E0A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9CA91821-72FB-23C5-27B7-1345033DA31F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296E398-31AB-5053-491B-95D71DA94B21}"/>
                  </a:ext>
                </a:extLst>
              </p:cNvPr>
              <p:cNvSpPr/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296E398-31AB-5053-491B-95D71DA94B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99B65E-0356-7FA2-9F9D-0B98DA01C8B3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99B65E-0356-7FA2-9F9D-0B98DA01C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5584FA-7806-FE45-D0C7-96A8BEFBA55C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5584FA-7806-FE45-D0C7-96A8BEFBA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8497649-4FA6-4347-DAB4-9AD2B6EC8155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8497649-4FA6-4347-DAB4-9AD2B6EC8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F6B120-8E9F-C671-4404-3A796904B5D1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F6B120-8E9F-C671-4404-3A796904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Down 1">
            <a:extLst>
              <a:ext uri="{FF2B5EF4-FFF2-40B4-BE49-F238E27FC236}">
                <a16:creationId xmlns:a16="http://schemas.microsoft.com/office/drawing/2014/main" id="{056E11E6-08D8-191C-4299-2B396E4C1D95}"/>
              </a:ext>
            </a:extLst>
          </p:cNvPr>
          <p:cNvSpPr/>
          <p:nvPr/>
        </p:nvSpPr>
        <p:spPr>
          <a:xfrm>
            <a:off x="-2544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3ED44521-7C46-2A03-B3D9-3FB25E4413BE}"/>
              </a:ext>
            </a:extLst>
          </p:cNvPr>
          <p:cNvSpPr/>
          <p:nvPr/>
        </p:nvSpPr>
        <p:spPr>
          <a:xfrm rot="10800000">
            <a:off x="12261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</p:spTree>
    <p:extLst>
      <p:ext uri="{BB962C8B-B14F-4D97-AF65-F5344CB8AC3E}">
        <p14:creationId xmlns:p14="http://schemas.microsoft.com/office/powerpoint/2010/main" val="3873436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F8CE-95D9-5585-E1FD-B31B2D6A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2D0C78C-0FE0-FFB8-8021-0412CDE758EB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73E23A3-127E-8557-DCB7-F374FF50E2FB}"/>
              </a:ext>
            </a:extLst>
          </p:cNvPr>
          <p:cNvGrpSpPr/>
          <p:nvPr/>
        </p:nvGrpSpPr>
        <p:grpSpPr>
          <a:xfrm>
            <a:off x="935249" y="302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A7C6CE9-CE2A-39EF-7ABA-3AA9134DAF36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46B4EFE-58B8-3974-5D89-DD4376B7E77B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F51715B-F7A1-80DF-2ADF-E0670E20F68F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26A2668-92AC-BD0F-0C15-DC3FA51EE0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42186F1-EF8E-9290-D79B-034248E5FC1F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1D3A12B-4D39-8900-A186-F359612C0022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83F6744-E379-A6C2-C626-15FAEDB787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26DBC15-4E5C-FED3-90E9-ED310CF4416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21D020A-73BB-5350-FDA7-0931FFE87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513E7B4-8F95-0A1E-1B6D-24B841E7730B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DFAD51E-5199-6E29-D64D-6F22ED93AC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0F6AE2C-94E3-B388-5A6C-922B58FBC7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A2DBC25-50F1-19A8-E5F3-C351A18E4C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B3CB3E0-0C63-1F3E-9CEF-74EDF0FF68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65F0F6B-931A-7EB9-3ED2-EC2B31BAEC01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BD9BA32-A18F-8C73-7253-250642800A55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F1D91E6-FD91-3F06-E707-30F472818449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7CAB041-748E-0EDF-42FD-3A2D0201CCD9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A38B626-FCB7-1108-F090-1A4FA0831C49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42B9B3B-1064-4023-AA7C-18B2697E2251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238DCEA-D27A-C977-E954-A1E56326E607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085F1AF-CEA4-7CE4-BC6B-6A2C5D4F7FAE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10EF8C3-3638-6912-0DA9-B508315D9CC6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01731D7-9856-10EE-21CA-AB0F6FA2C6BF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D1644EC-FB69-2973-5599-61BD719DDDB4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E2B9F3-8092-01DD-3699-4F06BC27840E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49D04C0-ED9C-419D-43B8-4CECEE295408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59C29A-5543-9F1C-1976-EC1B4DA8AC88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F1B900-6D6A-36A1-C20F-E85714DEC03F}"/>
              </a:ext>
            </a:extLst>
          </p:cNvPr>
          <p:cNvGrpSpPr/>
          <p:nvPr/>
        </p:nvGrpSpPr>
        <p:grpSpPr>
          <a:xfrm>
            <a:off x="6560249" y="302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C777A4-ECC3-27A7-C7E6-DBBF50F61E4E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D310DE2-D732-34C5-0B63-A91D98A5BB0B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4366651-BBB0-73D8-99D0-1E2016DC39E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288B347-6E20-07F6-23AF-EC3515222C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4F2109D-1D77-CD02-E683-F52F162ED951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191B93-E538-CB82-266D-870DC3EE0DA0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1B814-A0EC-EF06-4751-97CA7E42A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EA09AC8-ABBA-279E-7DEB-428DEACADD1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ADFD97D-5A82-C088-A972-32F6F0CA17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DEFD19F-2901-1F15-1F0B-7C3C2CBD6EBB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C0CA87E-28BC-DC33-79C4-9E7EF7FAB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AAFE63D-4C57-2BAC-2E9F-51CBB8D79C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7D096BC-FB36-644B-5433-3D3B45CA62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3DDADEC-4A44-8144-5F8F-D02D15013A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BDF3B1F-CB6F-8E12-F407-430B982E0A30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0EA35B-1DB3-22F9-B8D4-122138FEDB91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99B421C-9185-5EAA-2CA0-CB968EFFDC43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425E802-426A-0CD0-91E3-290C68622446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77AECF6-0D3F-9EC9-47FA-B0B824BE8632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0BC7ECD-FDB2-9733-A8C6-B265D3353CF1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283B393-3339-2AAF-8A26-FDF91CEAEA16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30F3CB5-BF24-1D79-8B11-DF5E8EB6AB72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34F61D0-2DA5-FBFD-BCB7-E3DFA03145F5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23B7D979-0A6E-46E7-0EC3-9BB1921921FD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C3C446C-59BB-D229-EB63-FDF6FBE22A19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71C8DD4-916F-0D99-41DC-71FE55AFD7E0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BC717C1-36B0-A1BE-A71D-2DD717A11021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1B0CD63-453C-8230-EFBA-A8E746EAB0FE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0A9CF991-DB81-C9A7-55E9-FB2F553A2DEE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642019-86F0-7CF4-431E-40F3D7207CFB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642019-86F0-7CF4-431E-40F3D7207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438859-11C0-3A3D-5220-ADBD308FB178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438859-11C0-3A3D-5220-ADBD308FB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C69E871-F5E8-25E1-AE31-FDD17EB4BA8A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CCA521BD-44CE-33F9-2158-F3544181BEAC}"/>
                  </a:ext>
                </a:extLst>
              </p:cNvPr>
              <p:cNvSpPr/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CCA521BD-44CE-33F9-2158-F3544181B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3508C3-703E-E46E-BCDC-AA252AFFBF7F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3508C3-703E-E46E-BCDC-AA252AFFB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659E13-1A34-B680-9C01-47C629E8CBCB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659E13-1A34-B680-9C01-47C629E8C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24ECEA-C994-1AB1-2A84-2E102AD34ED8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24ECEA-C994-1AB1-2A84-2E102AD34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26AAA-CC8C-192F-1CA3-E05BD15A5F1C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26AAA-CC8C-192F-1CA3-E05BD15A5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Down 1">
            <a:extLst>
              <a:ext uri="{FF2B5EF4-FFF2-40B4-BE49-F238E27FC236}">
                <a16:creationId xmlns:a16="http://schemas.microsoft.com/office/drawing/2014/main" id="{1E3DA107-9FAA-9E74-2496-B414CD9EDD5B}"/>
              </a:ext>
            </a:extLst>
          </p:cNvPr>
          <p:cNvSpPr/>
          <p:nvPr/>
        </p:nvSpPr>
        <p:spPr>
          <a:xfrm>
            <a:off x="-2544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1AB4B025-2906-4651-543B-C30CFB2F9F97}"/>
              </a:ext>
            </a:extLst>
          </p:cNvPr>
          <p:cNvSpPr/>
          <p:nvPr/>
        </p:nvSpPr>
        <p:spPr>
          <a:xfrm rot="10800000">
            <a:off x="12261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8868AB6-2CCB-6485-87BE-2346B7881A9E}"/>
              </a:ext>
            </a:extLst>
          </p:cNvPr>
          <p:cNvSpPr/>
          <p:nvPr/>
        </p:nvSpPr>
        <p:spPr>
          <a:xfrm>
            <a:off x="786000" y="288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A40F3FD-7D09-0FAE-FCA3-D76163634C3C}"/>
              </a:ext>
            </a:extLst>
          </p:cNvPr>
          <p:cNvSpPr/>
          <p:nvPr/>
        </p:nvSpPr>
        <p:spPr>
          <a:xfrm>
            <a:off x="6411000" y="288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243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9E95E-97A8-CB51-3D9E-3C439EB4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5E89746-34F2-ECB2-C57C-73EE97767558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53C3671-BF64-C107-7393-F1F10E5B2F71}"/>
              </a:ext>
            </a:extLst>
          </p:cNvPr>
          <p:cNvGrpSpPr/>
          <p:nvPr/>
        </p:nvGrpSpPr>
        <p:grpSpPr>
          <a:xfrm>
            <a:off x="935249" y="302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F79797D-1233-4691-52CD-30B47F7D6444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3C8EC61-8360-5434-1111-4F9B26FEDA5A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9D963B6-48D6-9F46-5414-E88F987EC7BB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F459503-4142-842A-1287-F81038633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FC53D75-23F9-22F3-FA96-4695A7D899C0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566BF2B-B251-53D3-029D-DC78F1B57E2D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29A8991-5026-1E6D-D884-501179D67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6D1B4E9-5F13-A117-8D2C-BA879B7F387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8E86FD0-18FD-AF05-CF6B-86F2521DC3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B004457-7A3A-6064-4CAA-34E414695E2A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E8B5374-11AE-B78F-FDD6-4918F45E7C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113A146-ADB9-2C65-5CE7-E6E17774B4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16B6333-7342-DF58-4098-6594C7E104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666331F-739F-120A-5174-2281087057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1EDC63D-AF23-F508-CC5A-C870ADBD6619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BBE381-EBD9-DE58-B44D-9A879FB5AEBD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F8CE38C-F783-D670-AA95-560AE025FE27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BE03015-E879-BF15-135C-FB188EF34EFA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45D95D1-A022-CEF4-4407-5BAB2C7AB13A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4A2589-A739-BB63-3EA6-0B305EB45C26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9E58C5C-1E0F-830F-CE46-535BBA55701A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CEB33E7-194A-40C8-8D1A-143F89A9BAA8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B5986AB-B61E-BEFF-8ECC-DF341D11BD7A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6CB8BBF-900A-6689-607C-80870079D239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C4D3BCA-07E6-C66C-BB37-000F608F02F4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CA58733-89CD-6FFD-CEBF-591C6719E7A4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F809B63-9109-DEA5-8E63-1C11FB301DA2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E21AC7C-EA42-03CA-3EDB-92CCF6C9F2D0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E6868B1-0620-6520-2AC3-875DC84CCE29}"/>
              </a:ext>
            </a:extLst>
          </p:cNvPr>
          <p:cNvGrpSpPr/>
          <p:nvPr/>
        </p:nvGrpSpPr>
        <p:grpSpPr>
          <a:xfrm>
            <a:off x="6560249" y="302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0EF500-5D18-CBEF-4084-CB3FA545FDD3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982E962-1281-70D8-4A9B-2DE10ED30607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C273373-A38A-90F6-73CB-4A3C336FC432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A7CEE3-FE17-0256-8DE7-0226E76E9A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3713EB-48B2-DCAB-C005-F8CA8CFEDCC6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70B4FB-CA3A-91DB-CDBC-E886D7F3EFE5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DB4CF0-6EBF-34A9-8CF1-D4C177A647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19CBEFA-8F28-84D5-C0DF-2D6DE4FA724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FE8D5D4-159D-A13F-71E4-1E8882E49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FC7DC57-2322-41B5-EFF5-A9B1E4EA6D99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E52A2D4-9F99-56FD-5949-6F0F8F127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0F216C8-2C4A-EF39-BF07-F20222660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CDC9C07-08FB-9D2C-3CAE-F9834737DF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2B3A296-D9AA-5F5A-8977-325CD73743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53CE9B5-A96A-4BEE-62B8-31DBC531BF94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5ABF882-1AD7-637A-CC71-98748F0065FB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50DB124-A297-2840-8387-06077B3057BB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12C8286-4D0D-A083-AB6A-8AA265CEC564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28AEE2E-91E8-7B02-CE6A-5E217ED404F8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F2D8B9B-C391-A8D1-5345-9A7D2CF936E5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A638BEF-C0A0-686B-C2CE-6A66FC9ADEC5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A3453FB-6AB2-B3CF-163E-ADAF5CA36BBC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156211D-A3A9-D3AE-5207-9D73B7A2599F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1D9C668-88BC-6C74-3342-6B989485A605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D44AEDA-074F-1ECA-9FF0-6CB31E30D373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5052498-EE8C-5610-6399-D788634705A8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1EC4838-8438-DEF1-EB46-2ABB40622426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2A5DDB5-C0EA-E1DB-FD3C-14658E95D6B5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DAC5D300-7533-E614-5456-A8F524FA6133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2AA807-0D8A-2A0F-E38B-E664E90644E4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2AA807-0D8A-2A0F-E38B-E664E9064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42354B-9102-100E-65F0-9AA551B8467E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42354B-9102-100E-65F0-9AA551B84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8F808BD-1CB2-62AA-EAFA-CC2C74999F1C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484DF2F-F701-C8F3-9542-A5A3CFB6ED3C}"/>
                  </a:ext>
                </a:extLst>
              </p:cNvPr>
              <p:cNvSpPr/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484DF2F-F701-C8F3-9542-A5A3CFB6ED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016C81-2C5B-AEBE-F546-849255B7676A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016C81-2C5B-AEBE-F546-849255B76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B1499C-1ECF-FAFE-E837-176171AA4A4A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B1499C-1ECF-FAFE-E837-176171AA4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EAFEA95-23D8-426F-8010-1E1C8C474CD6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EAFEA95-23D8-426F-8010-1E1C8C47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9917A1-BF46-8135-7B43-7E955F194304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9917A1-BF46-8135-7B43-7E955F194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Down 1">
            <a:extLst>
              <a:ext uri="{FF2B5EF4-FFF2-40B4-BE49-F238E27FC236}">
                <a16:creationId xmlns:a16="http://schemas.microsoft.com/office/drawing/2014/main" id="{863A2499-0E09-D744-130B-97FCEEFF1C6C}"/>
              </a:ext>
            </a:extLst>
          </p:cNvPr>
          <p:cNvSpPr/>
          <p:nvPr/>
        </p:nvSpPr>
        <p:spPr>
          <a:xfrm>
            <a:off x="-2544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93061854-2554-FFE9-64DA-DF2025313916}"/>
              </a:ext>
            </a:extLst>
          </p:cNvPr>
          <p:cNvSpPr/>
          <p:nvPr/>
        </p:nvSpPr>
        <p:spPr>
          <a:xfrm rot="10800000">
            <a:off x="12261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AB7B31D-6934-1ED2-DF45-8C15F7C1B38A}"/>
              </a:ext>
            </a:extLst>
          </p:cNvPr>
          <p:cNvSpPr/>
          <p:nvPr/>
        </p:nvSpPr>
        <p:spPr>
          <a:xfrm>
            <a:off x="786000" y="288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915F592-F387-6C8E-C32D-CA973C634216}"/>
              </a:ext>
            </a:extLst>
          </p:cNvPr>
          <p:cNvSpPr/>
          <p:nvPr/>
        </p:nvSpPr>
        <p:spPr>
          <a:xfrm>
            <a:off x="6411000" y="288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188C19D-5413-BC32-D5CB-D812560875AE}"/>
              </a:ext>
            </a:extLst>
          </p:cNvPr>
          <p:cNvSpPr/>
          <p:nvPr/>
        </p:nvSpPr>
        <p:spPr>
          <a:xfrm>
            <a:off x="1158240" y="230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72024C-9ACF-9251-C00A-34E44BB08864}"/>
              </a:ext>
            </a:extLst>
          </p:cNvPr>
          <p:cNvSpPr/>
          <p:nvPr/>
        </p:nvSpPr>
        <p:spPr>
          <a:xfrm flipV="1">
            <a:off x="1146000" y="482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449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891ED-8F52-ADFA-5110-B90CADAA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0CB524D-0B97-6264-53F7-5F3C20E5733E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373071F-8A42-9F13-9736-F5DF973D4163}"/>
              </a:ext>
            </a:extLst>
          </p:cNvPr>
          <p:cNvGrpSpPr/>
          <p:nvPr/>
        </p:nvGrpSpPr>
        <p:grpSpPr>
          <a:xfrm>
            <a:off x="935249" y="302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3CADB65-53EC-ED0C-44A0-58010C000BD3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2A33151-57B9-725B-C4FD-3295D1AD8536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00049F1-B2CD-62E3-6CBF-337B41E15D4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D64E043-17AD-A2F4-874E-D0B89DCD7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B1CC8AC-158F-039B-4E84-7369C2ABDF4B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2CEA594-08E9-4D79-21C7-07176959E29A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91D3E2C-F0A5-C30E-1483-1655B8DDC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18A14E2-3D5A-E823-4463-B1B61DB85B1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BC0B39B-9D59-C7C9-6BCB-491E92CB5C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AB4B5FD-283D-FB7E-E39F-DE1FB7998842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C922A87-C659-519E-43A2-363AFC10AF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B27DD62-65EE-2439-0CE0-5BD922C02C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4D4B7C5-F9E3-1D90-E5B6-A4322211A4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1BD1E58-FD64-FC41-FA26-4CB5505A28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612CE7D-6D93-0B8D-254E-9FA0F1312BC3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E51FE4-C3AC-2F72-8E16-D418CE7409B0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B761181-34D9-A160-5596-4F30773D342F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EEB2A37-4304-8BBC-AE71-2B0F65368CAD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F6CF03B-10D4-1FD4-036B-732371D5EDF5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B8A0F52-E61F-F603-9748-D062B8F10E10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D4C380F-B1DF-E93D-4859-0544C4133BEC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ACC45E8-D958-A19E-1DB8-E5A3EB7CF450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72A6CC-122C-C2F2-A9D8-5AF5261C9E1C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C171F24-8FE6-6097-53DD-FBE5128949F4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ED62EF9-CEA4-022D-86DC-076C55D3FC7C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0D81397-1BF0-C775-192C-E43D9F897567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F157C35-82CB-BAEC-5CB8-A9069EB0D32A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3299C5A-2858-7DB9-1DC3-D42FFD1C9D34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A829E2C-F12C-D972-9044-7B3C47AB5167}"/>
              </a:ext>
            </a:extLst>
          </p:cNvPr>
          <p:cNvGrpSpPr/>
          <p:nvPr/>
        </p:nvGrpSpPr>
        <p:grpSpPr>
          <a:xfrm>
            <a:off x="6560249" y="302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0F42A02-4E3F-0EA8-9DC5-74A66D2913D2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C77D54-A9A9-BE9B-7545-5A5ED16A6A3C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89032C-522D-9DE6-D4B4-869A2B61D82B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89401B1-B70C-2251-B76A-8B59ED1197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B4D5CE5-F7EA-276C-F1E2-B5604BDEC162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BF277E-AEB9-2C35-113B-743199986209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C5ECDD0-DD2F-C4A4-03A4-177452D208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FB3B9-5C0B-BDA9-E9C3-9340645D8BC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CCED334-0B03-9FAD-734C-4934960D8C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1B62B5-677A-B2D6-A86D-AAE2E340E363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EDBB5EB-4A9B-BDEA-04D9-DF983092EC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22FBDF-7BC5-04C2-59F8-50EEA72433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04335B6-8CEE-FB28-2C92-06E9706A8A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2FB9713-8EFB-31D5-9389-D10C6AA867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5963B94-BBD5-D942-7E1F-F28C67A93E65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B35F18D-BA48-0DA5-EC69-C73B3B85B5C6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36647F3-C9A0-D902-88D1-771C4A042079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B9CBEBF-1EC6-4718-7027-9B6C8FB1B72F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BE524B5-D41B-AEE8-8C55-E8AAB7C9EED1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955238C-B0DB-6892-AC55-2205F959C0FB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C46CA84-93ED-C96A-9317-3A9A817C0743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B699E41-4D17-E3FE-DDDD-AA6BF40E5DC0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34A5684-0247-877D-4A45-25ED548153E7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A3630E9-2B86-479D-7A95-07E040978DD5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1ACED75-3B78-E535-51E3-CB5680A79929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EACC786-DA08-7163-DE8E-137AF8B68D62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E4F83B6-11DA-9A0C-1AF7-0298C7309140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4CD2FA8-7D14-CFBA-2950-B264D98F703A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BEE27A4-22D4-3CE0-18C4-219B9A52179A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A5183B-153C-F3B6-5F72-1B21C2EB60D0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A5183B-153C-F3B6-5F72-1B21C2EB6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013A42-80C7-3639-DB64-AD344DE592DA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013A42-80C7-3639-DB64-AD344DE59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7B0B347-6095-D271-C9AA-B7ECAF6EFE0F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A6B6310A-D702-10EE-F14C-43F68CD563F7}"/>
                  </a:ext>
                </a:extLst>
              </p:cNvPr>
              <p:cNvSpPr/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A6B6310A-D702-10EE-F14C-43F68CD563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555FFB-0FA0-B43E-FD15-8559F8A76ED8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555FFB-0FA0-B43E-FD15-8559F8A76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03082D-7383-23E2-2B98-BCBBE15E1827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03082D-7383-23E2-2B98-BCBBE15E1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BDC55C0-3A7F-C22F-2BB2-862F1261E376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BDC55C0-3A7F-C22F-2BB2-862F1261E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1CE2E-9E31-0AF9-30AC-006AAA7A9C3A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81CE2E-9E31-0AF9-30AC-006AAA7A9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Down 1">
            <a:extLst>
              <a:ext uri="{FF2B5EF4-FFF2-40B4-BE49-F238E27FC236}">
                <a16:creationId xmlns:a16="http://schemas.microsoft.com/office/drawing/2014/main" id="{03AB500E-3A75-9410-E06E-8FC6B198D810}"/>
              </a:ext>
            </a:extLst>
          </p:cNvPr>
          <p:cNvSpPr/>
          <p:nvPr/>
        </p:nvSpPr>
        <p:spPr>
          <a:xfrm>
            <a:off x="-2544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ADB61BEA-052D-DAE3-7B89-18CB0BFD5500}"/>
              </a:ext>
            </a:extLst>
          </p:cNvPr>
          <p:cNvSpPr/>
          <p:nvPr/>
        </p:nvSpPr>
        <p:spPr>
          <a:xfrm rot="10800000">
            <a:off x="12261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488C0C3-B3EF-A770-905C-0B3B3FCB022E}"/>
              </a:ext>
            </a:extLst>
          </p:cNvPr>
          <p:cNvSpPr/>
          <p:nvPr/>
        </p:nvSpPr>
        <p:spPr>
          <a:xfrm>
            <a:off x="786000" y="288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24348B3-0141-0E8C-A66D-404EC20A6124}"/>
              </a:ext>
            </a:extLst>
          </p:cNvPr>
          <p:cNvSpPr/>
          <p:nvPr/>
        </p:nvSpPr>
        <p:spPr>
          <a:xfrm>
            <a:off x="6411000" y="288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2C75769-B9E7-7748-DB80-FF34B6E4097F}"/>
              </a:ext>
            </a:extLst>
          </p:cNvPr>
          <p:cNvSpPr/>
          <p:nvPr/>
        </p:nvSpPr>
        <p:spPr>
          <a:xfrm>
            <a:off x="1158240" y="230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1CD4451-DE6C-8852-FBCB-356C5E77CDA4}"/>
              </a:ext>
            </a:extLst>
          </p:cNvPr>
          <p:cNvSpPr/>
          <p:nvPr/>
        </p:nvSpPr>
        <p:spPr>
          <a:xfrm flipV="1">
            <a:off x="1146000" y="482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F7C0F0-43AF-23FB-45C7-5713BAEBCEF5}"/>
              </a:ext>
            </a:extLst>
          </p:cNvPr>
          <p:cNvSpPr/>
          <p:nvPr/>
        </p:nvSpPr>
        <p:spPr>
          <a:xfrm>
            <a:off x="935249" y="3024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783FA9-66B5-C186-F296-581A1A13ECFB}"/>
              </a:ext>
            </a:extLst>
          </p:cNvPr>
          <p:cNvSpPr/>
          <p:nvPr/>
        </p:nvSpPr>
        <p:spPr>
          <a:xfrm>
            <a:off x="6560249" y="3024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490638F-E7EA-DDAA-4286-7B5B0AA01E6C}"/>
              </a:ext>
            </a:extLst>
          </p:cNvPr>
          <p:cNvSpPr/>
          <p:nvPr/>
        </p:nvSpPr>
        <p:spPr>
          <a:xfrm>
            <a:off x="3095249" y="4478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7FB5CEA-B91E-3973-4539-EB1F805BF5EC}"/>
              </a:ext>
            </a:extLst>
          </p:cNvPr>
          <p:cNvSpPr/>
          <p:nvPr/>
        </p:nvSpPr>
        <p:spPr>
          <a:xfrm>
            <a:off x="4535249" y="4478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1B04F0B-F1F1-CB47-6131-8DA74A300B47}"/>
              </a:ext>
            </a:extLst>
          </p:cNvPr>
          <p:cNvSpPr/>
          <p:nvPr/>
        </p:nvSpPr>
        <p:spPr>
          <a:xfrm>
            <a:off x="5241000" y="4478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A7A3415-8DC1-6D15-3F1B-BAC9A084AC0C}"/>
              </a:ext>
            </a:extLst>
          </p:cNvPr>
          <p:cNvSpPr/>
          <p:nvPr/>
        </p:nvSpPr>
        <p:spPr>
          <a:xfrm>
            <a:off x="7280249" y="3024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A111F7A-C32B-B548-BAFF-C2524461A684}"/>
              </a:ext>
            </a:extLst>
          </p:cNvPr>
          <p:cNvSpPr/>
          <p:nvPr/>
        </p:nvSpPr>
        <p:spPr>
          <a:xfrm>
            <a:off x="9440249" y="3024000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5B3BB63-E87F-B4CA-AFC1-FD87DC853E3E}"/>
              </a:ext>
            </a:extLst>
          </p:cNvPr>
          <p:cNvSpPr/>
          <p:nvPr/>
        </p:nvSpPr>
        <p:spPr>
          <a:xfrm>
            <a:off x="8706000" y="4478249"/>
            <a:ext cx="345751" cy="345751"/>
          </a:xfrm>
          <a:prstGeom prst="ellipse">
            <a:avLst/>
          </a:prstGeom>
          <a:solidFill>
            <a:schemeClr val="accent2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591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9F30-4DE0-1A7C-D66D-1E921E4B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B32AE07-3184-06EC-0E28-5CDC23374C28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9D40AE8-B0C2-7FDE-9F24-CDC4C6C67FF0}"/>
              </a:ext>
            </a:extLst>
          </p:cNvPr>
          <p:cNvGrpSpPr/>
          <p:nvPr/>
        </p:nvGrpSpPr>
        <p:grpSpPr>
          <a:xfrm>
            <a:off x="935249" y="302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DA51036-D594-B19C-F31A-52B7EC05BEF6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CF6A4ED-8832-8685-5339-373A9B9D63BA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F3F6265-5E34-58AC-450E-6BD387E2E2E2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56A3271-1045-15A6-A2E5-2CD812162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2D8F52F-76C6-4E5E-6F1A-B18957E4AA76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7BFBCC-7044-7947-6195-3B8C12C97741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E5CC4DC-D585-8023-D6C1-001331A26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A16F08A-C1FE-9B45-C8FF-0632B5DDE57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A20EACA-1E4A-4091-CDDB-A1FA6E0335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4DD1424-6A4C-5268-8665-E7CC4BC5CBB1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F454A00-BC79-E666-47E9-1E7A8E246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9C7C226-23A2-070F-8DE4-FA9151F29A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9554959-3ACA-8BFE-0CB3-E6F01E58B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AF3900C-EE56-81CE-34AB-4CDAA14990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863049-A033-BEFD-1C48-E69D64879BF3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EA07FC6-0D6F-599F-A8C5-1493F7B6D0AC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5441407-1500-FD3C-C326-B78D00DC11CE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F1BE8-71DF-7FFE-CF49-8CB47F92E040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B198F2-04C1-8A85-C770-D521FBE5CC18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C6578F0-2FE1-0B35-5BA8-71A9C6335C0A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9C1030A-D77F-9784-83D5-D9A013CAAB3C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67C24B9-5A68-E187-42E0-48909DB49F5D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BF0C69D-B716-2CE5-87C5-554F0C8A9799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CFDBE01-E8A7-5EF7-B937-584BB2FFE120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2FA6951-0954-459D-761F-07973E36BCA1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8C490B0-C2F6-7E35-A28B-D350D99D1B54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3F2AC8A-C126-8CBF-9A69-1C51C0D668CE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E53A236-FB1B-C0F0-8ABD-DD4263ABB958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94B198-A6B9-CE41-FDAF-0305C85C8C11}"/>
              </a:ext>
            </a:extLst>
          </p:cNvPr>
          <p:cNvGrpSpPr/>
          <p:nvPr/>
        </p:nvGrpSpPr>
        <p:grpSpPr>
          <a:xfrm>
            <a:off x="6560249" y="302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A987832-9779-2CCE-AB5A-3674AB0A70A2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739CA6B-E792-A140-B51F-430B5C970FD7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3DC5AD8-2633-A81D-4497-C12CD74A3ED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01AB81-AC4D-9FC8-F6FB-8E0FD1E14D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1D6FD0-A093-4F85-E26D-661B2ABAA216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946EB20-9AE3-FAA6-DB8F-42C164337582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B81327F-0141-C774-E45D-BF995577F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4EFA71-AED5-C6F9-A901-F1CBE532E47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9CE1038-1BD0-0776-2198-B9FF49C76B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C94698A-53AE-71A8-B8E6-E942FDFC073A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665FEDB-C060-A03C-CAFF-2A4F4B5513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E23B8DE-11B0-9B2A-327B-610FE9C27B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5B4B4C-D0FB-6511-383C-8AA1CA0FFD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8C4344A-371D-234F-1EA2-A2A9CF6A53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AF6293A-B670-0123-DA22-16295DC955F2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8550110-C709-1584-D9EB-C36E3C8816A2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2B84F68-A2C0-D628-846B-EF85D42D2702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91AE6E6-9366-7E6E-3D5D-A53ECBB888D7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1E3BCFB-4A45-90BD-6216-218F0BA8D54C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EC68554-D8EC-4011-9588-B595205297AC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08E31E4-61ED-6FE6-4017-9027A7BBBEEF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4F94515-00C4-C763-74B6-97999F5957E5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8E0E655-90CB-9BA2-E24D-838853251498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7B816B3-1845-DEFC-DCC7-ECD0180233EF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334C90B-82BD-7DA5-19DF-9F26418199D8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8DB66E4-1A02-A155-3CAB-C7A1C20B539B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62BDD88-A4BA-050B-24FE-F03B673DF457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5F9DF8C-DB1F-9780-947B-6353B8B41DE7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A708D32B-F02A-910E-C764-530ABF9E8E30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82CCE6-5E5D-F483-BE57-B641BBF19A7D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82CCE6-5E5D-F483-BE57-B641BBF19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48B548-7D10-E186-2AC0-EED734CEE3BF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48B548-7D10-E186-2AC0-EED734CEE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2AA8EB26-7D3C-8564-6878-B7E5CDE155FB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F356DD7D-C903-A8B9-608F-DBC9A767AA5C}"/>
                  </a:ext>
                </a:extLst>
              </p:cNvPr>
              <p:cNvSpPr/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F356DD7D-C903-A8B9-608F-DBC9A767AA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504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996173-8485-1CD0-4ED2-291E06B73EBB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996173-8485-1CD0-4ED2-291E06B73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FD8E2D-4B4C-510D-A650-D6D270873528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FD8E2D-4B4C-510D-A650-D6D270873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367B448-D770-C279-930C-561F2465AD79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367B448-D770-C279-930C-561F2465A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EA53A3-C35B-D3A7-14AF-554D15BCA1EF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EA53A3-C35B-D3A7-14AF-554D15BCA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A26CBF59-AB25-4C1B-6D05-DDD9FC415EEF}"/>
              </a:ext>
            </a:extLst>
          </p:cNvPr>
          <p:cNvSpPr/>
          <p:nvPr/>
        </p:nvSpPr>
        <p:spPr>
          <a:xfrm>
            <a:off x="786000" y="288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903E0BC-F9ED-A8E6-E04C-250938BB1449}"/>
              </a:ext>
            </a:extLst>
          </p:cNvPr>
          <p:cNvSpPr/>
          <p:nvPr/>
        </p:nvSpPr>
        <p:spPr>
          <a:xfrm>
            <a:off x="6411000" y="288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41F4066-8510-B9FF-4D7D-F24BBFAAFE92}"/>
              </a:ext>
            </a:extLst>
          </p:cNvPr>
          <p:cNvSpPr/>
          <p:nvPr/>
        </p:nvSpPr>
        <p:spPr>
          <a:xfrm>
            <a:off x="1158240" y="230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0D756FC-ACB4-3DF0-D468-455EEA5C53A5}"/>
              </a:ext>
            </a:extLst>
          </p:cNvPr>
          <p:cNvSpPr/>
          <p:nvPr/>
        </p:nvSpPr>
        <p:spPr>
          <a:xfrm flipV="1">
            <a:off x="1146000" y="482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CCAB736C-0D29-5FEE-F831-902D9AB58EF4}"/>
              </a:ext>
            </a:extLst>
          </p:cNvPr>
          <p:cNvSpPr/>
          <p:nvPr/>
        </p:nvSpPr>
        <p:spPr>
          <a:xfrm>
            <a:off x="-2544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60F54357-AADF-3389-8D76-379FA6F8C75E}"/>
              </a:ext>
            </a:extLst>
          </p:cNvPr>
          <p:cNvSpPr/>
          <p:nvPr/>
        </p:nvSpPr>
        <p:spPr>
          <a:xfrm rot="10800000">
            <a:off x="12261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</p:spTree>
    <p:extLst>
      <p:ext uri="{BB962C8B-B14F-4D97-AF65-F5344CB8AC3E}">
        <p14:creationId xmlns:p14="http://schemas.microsoft.com/office/powerpoint/2010/main" val="1581057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5981-1EE3-5BB9-A80D-AED2E7A5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3664D1F-C2D3-2229-18B1-66725D3090DB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A280A22-163A-7762-7D2A-A321B6C0A51E}"/>
              </a:ext>
            </a:extLst>
          </p:cNvPr>
          <p:cNvGrpSpPr/>
          <p:nvPr/>
        </p:nvGrpSpPr>
        <p:grpSpPr>
          <a:xfrm>
            <a:off x="935249" y="149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A4A2D32-0BAE-151D-13D7-4EE255A691DB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D2E57D3-37F3-5E12-69DD-97DC6AACF29C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94E1F28-04B5-6AE3-2039-0D33B599C29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8869395-7B25-99E5-4256-F91A326DD9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3D99B51-6D86-8D35-A8E1-9348BAEC0684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B3AD66B-FE5B-7D00-D826-12404AEAAE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1E190F5-9BF3-4C3E-0AAF-8802FC3356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48F9922-9EAF-7B8A-7A80-5A73B050416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8640919-B324-5E81-C5EB-5098E6812B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D634F0F-2D28-3501-3019-936A1FAE0A9B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7B86B10-2A61-283C-435E-5DFA89961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A95B20F-B3E5-D5DB-9726-7B0961BF8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E24A086-5DD7-09BC-4D75-5FDE80A41F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CFE9D2E-028A-A48E-3074-6BE6C15898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E3C3CB7-9C28-F61E-B1B8-8750F50457E2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217589A-B4E6-D013-7986-E9190E2D31FF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56704D4-C954-2AA4-789B-D7C6D718146C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E2CF1AE-ADBD-14DA-6E4A-E80E667FF0F9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D8EF509-D7ED-55CA-5123-60B03FFEF07D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74022B4-EC55-DEB0-D563-2F3CF3E91520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2E2EB61-EB97-8DAC-E15D-0BDCA807904C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3C37493-5D92-BDAF-5F48-FF82DBC40E97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947EDC-DF2F-5523-66DE-B97BD18AD1FC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CCEF2E3-E410-6D5D-E72F-AEA66567CE5D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17D8922-F476-85AD-627A-65CAAA0D3282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A85A99-C0FC-D59D-C8EE-BD4076147F9E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72FC034-CB49-2C51-F96E-1B97EA0CEBB1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D660500-D744-4B68-4FEE-33F5DC69060E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8BCECB-048F-54A7-40A8-08F430E7B275}"/>
              </a:ext>
            </a:extLst>
          </p:cNvPr>
          <p:cNvGrpSpPr/>
          <p:nvPr/>
        </p:nvGrpSpPr>
        <p:grpSpPr>
          <a:xfrm>
            <a:off x="6560249" y="149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AB21BC6-E500-DB76-B86E-AE9D8043AC6E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10D2571-20C5-C4B5-E53C-F3A90382FDF1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4E6F586-7215-7F93-5042-36F8EB4EBFFD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3114BD-D656-A706-E1D6-E94F05871A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43B0327-BB0B-7C27-89DD-DA8DFD8C0910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3B693F8-E5D9-3333-5752-82DBD8A11D58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1975A01-4C29-26B9-1D6A-2F13E9E9BB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F269DE7-1612-FB17-0AF7-B374E4CA4F3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2BAB4AC-7DA8-0E1C-4043-8DDBFB6D2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E74EC4-46F9-F806-30D1-0369CD697B6D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6AF031-DC34-5E1E-2D01-31250DB861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1793269-3B40-9A3A-BC54-3EDF7CADFB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545A655-201F-3C26-74DE-2D88B3D42C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16F3B0B-A96E-628B-D6C5-4B46C4C077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76EC310-1301-D284-A0AB-7B12B7BC6CE1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34C4148-6CAB-5589-0F50-1C60ACF62F46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FF48290-3850-A581-8BC7-69F379F9DCDA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857704F-822D-C7E1-64EE-297246EFCA4B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71BE636-E9D0-40FC-DE7F-822DD87B1E16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3EDADC4-BDC4-910C-FD95-1118251352B3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74D20B5-D28C-B70E-241B-4E6028028DE4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FE56DCA-237C-D70E-4228-0B724CAF0C1E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8292D77-337C-CB53-BF61-7A1A41514E5E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3344849-739C-37CA-26E4-D16623655F25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FB36DFD-FEF7-ED86-64A0-91853557B0FE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B748D4-BFD5-CA47-1981-32222D225038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B3C034B-882D-63F4-1B1D-E73318F5C62D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E4845E7-C984-5EF2-0C1B-3C605B738849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197333EB-A84C-6258-81AA-5C5F2F0F4074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CEB7EF-88B2-C506-C2E5-115BDFF055E5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CEB7EF-88B2-C506-C2E5-115BDFF0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C81ED6-670F-AB3E-B511-3C5A9B956B2B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C81ED6-670F-AB3E-B511-3C5A9B956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41F71BD8-CD19-92D9-7F03-EDFE9F19BAFA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20CA1BC4-D4AD-46BE-C7F8-2CCFB8567DFC}"/>
                  </a:ext>
                </a:extLst>
              </p:cNvPr>
              <p:cNvSpPr/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20CA1BC4-D4AD-46BE-C7F8-2CCFB8567D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611789-9B4D-1D11-9428-BFDB8DD1CE8C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611789-9B4D-1D11-9428-BFDB8DD1C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008CFD-C4DA-14CA-4B22-A7F530907C0E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008CFD-C4DA-14CA-4B22-A7F530907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DCA9D87-4242-8DA5-4F2D-CCC61C3E01B4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DCA9D87-4242-8DA5-4F2D-CCC61C3E0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3E2FA5-0D0C-96A6-32DC-4740766B386E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3E2FA5-0D0C-96A6-32DC-4740766B3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7921F71F-DC4A-A7B8-173E-51535A42C59C}"/>
              </a:ext>
            </a:extLst>
          </p:cNvPr>
          <p:cNvSpPr/>
          <p:nvPr/>
        </p:nvSpPr>
        <p:spPr>
          <a:xfrm>
            <a:off x="786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F52B14F-D2B2-5CC3-B49A-89ABED2CA95A}"/>
              </a:ext>
            </a:extLst>
          </p:cNvPr>
          <p:cNvSpPr/>
          <p:nvPr/>
        </p:nvSpPr>
        <p:spPr>
          <a:xfrm>
            <a:off x="6411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ABCF121-492A-C8A7-B1F9-DE427174C814}"/>
              </a:ext>
            </a:extLst>
          </p:cNvPr>
          <p:cNvSpPr/>
          <p:nvPr/>
        </p:nvSpPr>
        <p:spPr>
          <a:xfrm>
            <a:off x="1158240" y="77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AE8D496-A1A5-2B33-2499-2FE613C59495}"/>
              </a:ext>
            </a:extLst>
          </p:cNvPr>
          <p:cNvSpPr/>
          <p:nvPr/>
        </p:nvSpPr>
        <p:spPr>
          <a:xfrm flipV="1">
            <a:off x="1146000" y="329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01CD1FAC-21F8-7C43-81B6-D2AFD1CB1C12}"/>
              </a:ext>
            </a:extLst>
          </p:cNvPr>
          <p:cNvSpPr/>
          <p:nvPr/>
        </p:nvSpPr>
        <p:spPr>
          <a:xfrm>
            <a:off x="-1194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A7833D83-5881-EB37-F84C-5A093A871D7A}"/>
              </a:ext>
            </a:extLst>
          </p:cNvPr>
          <p:cNvSpPr/>
          <p:nvPr/>
        </p:nvSpPr>
        <p:spPr>
          <a:xfrm rot="10800000">
            <a:off x="10956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F5904A-72AA-3B9E-0615-19833DB9A7A8}"/>
                  </a:ext>
                </a:extLst>
              </p:cNvPr>
              <p:cNvSpPr txBox="1"/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F5904A-72AA-3B9E-0615-19833DB9A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blipFill>
                <a:blip r:embed="rId10"/>
                <a:stretch>
                  <a:fillRect l="-4079" r="-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1B3C54-6D75-95D3-F065-A2B248351E41}"/>
                  </a:ext>
                </a:extLst>
              </p:cNvPr>
              <p:cNvSpPr txBox="1"/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1B3C54-6D75-95D3-F065-A2B248351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201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0545F-02CE-460F-AFAB-5FD065BC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D564C52-D8E8-5F44-F4F7-8F04283BE274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186FDBF-DA9C-892B-690E-2D8A11305269}"/>
              </a:ext>
            </a:extLst>
          </p:cNvPr>
          <p:cNvGrpSpPr/>
          <p:nvPr/>
        </p:nvGrpSpPr>
        <p:grpSpPr>
          <a:xfrm>
            <a:off x="935249" y="149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B65CC89-CCE6-F4AB-BB04-B268E68C7BC7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871EE4B-2A7C-4103-4B35-1F31E4B9B1A8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498A837-9618-DBF2-7B97-EE3DA48E9546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993B25F-9832-E1A4-3DE9-A29A7FC6C8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0AC121A-F14D-FB1C-2532-E75B2D64FCC4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90C7834-0707-64C7-545A-A942575B0118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A08DC83-B1DC-D549-CDB8-AB2672E610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0627D43-AFB6-7749-27AF-91E0B1E86DD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0756CE6-C992-2E5B-2F40-819DFE98C4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5CC7746-07C4-2F87-6F4F-4EFAABCAD5FF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9F5D4AB-8B9D-7296-F93E-881DB6AE8E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C84A6E6-CE87-E0AC-F920-D8D652458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CF022C0-7E3C-27D0-C238-307DEC637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7F4CD3B-3327-4627-7A6F-529937113F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A9C8DC-E149-796A-BDBF-E27C3DE0FF17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ABD059-B4E3-22A3-E6CF-E438A6E6E4A3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344DA63-36BC-6405-3214-908931653BAD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672DB44-646D-B2C3-AF75-7E4BA0BFC845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CEDF101-BD69-B03D-E944-B5D437E10ED4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CB7AEB5-E0A7-1AEA-8E51-BBCBCC65BBFB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AD0D55C-7901-BE44-7B99-6044B8B2EDBB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D30DA9-BA1A-EAB5-2B88-76987BCB9F40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B8C3030-AB9E-F0E2-6D4D-C0BCF6B33387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A216D84-52A1-81B2-33FC-3FB2EDB9A2E9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9C8416D-D717-F4E0-A5AF-5E32FB2E68A5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4ECA6F5-F871-6BE3-8F1B-D2A6A68F920E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1DA6AFC-AED8-B0CE-5BE9-9906DB2BBF53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FAC9D04-CC8E-E4E7-3295-34048667BAA5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4926860-AB58-2CEB-99B4-A3A64029EEC2}"/>
              </a:ext>
            </a:extLst>
          </p:cNvPr>
          <p:cNvGrpSpPr/>
          <p:nvPr/>
        </p:nvGrpSpPr>
        <p:grpSpPr>
          <a:xfrm>
            <a:off x="6560249" y="149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F526AD0-69CF-F584-4C18-1B186BA8C096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57E27B-F6AF-6882-7167-F72471291DE3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8B5A965-165B-F4C5-089B-B1C7691921BD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850370-A2B5-71D1-B1E7-DE7CE0E1D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10801ED-5CDC-555F-7291-B9588BE89F53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B6B76B-43CA-888A-7F8C-0BB6A187CCB9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A042F2C-B668-2996-2490-D6FFBA2B43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22EC4B4-4853-54E1-72B7-C741E5F744C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1754CE1-4554-8748-33E3-6CE7F7E29F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943D2B0-5F84-34DC-DA7C-4191FD82D213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8E33E4F-4211-CAF3-7945-1F400A209B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4B8C221-614F-0F1A-8989-4262253DB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4FF626-908B-44DD-7488-C88C5402E9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AA9C602-5CEE-E7F5-7695-7D017053E2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0BA341F-E584-5BE9-D644-2C3B6C69D098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47C910F-1C26-3512-CE15-A7556A136866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2A5F1EF-CD9A-423E-7C14-88CA385CA378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B278018-5F26-2E4B-6C72-34FC870E0906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94115DB-C799-798A-6B6A-0DE2ADB6C72E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014AFBB-E13A-6312-7017-707917FF0AB9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5C5A8D4-D134-C33F-1574-2544ADBBDAC4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A8C1176-15AD-4270-FD09-DFF293C514DE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B693C1D-C081-390D-5895-1F4B03689A47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7E45036-A632-4A92-583C-F395B640CB88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52EDF1C-A439-6136-C8EF-53C9DC6CC45B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15D9F08-6D55-9743-E15A-A331F887436C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80CFC3E-2394-6BAC-781D-81E92A37B419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40E20B1-292D-C9F5-C87D-F8F2DDBA4269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53EEB8AD-CC2A-A442-F271-ACEE7994D33C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BEEC8B-DC5D-B86D-8D1D-3975136F04D6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BEEC8B-DC5D-B86D-8D1D-3975136F0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9E3224-264F-0C77-A7D8-D64574B92D10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9E3224-264F-0C77-A7D8-D64574B92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CB69B357-2DA7-9F57-AC31-4398CCC7886D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518CC95F-5170-619C-D574-BE97CD28EFBF}"/>
                  </a:ext>
                </a:extLst>
              </p:cNvPr>
              <p:cNvSpPr/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518CC95F-5170-619C-D574-BE97CD28E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BB28D8-4B75-BE8C-9FA6-90663E0D015F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BB28D8-4B75-BE8C-9FA6-90663E0D0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17A882-64D3-A9D6-2A87-8DAC719B4D0D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17A882-64D3-A9D6-2A87-8DAC719B4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A00B7C4-FC75-84B6-85E7-CA70F13114AD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A00B7C4-FC75-84B6-85E7-CA70F1311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F7D948-1496-D2E1-195A-1069474E3483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F7D948-1496-D2E1-195A-1069474E3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FAE6B286-D8B8-13F9-17F2-CE75D62CA99B}"/>
              </a:ext>
            </a:extLst>
          </p:cNvPr>
          <p:cNvSpPr/>
          <p:nvPr/>
        </p:nvSpPr>
        <p:spPr>
          <a:xfrm>
            <a:off x="786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A85C67A-FF73-209C-21C2-7D7FAF8728C4}"/>
              </a:ext>
            </a:extLst>
          </p:cNvPr>
          <p:cNvSpPr/>
          <p:nvPr/>
        </p:nvSpPr>
        <p:spPr>
          <a:xfrm>
            <a:off x="6411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161B3D1-44D8-AD47-017F-D6DB67BD1EB7}"/>
              </a:ext>
            </a:extLst>
          </p:cNvPr>
          <p:cNvSpPr/>
          <p:nvPr/>
        </p:nvSpPr>
        <p:spPr>
          <a:xfrm>
            <a:off x="1158240" y="77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86A9E2B-8B0E-F02D-DD05-B4983206BEAA}"/>
              </a:ext>
            </a:extLst>
          </p:cNvPr>
          <p:cNvSpPr/>
          <p:nvPr/>
        </p:nvSpPr>
        <p:spPr>
          <a:xfrm flipV="1">
            <a:off x="1146000" y="329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C7F8075B-0A07-9088-5324-EC65D24F4A94}"/>
              </a:ext>
            </a:extLst>
          </p:cNvPr>
          <p:cNvSpPr/>
          <p:nvPr/>
        </p:nvSpPr>
        <p:spPr>
          <a:xfrm>
            <a:off x="-2499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BF66961E-0940-A6E6-0A59-15ED9F362644}"/>
              </a:ext>
            </a:extLst>
          </p:cNvPr>
          <p:cNvSpPr/>
          <p:nvPr/>
        </p:nvSpPr>
        <p:spPr>
          <a:xfrm rot="10800000">
            <a:off x="12261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D41696-2549-3B66-877B-600D66DE2EE2}"/>
                  </a:ext>
                </a:extLst>
              </p:cNvPr>
              <p:cNvSpPr txBox="1"/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D41696-2549-3B66-877B-600D66DE2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blipFill>
                <a:blip r:embed="rId10"/>
                <a:stretch>
                  <a:fillRect l="-4079" r="-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AF2C0E-A260-ADDE-3860-A9252B39BC3A}"/>
                  </a:ext>
                </a:extLst>
              </p:cNvPr>
              <p:cNvSpPr txBox="1"/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AF2C0E-A260-ADDE-3860-A9252B39B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Arrow: Down 66">
            <a:extLst>
              <a:ext uri="{FF2B5EF4-FFF2-40B4-BE49-F238E27FC236}">
                <a16:creationId xmlns:a16="http://schemas.microsoft.com/office/drawing/2014/main" id="{C838E5C9-346E-DC98-CC41-5A00CD1B79C4}"/>
              </a:ext>
            </a:extLst>
          </p:cNvPr>
          <p:cNvSpPr/>
          <p:nvPr/>
        </p:nvSpPr>
        <p:spPr>
          <a:xfrm>
            <a:off x="13116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101611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5DE6-36AE-855C-CCB7-0D3E272E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1FB6607-2CE5-640D-13A7-156DD2CF3FE3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1BBEE92-1CE9-0D06-5CD1-04BCE76CC3B9}"/>
              </a:ext>
            </a:extLst>
          </p:cNvPr>
          <p:cNvGrpSpPr/>
          <p:nvPr/>
        </p:nvGrpSpPr>
        <p:grpSpPr>
          <a:xfrm>
            <a:off x="935249" y="149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A21F9F8-4941-8692-1A32-B3C756D1534B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25542DE-0065-2508-AC45-BB494A8183B3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0329358-8567-76E3-9CE2-1391190D18A2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EA08ED2-B9AA-C789-81CC-C0766544F9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0E6B712-F159-B7DE-D17A-9F7FEAA38867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66F45E2-6D4F-6384-964C-0878030C3403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8634CA3-93C4-6550-DC09-797890FE0A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3CDEC4-BDEA-678F-A563-A0E19BB397B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3237371-6BEF-92F7-849E-C244DEA28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3F3A9B2-3426-DEA6-7B2C-912A81E2EB07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6289A19-BDCF-B070-7618-04F3F03021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8424CEF-C840-0228-0B7E-C1EE97B34F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2AAE9CF-0031-3EBC-0D6B-A9CEB51A1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26AEA13-F990-803C-3157-877FFECF65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764C9E9-4F3C-A339-DA68-5B60878E6F86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7BCE1F1-4549-77A8-A378-526279E482F7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333564E-C0A1-BB49-A82C-470A4508B03B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4ED88C-FA56-D622-4407-EE7FE57290DB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7A87E99-66E5-80EB-4DE7-B93328CBF9AA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10DE75F-4F33-5E25-E1A8-8E9572B595E6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CECA139-E626-4651-9DDC-C7C6A408D518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D252D4A-170E-72BA-7BB5-A0922C371E5F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B367B79-A97D-20C2-726A-419763EE21C6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0E9B80F-02D1-59C2-0829-C56131DAC45B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F8750FB-3C15-B153-0C8B-DE01BD7FAB89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A8D9CB3-F85B-219B-9A61-AAD58293F17E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E576004-B370-380E-B865-7D2AB3B53DBC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B97A0A4-D72E-58F2-0E9B-9BD8562824E0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D6F234-6CDC-7071-B2B4-802936CB935C}"/>
              </a:ext>
            </a:extLst>
          </p:cNvPr>
          <p:cNvGrpSpPr/>
          <p:nvPr/>
        </p:nvGrpSpPr>
        <p:grpSpPr>
          <a:xfrm>
            <a:off x="6560249" y="149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FDCBDBF-8E2C-E8E6-A74A-E06AE2DD60CC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08C0B7-13CE-351D-27AE-107AF1634766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441710E-07F1-988A-5DC2-912D0A2B2CFC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E389485-EC3B-C390-5AA4-99FBDEABA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0D818BE-F1EB-914A-B1EB-345A33337990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A8CB287-2A9F-2CAF-A910-8C3D5F9A60C9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E69194-9F3F-860E-77FB-D774666E21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3F622EA-7FEA-93C7-CF63-A40836B2224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450EDA5-5C9D-AC7F-EF28-9AF1AD1163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077F7B6-B570-959D-2B97-8D00CD63EA40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AFC9743-A618-0E34-FDA4-02707E0A30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2CED1CC-8F47-2E7E-28AB-C1208DF0E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9426206-3654-9271-5828-2078F93AA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739F502-5F67-F61A-4A92-F9C5E7FFB4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DF83DF7-AADA-FBDF-9734-523B430BC47B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7DD47BF-C02F-5B0E-E66C-FB81AAF3148B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44AC4A7-4843-618D-997E-61532CC21032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96E56FF-DBA4-0EDE-7268-57169A1EF2BA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5F24E00-1F7C-FB90-A1D3-3155271DCE2E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A39020-8B7E-72DA-80D1-E21ED8C4D63A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00D2B10-AC86-F335-8CC2-2ABAFB63CEF9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C2BFC77-5F13-96FB-C61A-D5877ACB2552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0C69B81-3EAD-9D8A-4F0E-5135C8DFA178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C9EF936-8477-34FD-7140-8AA323314A5C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EA84DE5-1CBC-F43D-0280-FE5A15122E98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B9E0842-CD3E-59A9-3894-E0974A80FC72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4D0BFAA-BC09-D6CC-D724-CC70122A209D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4243416-7481-7191-326E-D95FDB571CCF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E533F442-A8A4-66F6-EEB6-7CB7F51A40CF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F49CE2-299D-7B95-130C-4F1D3AA8B07A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F49CE2-299D-7B95-130C-4F1D3AA8B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C73CE2-079B-3071-818D-AB3601080DCE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C73CE2-079B-3071-818D-AB3601080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C4C17F35-0958-A39D-55DA-F854745BF04E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A5F974B-9D4D-5240-FEF4-6D8842EC34F8}"/>
                  </a:ext>
                </a:extLst>
              </p:cNvPr>
              <p:cNvSpPr/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A5F974B-9D4D-5240-FEF4-6D8842EC34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791572-7FC8-585F-AEEE-5D86734F825E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791572-7FC8-585F-AEEE-5D86734F8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F49C1A-1848-86A0-C7F4-7427AC5B9005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F49C1A-1848-86A0-C7F4-7427AC5B9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3102810-4AC8-6AEB-0C21-637D18014E30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3102810-4AC8-6AEB-0C21-637D1801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E60114-CF06-D505-52CA-3E30C58BBD24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E60114-CF06-D505-52CA-3E30C58BB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E9DEFCFB-CC73-5D5C-3E12-F6B0AF3BC2AD}"/>
              </a:ext>
            </a:extLst>
          </p:cNvPr>
          <p:cNvSpPr/>
          <p:nvPr/>
        </p:nvSpPr>
        <p:spPr>
          <a:xfrm>
            <a:off x="786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A198B1B-37D9-DD2E-4B36-52AE1664ADF5}"/>
              </a:ext>
            </a:extLst>
          </p:cNvPr>
          <p:cNvSpPr/>
          <p:nvPr/>
        </p:nvSpPr>
        <p:spPr>
          <a:xfrm>
            <a:off x="6411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5D3EAE2-EC51-4390-01CD-5B9159A841B6}"/>
              </a:ext>
            </a:extLst>
          </p:cNvPr>
          <p:cNvSpPr/>
          <p:nvPr/>
        </p:nvSpPr>
        <p:spPr>
          <a:xfrm>
            <a:off x="1158240" y="77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85AAD7D-12A8-00F7-FD79-427BAE4DDD06}"/>
              </a:ext>
            </a:extLst>
          </p:cNvPr>
          <p:cNvSpPr/>
          <p:nvPr/>
        </p:nvSpPr>
        <p:spPr>
          <a:xfrm flipV="1">
            <a:off x="1146000" y="329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09955B1-27E2-0540-2074-20C6D3A2B67C}"/>
              </a:ext>
            </a:extLst>
          </p:cNvPr>
          <p:cNvSpPr/>
          <p:nvPr/>
        </p:nvSpPr>
        <p:spPr>
          <a:xfrm>
            <a:off x="-1194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E11890EB-B91E-069E-177A-32ECE9BBA92F}"/>
              </a:ext>
            </a:extLst>
          </p:cNvPr>
          <p:cNvSpPr/>
          <p:nvPr/>
        </p:nvSpPr>
        <p:spPr>
          <a:xfrm rot="10800000">
            <a:off x="12261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782C3F-4CF6-2B22-5AC5-8D51BE377CA1}"/>
                  </a:ext>
                </a:extLst>
              </p:cNvPr>
              <p:cNvSpPr txBox="1"/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782C3F-4CF6-2B22-5AC5-8D51BE377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blipFill>
                <a:blip r:embed="rId10"/>
                <a:stretch>
                  <a:fillRect l="-4079" r="-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810D92-A775-FE36-4B11-1FCBDE9BEE00}"/>
                  </a:ext>
                </a:extLst>
              </p:cNvPr>
              <p:cNvSpPr txBox="1"/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810D92-A775-FE36-4B11-1FCBDE9BE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Arrow: Down 66">
            <a:extLst>
              <a:ext uri="{FF2B5EF4-FFF2-40B4-BE49-F238E27FC236}">
                <a16:creationId xmlns:a16="http://schemas.microsoft.com/office/drawing/2014/main" id="{D0B18A49-5ABE-AC04-A2B9-6D046C99A276}"/>
              </a:ext>
            </a:extLst>
          </p:cNvPr>
          <p:cNvSpPr/>
          <p:nvPr/>
        </p:nvSpPr>
        <p:spPr>
          <a:xfrm>
            <a:off x="10956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308E6E-96CF-6E6B-46DA-B92046A8FCC2}"/>
                  </a:ext>
                </a:extLst>
              </p:cNvPr>
              <p:cNvSpPr txBox="1"/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308E6E-96CF-6E6B-46DA-B92046A8F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E136B66-E0D1-211A-DDD4-E7318A7083CB}"/>
                  </a:ext>
                </a:extLst>
              </p:cNvPr>
              <p:cNvSpPr txBox="1"/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 b="0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E136B66-E0D1-211A-DDD4-E7318A708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08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7A7F-52E9-8804-0280-D4742D72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7F7063C-641A-41EF-3908-1744503261CF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3B8DD12-7E90-7514-8DCC-2235C994737F}"/>
              </a:ext>
            </a:extLst>
          </p:cNvPr>
          <p:cNvGrpSpPr/>
          <p:nvPr/>
        </p:nvGrpSpPr>
        <p:grpSpPr>
          <a:xfrm>
            <a:off x="935249" y="149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CCAE65D-C4B4-A1C4-F00F-C88384BAC597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AE66F61-43E7-7F44-0674-469FCAFC6B80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A513F0B-8212-C576-4DFA-1C29AE6C63CC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6911892-44CE-AB5E-A711-2B82BDC4CC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6B46F79-042E-4E22-9037-A95F874F1CAD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B7AB21E-9972-C664-2B57-873127E6100E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AA63A3C-E230-414C-9905-7549EE0035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E7C2EA-EF20-7155-F58F-7F5E412E3A6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EB6798F-D86D-B0BA-0B34-E8063940B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ADBC873-AB91-BC61-2429-419C216D833A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FC6E1B5-071D-C9ED-5231-F4468C735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EDECC91-078C-50BA-32D6-FDE4553A1E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F3C1A2D-452F-0ED0-BC1C-752C18B78A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403C839-2F7E-84E4-84D5-44CCE6409E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D6E7900-B5C4-1053-5720-29755AF231AE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820CD61-260A-8D55-DC73-9EAF55F42326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ADCD966-A0AC-7731-4B62-BB2963719D9C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D619805-9A41-EAB7-DD79-3E648C55D05B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B238DAD-D707-F32C-4EA6-8014D1271198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E6999C3-75CF-3DA2-413C-497E2D05FC14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103C75A-44F6-1EB0-BDEA-2FB2E54DD833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3CFB1B8-241D-979A-D0F4-8474DDED6661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57E4F56-F2CD-2455-D710-62AD70615E0E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CDF7EA7-80B3-DF16-9203-5D12C430E036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9815AA2-49DE-9DDA-BF20-534815DA7301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146CB44-3960-A641-8C45-0724BFBD1D0A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3D6DD5B-374B-D320-0407-F6F2A6A3D646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57219B9-2DC5-17A6-02C2-F831DD74D316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81FFE0-A4F2-41DC-AFE3-7D1A20E8E6C0}"/>
              </a:ext>
            </a:extLst>
          </p:cNvPr>
          <p:cNvGrpSpPr/>
          <p:nvPr/>
        </p:nvGrpSpPr>
        <p:grpSpPr>
          <a:xfrm>
            <a:off x="6560249" y="149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1DECBC-C9BD-F8FB-11B4-16437D8C62ED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6D7BB8F-E47F-B161-A2B0-0EC5AC2729F2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2A859B1-14CB-0B6B-5B41-44BC4D472A98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67FCBCA-6881-2CAF-6079-3D015479E4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46768C4-6150-4D56-0EFA-DC3EBCE49CC6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096F65-3728-E003-0F97-F421A98AD151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88C8459-9B8F-4609-1687-2C6A72BF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67B485E-D1A2-ED80-6B0F-FE382606F86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63370A-38EE-1709-B27F-BD513FA5A8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2B23E8E-2B2B-4110-C494-D447BC2791F3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B2FDA46-7344-9210-4347-E0EF114ED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96BC8E4-57F5-9092-D6FF-2CE384909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F06CA24-FC40-5A4C-7C60-29BEBE192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A61A8FB-46DA-A9E3-286D-CA6ABB3B6B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DAC133B-8F1E-12B4-89C1-2D316B3B4AA9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3A6B746-2D3D-8E17-0B06-F6E277CC4F2E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DE45EDB-C618-D420-84F4-92FA6FF08E74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6C06FF9-A84B-98D1-C805-C30ED3CE369F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FA029BE-10AF-FA9F-CEDF-4A3E49AC2F1F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3389D91-24B2-9046-72AA-0D3C04E57F06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EEB8EDE-7882-43F5-6C4F-D072E6BB764E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E80008A-85B0-FD67-FE02-BA45D0B26010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4571BE1-C4A0-3E2A-FFF7-C00A9C992489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57BF544-E5E8-0BAC-9790-8DDCE8CE9921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B6EC4EA-A549-DF33-AFB9-A6D4C750C670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08F7209-0D45-4C4D-A928-6BBDF07F9619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14EBEDF-D03C-4C7C-6293-46D636A6187B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AE91BB5-D26E-3826-649A-5248D3A834CA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90D60916-1A1D-18D2-6527-7993610FEB9D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Random regular bipartite graph 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0E20-5C6C-ECFD-8B5B-E34B7E4A8E8B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0E20-5C6C-ECFD-8B5B-E34B7E4A8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48AB0C-8658-5167-C3BE-2BF0E17D915B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48AB0C-8658-5167-C3BE-2BF0E17D9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487A358-A31A-0AA8-8E20-2EEDEBB934AF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212FE7F4-DB54-26C7-6651-E5970ACE5633}"/>
                  </a:ext>
                </a:extLst>
              </p:cNvPr>
              <p:cNvSpPr/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212FE7F4-DB54-26C7-6651-E5970ACE5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634A2B-F75E-48D0-7CC6-5EFF9E92E863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634A2B-F75E-48D0-7CC6-5EFF9E92E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B53BDD-AE33-F79E-4B61-40F082CA5DDA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B53BDD-AE33-F79E-4B61-40F082CA5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18B0008-80D8-0811-1196-27AE7E5BE08C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18B0008-80D8-0811-1196-27AE7E5BE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E082B9-ADD6-0DB1-0213-B20AC811FD84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E082B9-ADD6-0DB1-0213-B20AC811F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5522340D-00B1-B12A-163F-55A1BD10D213}"/>
              </a:ext>
            </a:extLst>
          </p:cNvPr>
          <p:cNvSpPr/>
          <p:nvPr/>
        </p:nvSpPr>
        <p:spPr>
          <a:xfrm>
            <a:off x="786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E4888B7-0BDF-4A2B-F63E-5F5351676E9D}"/>
              </a:ext>
            </a:extLst>
          </p:cNvPr>
          <p:cNvSpPr/>
          <p:nvPr/>
        </p:nvSpPr>
        <p:spPr>
          <a:xfrm>
            <a:off x="6411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CE3A5B9-995D-5E21-CFF1-578992A99AC4}"/>
              </a:ext>
            </a:extLst>
          </p:cNvPr>
          <p:cNvSpPr/>
          <p:nvPr/>
        </p:nvSpPr>
        <p:spPr>
          <a:xfrm>
            <a:off x="1158240" y="77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9492857-7BBD-A8B6-0FD6-74A470D41AD4}"/>
              </a:ext>
            </a:extLst>
          </p:cNvPr>
          <p:cNvSpPr/>
          <p:nvPr/>
        </p:nvSpPr>
        <p:spPr>
          <a:xfrm flipV="1">
            <a:off x="1146000" y="329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B9D23555-FCF9-FCB5-4735-A701C395BF86}"/>
              </a:ext>
            </a:extLst>
          </p:cNvPr>
          <p:cNvSpPr/>
          <p:nvPr/>
        </p:nvSpPr>
        <p:spPr>
          <a:xfrm>
            <a:off x="-2634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F49423E1-2AEF-1313-33F0-1267AF8B8142}"/>
              </a:ext>
            </a:extLst>
          </p:cNvPr>
          <p:cNvSpPr/>
          <p:nvPr/>
        </p:nvSpPr>
        <p:spPr>
          <a:xfrm rot="10800000">
            <a:off x="12261000" y="130275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B2B771-D416-E9C4-27A6-A8766DC7FE8B}"/>
                  </a:ext>
                </a:extLst>
              </p:cNvPr>
              <p:cNvSpPr txBox="1"/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B2B771-D416-E9C4-27A6-A8766DC7F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blipFill>
                <a:blip r:embed="rId10"/>
                <a:stretch>
                  <a:fillRect l="-4079" r="-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15E11C-3B0E-2431-BA01-F7DC768738DB}"/>
                  </a:ext>
                </a:extLst>
              </p:cNvPr>
              <p:cNvSpPr txBox="1"/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15E11C-3B0E-2431-BA01-F7DC76873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Arrow: Down 66">
            <a:extLst>
              <a:ext uri="{FF2B5EF4-FFF2-40B4-BE49-F238E27FC236}">
                <a16:creationId xmlns:a16="http://schemas.microsoft.com/office/drawing/2014/main" id="{95C0E2DB-BB86-5EEA-54EF-9B79AB8CB2CF}"/>
              </a:ext>
            </a:extLst>
          </p:cNvPr>
          <p:cNvSpPr/>
          <p:nvPr/>
        </p:nvSpPr>
        <p:spPr>
          <a:xfrm>
            <a:off x="12396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60C087-6E1E-EAC3-D194-0087D2782871}"/>
                  </a:ext>
                </a:extLst>
              </p:cNvPr>
              <p:cNvSpPr txBox="1"/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60C087-6E1E-EAC3-D194-0087D2782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F03AAD5-5E3C-CA8D-662D-D35704F8E3A2}"/>
                  </a:ext>
                </a:extLst>
              </p:cNvPr>
              <p:cNvSpPr txBox="1"/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 b="0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F03AAD5-5E3C-CA8D-662D-D35704F8E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FA938D8-D0A6-EB85-77EF-4A3CBE949EFD}"/>
                  </a:ext>
                </a:extLst>
              </p:cNvPr>
              <p:cNvSpPr txBox="1"/>
              <p:nvPr/>
            </p:nvSpPr>
            <p:spPr>
              <a:xfrm rot="16200000">
                <a:off x="8309166" y="4815835"/>
                <a:ext cx="108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FA938D8-D0A6-EB85-77EF-4A3CBE949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09166" y="4815835"/>
                <a:ext cx="108000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463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D009F-D4E9-ABED-979C-97E7C458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F21D1FC-783B-35F7-3739-CC3B73A51B89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09859F6-A89D-4C20-4ADA-7E4266174B30}"/>
              </a:ext>
            </a:extLst>
          </p:cNvPr>
          <p:cNvGrpSpPr/>
          <p:nvPr/>
        </p:nvGrpSpPr>
        <p:grpSpPr>
          <a:xfrm>
            <a:off x="935249" y="149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7902676-EA40-7B7A-E2A7-C11DA809545F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AB943F0-E281-4C27-C81C-7ABE5730303A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E5A154D-74FD-69D5-37BA-1D9CA12C484E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E17640B-374A-4EB2-F3DA-946837DF6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A4ADFF7-918C-99F2-0699-91C1CE2B3D34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692836E-644A-D129-B9D8-A01864139920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5300967-627C-1B13-87B4-9EE2832F1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2326AD2-7AEC-05CA-9B99-A6E29AE8F20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A6A600F-53AD-FB91-6FE0-2969231A31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38D80C3-097A-B639-6646-EB2135415748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336355C-0997-D335-F44F-E3C4E95EDE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D641EEF-5973-D142-2707-B33A27A09E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4732A7C-61D1-C45E-6F9F-750297EFF6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3EC83C9-47C6-EB86-5505-C675E202A1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B025953-22E6-C00C-9333-FBD4CBF1C49E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37978B-8C9F-56D0-F3A8-D552D19950BD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7380D-5D95-7477-CF84-87FFAB80C5F7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B9F581-3F48-1C8A-794E-18CD69A6B274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84A4D1F-4280-8FD9-3F9A-2B9AD7A4761D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4C9E5C2-BF34-3E54-1F09-DF9E0612AD13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E346824-072C-F02E-CF3A-9A661EE1B17A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05AFF26-A42B-216C-92DD-63E86C65A280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529705C-CDCC-6046-5495-86D9292AF7E5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D160541-87FA-2947-22B3-2713299F847E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85FC64D-5EA6-E5DA-2CB1-9B420F5BF550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5C1013E-3634-4694-AC8E-90DF37025893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4914AB4-0B36-0301-2B82-C7B4EB9A273B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E665EFE-0330-B62E-F9BC-3E667AA3DF2A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7E4E190-C3AD-60F2-0A26-9AB12E3162D2}"/>
              </a:ext>
            </a:extLst>
          </p:cNvPr>
          <p:cNvGrpSpPr/>
          <p:nvPr/>
        </p:nvGrpSpPr>
        <p:grpSpPr>
          <a:xfrm>
            <a:off x="6560249" y="149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31032FA-2B68-A1AF-1FC9-1A1DAAD974B3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60D82B4-1F79-D5F3-8B9C-8EB5D062D0DF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634B32-F25B-DD84-4923-DFA6D7C98439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EDC859F-7EE8-EFCE-A848-06AD92BA6B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C55EF2D-B7C5-92BC-69C0-B3598217ECDC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B1BB82-A53A-C203-548C-D450EE0553FC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B7448DB-9A13-2343-9FAF-894BD89EEF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CDCA852-00E6-F14E-ED73-A3155DF242D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FE5C48A-3FE3-69E9-FF62-61B561309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C27DB9D-E280-5D0C-FC42-30CC114A9527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75C8776-B010-301D-6088-45F73EB3D1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3DC7F14-C241-4C99-D5CF-2923597E38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478BDB-D647-B4CA-0C3D-81F33CADCB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2ABDD20-B4F2-6749-B061-0378EC52BB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73C72A4-2CC8-DD37-6888-CE581B61E723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F89FF82-B29A-1A0D-4AB6-3C8E93B38E02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C66CBB9-079F-3A57-7001-73652F62410C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271A75B-A7ED-D5B9-E0B0-CF844AA128BD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674833E-EB87-1BA6-955B-B66F432F7B22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98C7654-2FCF-9844-58CF-82183F279374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AD85882-82D0-5B1A-516A-CEE6ADA19F87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7AE940C-B66C-71CC-89EC-AC9A88A34975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C18D9F3-9641-6ED0-4DAB-81422EE32A0A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A846E37-41C2-BC4F-1B55-5CCD98904789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CE3F5C1-EC98-3BE7-29F2-26BD10702ECA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BA0D80AA-A277-B4DD-1EDA-308D705E6D16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47730A8-C38D-21F5-EE3D-20166BE660D5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7142D1B-10D4-5236-38AF-E3247C95C231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8E71976E-91D9-4871-6186-DFCE247E38B2}"/>
              </a:ext>
            </a:extLst>
          </p:cNvPr>
          <p:cNvSpPr txBox="1"/>
          <p:nvPr/>
        </p:nvSpPr>
        <p:spPr>
          <a:xfrm>
            <a:off x="1596000" y="7323003"/>
            <a:ext cx="89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Remind you anything?</a:t>
            </a:r>
            <a:endParaRPr lang="en-GB" sz="4800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89A6FC-9924-BA68-3EC7-4B294949892E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89A6FC-9924-BA68-3EC7-4B2949498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D5C58D-24B7-6D54-CEC8-2EC36BBBE516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D5C58D-24B7-6D54-CEC8-2EC36BBB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C5184190-3C33-1D19-855A-C06D719E3636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0891926-F5B2-7450-CEE5-0BDC6152DE67}"/>
                  </a:ext>
                </a:extLst>
              </p:cNvPr>
              <p:cNvSpPr/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0891926-F5B2-7450-CEE5-0BDC6152D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5B4816-FB62-F1E2-DEFF-A347AFA2ABEB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5B4816-FB62-F1E2-DEFF-A347AFA2A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F52CFB-7DC2-39DF-8838-4FC6A0DB6A03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F52CFB-7DC2-39DF-8838-4FC6A0DB6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F2603DC-F988-D37C-2CC6-00DDC1BAD99F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F2603DC-F988-D37C-2CC6-00DDC1BAD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908D7F-4693-FFB5-9CD3-B2A4454AD6F1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908D7F-4693-FFB5-9CD3-B2A4454AD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FD4DD03D-781F-C068-335E-06747677E37F}"/>
              </a:ext>
            </a:extLst>
          </p:cNvPr>
          <p:cNvSpPr/>
          <p:nvPr/>
        </p:nvSpPr>
        <p:spPr>
          <a:xfrm>
            <a:off x="786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58F699A-0AB9-281B-A021-A3B04F683AF8}"/>
              </a:ext>
            </a:extLst>
          </p:cNvPr>
          <p:cNvSpPr/>
          <p:nvPr/>
        </p:nvSpPr>
        <p:spPr>
          <a:xfrm>
            <a:off x="6411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B9C260-2D64-1D24-329B-1C845799012B}"/>
              </a:ext>
            </a:extLst>
          </p:cNvPr>
          <p:cNvSpPr/>
          <p:nvPr/>
        </p:nvSpPr>
        <p:spPr>
          <a:xfrm>
            <a:off x="1158240" y="77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9784746-FA9B-4D92-B308-4F66BBBF627C}"/>
              </a:ext>
            </a:extLst>
          </p:cNvPr>
          <p:cNvSpPr/>
          <p:nvPr/>
        </p:nvSpPr>
        <p:spPr>
          <a:xfrm flipV="1">
            <a:off x="1146000" y="329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CBB1B9-70D8-9CC5-0D12-8C86770348CE}"/>
                  </a:ext>
                </a:extLst>
              </p:cNvPr>
              <p:cNvSpPr txBox="1"/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CBB1B9-70D8-9CC5-0D12-8C8677034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blipFill>
                <a:blip r:embed="rId10"/>
                <a:stretch>
                  <a:fillRect l="-4079" r="-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AE27AF-0D14-544D-A832-6167F0085523}"/>
                  </a:ext>
                </a:extLst>
              </p:cNvPr>
              <p:cNvSpPr txBox="1"/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AE27AF-0D14-544D-A832-6167F0085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Arrow: Down 66">
            <a:extLst>
              <a:ext uri="{FF2B5EF4-FFF2-40B4-BE49-F238E27FC236}">
                <a16:creationId xmlns:a16="http://schemas.microsoft.com/office/drawing/2014/main" id="{3E9F14A3-44F0-0AD8-3142-11F190940D55}"/>
              </a:ext>
            </a:extLst>
          </p:cNvPr>
          <p:cNvSpPr/>
          <p:nvPr/>
        </p:nvSpPr>
        <p:spPr>
          <a:xfrm>
            <a:off x="12396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CDE203-7390-DAA1-0A88-308690A00C34}"/>
                  </a:ext>
                </a:extLst>
              </p:cNvPr>
              <p:cNvSpPr txBox="1"/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CDE203-7390-DAA1-0A88-308690A00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F9D1FB8-7187-A7B0-175D-5A3D0E49DA8A}"/>
                  </a:ext>
                </a:extLst>
              </p:cNvPr>
              <p:cNvSpPr txBox="1"/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 b="0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F9D1FB8-7187-A7B0-175D-5A3D0E49D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2BB1918-DED2-4FE3-69B7-07EC55243DD0}"/>
                  </a:ext>
                </a:extLst>
              </p:cNvPr>
              <p:cNvSpPr txBox="1"/>
              <p:nvPr/>
            </p:nvSpPr>
            <p:spPr>
              <a:xfrm rot="16200000">
                <a:off x="8309166" y="4815835"/>
                <a:ext cx="108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2BB1918-DED2-4FE3-69B7-07EC55243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09166" y="4815835"/>
                <a:ext cx="108000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Down 1">
            <a:extLst>
              <a:ext uri="{FF2B5EF4-FFF2-40B4-BE49-F238E27FC236}">
                <a16:creationId xmlns:a16="http://schemas.microsoft.com/office/drawing/2014/main" id="{9533827E-1D1D-AE47-CAE9-B068B8245355}"/>
              </a:ext>
            </a:extLst>
          </p:cNvPr>
          <p:cNvSpPr/>
          <p:nvPr/>
        </p:nvSpPr>
        <p:spPr>
          <a:xfrm>
            <a:off x="2181000" y="41400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2F376036-1FFC-C1B0-5737-4D3E26DF43F8}"/>
              </a:ext>
            </a:extLst>
          </p:cNvPr>
          <p:cNvSpPr/>
          <p:nvPr/>
        </p:nvSpPr>
        <p:spPr>
          <a:xfrm rot="10800000">
            <a:off x="7806000" y="32400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</p:spTree>
    <p:extLst>
      <p:ext uri="{BB962C8B-B14F-4D97-AF65-F5344CB8AC3E}">
        <p14:creationId xmlns:p14="http://schemas.microsoft.com/office/powerpoint/2010/main" val="3589929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5881-EFD0-40B1-CAD1-AC0E0250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9410990-24D7-CCBE-02EF-BF786C7B9DB8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0891A84-332F-6EF9-60C7-133CBE543E21}"/>
              </a:ext>
            </a:extLst>
          </p:cNvPr>
          <p:cNvGrpSpPr/>
          <p:nvPr/>
        </p:nvGrpSpPr>
        <p:grpSpPr>
          <a:xfrm>
            <a:off x="935249" y="149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E88DD7B-4299-56C5-8757-99CA6E5EFC16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F9F773E-5032-0758-3B0F-2BE6ED4C4D8F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97C6611-BE11-F0A5-BBB3-16A69CF7845D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2844283-C7BC-1B60-6F9A-C3CDFA8AFF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E708D58-E448-7C94-88D4-9CDE5CC423BB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0C271BD-2038-B853-F150-104D59C64CCD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D6C6D20-D090-8DF2-9249-84B490398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E7BE7B2-B830-1A65-0CAD-125440B2632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640A7DE-4951-ECE8-EFA9-D830ED4DB7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DAAA645-D5E7-C295-064D-BC8FEE544386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4FD0CB4-16D9-DD3E-5A19-296A13E70F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22609F5-870C-5A8D-0025-7A5830A2B2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DA6C79A-6672-D084-9F1A-3FC25F8E2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A846ABD-E32E-3DB2-00C8-F7A7B7D68C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C002810-FF56-0B9A-59B3-6D301AD82E22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54E791A-3CBD-F3EB-1D96-C23465147D2C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D51D234-0AEA-F21A-19A1-976714C21A7C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0707172-6B48-7782-ACA3-6CC926FADC50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3CB7032-DAE6-8936-4D42-F4B4318E0BF5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CC8DFD-F80C-9F9A-83E9-C34E5C2731EA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DF482BF-08FC-521F-0954-44244578F789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79DCE6C-95A3-8C1C-CF40-F9FC4CB3350E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ED59421-247F-1094-794F-C70EE27384F2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55414BF-86D6-B896-2FE7-EC144BEAC570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2B64C35-BBA5-495D-842A-E732C7F374A3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5034FA6-9F67-651D-3BF0-E263FDC8D771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4F0CAF3-D5E7-4D7F-5BA8-CE357E17758B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CF0D5F1-4236-9EAD-A92E-B29392CDC88D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BB0E60-8F15-9D3D-3FF7-CE9B7AF6A936}"/>
              </a:ext>
            </a:extLst>
          </p:cNvPr>
          <p:cNvGrpSpPr/>
          <p:nvPr/>
        </p:nvGrpSpPr>
        <p:grpSpPr>
          <a:xfrm>
            <a:off x="6560249" y="149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930128-D537-4E67-C1EB-69C1EB1148F5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DDA5410-90D3-3366-7862-F222A6271571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C48D1A-C97C-D8EE-6526-CB4F75A5CDD2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989FCD-8CE2-B1BC-6712-E576DFBEEB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43E4C07-E87C-23D8-1DB4-D6076FBBADB2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5E0BE3-6089-CC00-B844-DA8050092C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48726E3-243E-3DBA-3EF6-235AFEE05C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5C30D10-67E0-A746-6DF3-B9F681219A6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9709AD8-B4A9-98BF-37C2-CDCCA0DBD8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7332F86-8F80-29EC-602E-F10B9C19778C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CBDE19F-2278-EE39-A832-690AF2662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71F1699-9FCF-2A63-6946-1C4A88F67F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4879009-F027-C75A-391F-DCDA14BD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F2FBB21-B60E-A4A5-DFF1-0B42C67429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A243C55-F80D-E973-DE93-0CA75063C55B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71AF4FF-9130-95B7-E2BE-63EB2ECC523C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3408294-77CF-57B4-D552-16319F107CD0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50998DE-9DFA-06A8-D737-A3AABE15810A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4219E02-21F2-8206-75E1-FB1C9416ACD3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EABFF4B-7850-D5A1-501B-50D028D9CF03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00A17DC-3285-914C-A712-8F214CAD86E9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CA52718-FBCA-E650-CAC6-0161B221D2FC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2515BC0-C3A1-289F-F0C7-F956069543F9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0FA5791-1F55-764B-C413-8A6928B8BA49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DF50B1C-F8CD-BD89-3232-70827503E3E8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C0A4BC8-602C-66BB-2F4A-2BA34621A664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6AF72A8-E599-A587-7C6E-1D51BAC70C28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C5D98AC-AD07-B6C3-7B08-2C04F8B64F16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5A4C8B-F0EC-FE5F-61B7-DE19BC587D60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5A4C8B-F0EC-FE5F-61B7-DE19BC587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9E8AA3-6301-BF34-76A6-151BD95CE6A6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9E8AA3-6301-BF34-76A6-151BD95CE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12A93DDC-BC98-C93B-8814-500F5A78007C}"/>
                  </a:ext>
                </a:extLst>
              </p:cNvPr>
              <p:cNvSpPr/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88D596E-D116-0E87-0E56-A493E7866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34000" y="86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8C3034-D75F-FABC-89C7-01915DADF2EB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8C3034-D75F-FABC-89C7-01915DADF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D62082-8F12-5CD1-E214-A2CF3DE29488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D62082-8F12-5CD1-E214-A2CF3DE29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7009206-47A5-17FE-9151-7C0084E45976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7009206-47A5-17FE-9151-7C0084E45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0280A7-5716-7F06-D54C-3DA9250D3875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0280A7-5716-7F06-D54C-3DA9250D3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418EF309-6C97-2F56-258E-FA71902BD03A}"/>
              </a:ext>
            </a:extLst>
          </p:cNvPr>
          <p:cNvSpPr/>
          <p:nvPr/>
        </p:nvSpPr>
        <p:spPr>
          <a:xfrm>
            <a:off x="786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5E2C41B-BCB3-7ED6-C0E1-52030BC4F613}"/>
              </a:ext>
            </a:extLst>
          </p:cNvPr>
          <p:cNvSpPr/>
          <p:nvPr/>
        </p:nvSpPr>
        <p:spPr>
          <a:xfrm>
            <a:off x="6411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CEB0EFF-3D3B-39A8-0A83-294FE07A2AFF}"/>
              </a:ext>
            </a:extLst>
          </p:cNvPr>
          <p:cNvSpPr/>
          <p:nvPr/>
        </p:nvSpPr>
        <p:spPr>
          <a:xfrm>
            <a:off x="1158240" y="77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F86C181-851C-DB0B-2AAB-555D82E0411B}"/>
              </a:ext>
            </a:extLst>
          </p:cNvPr>
          <p:cNvSpPr/>
          <p:nvPr/>
        </p:nvSpPr>
        <p:spPr>
          <a:xfrm flipV="1">
            <a:off x="1146000" y="329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60E282-A9A6-B39A-A5BA-270FAFB29D3A}"/>
                  </a:ext>
                </a:extLst>
              </p:cNvPr>
              <p:cNvSpPr txBox="1"/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60E282-A9A6-B39A-A5BA-270FAFB29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blipFill>
                <a:blip r:embed="rId9"/>
                <a:stretch>
                  <a:fillRect l="-4079" r="-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79685B-A1E7-249E-43EC-01A9CF40CE9B}"/>
                  </a:ext>
                </a:extLst>
              </p:cNvPr>
              <p:cNvSpPr txBox="1"/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79685B-A1E7-249E-43EC-01A9CF40C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Arrow: Down 66">
            <a:extLst>
              <a:ext uri="{FF2B5EF4-FFF2-40B4-BE49-F238E27FC236}">
                <a16:creationId xmlns:a16="http://schemas.microsoft.com/office/drawing/2014/main" id="{BF967138-6080-34B3-4187-D38009F6DBC6}"/>
              </a:ext>
            </a:extLst>
          </p:cNvPr>
          <p:cNvSpPr/>
          <p:nvPr/>
        </p:nvSpPr>
        <p:spPr>
          <a:xfrm>
            <a:off x="12396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907F7D-B04C-B905-9E27-EC82912E9EBB}"/>
                  </a:ext>
                </a:extLst>
              </p:cNvPr>
              <p:cNvSpPr txBox="1"/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907F7D-B04C-B905-9E27-EC82912E9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3EAD646-C110-540F-C1D6-9C6226BA3B83}"/>
                  </a:ext>
                </a:extLst>
              </p:cNvPr>
              <p:cNvSpPr txBox="1"/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 b="0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3EAD646-C110-540F-C1D6-9C6226BA3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83391F3-BBED-172B-0E41-96C62D7F347A}"/>
                  </a:ext>
                </a:extLst>
              </p:cNvPr>
              <p:cNvSpPr txBox="1"/>
              <p:nvPr/>
            </p:nvSpPr>
            <p:spPr>
              <a:xfrm rot="16200000">
                <a:off x="8309166" y="4815835"/>
                <a:ext cx="108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83391F3-BBED-172B-0E41-96C62D7F3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09166" y="4815835"/>
                <a:ext cx="108000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8361316-2404-91CA-9B82-ABA9698FE91E}"/>
              </a:ext>
            </a:extLst>
          </p:cNvPr>
          <p:cNvSpPr/>
          <p:nvPr/>
        </p:nvSpPr>
        <p:spPr>
          <a:xfrm>
            <a:off x="-159000" y="-126000"/>
            <a:ext cx="12555000" cy="711000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9E8B8333-6DE1-655E-FCC4-FE7CDE1A9379}"/>
              </a:ext>
            </a:extLst>
          </p:cNvPr>
          <p:cNvSpPr/>
          <p:nvPr/>
        </p:nvSpPr>
        <p:spPr>
          <a:xfrm>
            <a:off x="2181000" y="41400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DE041D85-C736-32F1-90DB-40CF88DFE376}"/>
              </a:ext>
            </a:extLst>
          </p:cNvPr>
          <p:cNvSpPr/>
          <p:nvPr/>
        </p:nvSpPr>
        <p:spPr>
          <a:xfrm rot="10800000">
            <a:off x="7806000" y="32400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82E7BA-6B97-AA07-BE3D-739681267CF5}"/>
              </a:ext>
            </a:extLst>
          </p:cNvPr>
          <p:cNvSpPr txBox="1"/>
          <p:nvPr/>
        </p:nvSpPr>
        <p:spPr>
          <a:xfrm>
            <a:off x="1596000" y="5004000"/>
            <a:ext cx="899999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4">
                    <a:lumMod val="75000"/>
                  </a:schemeClr>
                </a:solidFill>
              </a:rPr>
              <a:t>Remind you anything?</a:t>
            </a:r>
            <a:endParaRPr lang="en-GB" sz="4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287316C-5405-5C1D-952F-EDC9B8A8742F}"/>
              </a:ext>
            </a:extLst>
          </p:cNvPr>
          <p:cNvSpPr/>
          <p:nvPr/>
        </p:nvSpPr>
        <p:spPr>
          <a:xfrm>
            <a:off x="4161000" y="1674000"/>
            <a:ext cx="4050000" cy="166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Cambria Math" panose="02040503050406030204" pitchFamily="18" charset="0"/>
              </a:rPr>
              <a:t>MAXCUT</a:t>
            </a:r>
            <a:endParaRPr lang="en-GB" sz="7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245AD3B-E238-62C5-97E9-C70FCE821508}"/>
                  </a:ext>
                </a:extLst>
              </p:cNvPr>
              <p:cNvSpPr/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245AD3B-E238-62C5-97E9-C70FCE821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-2061000"/>
                <a:ext cx="4635000" cy="1665000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679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2B65-94FC-5721-66D7-6B939AD3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02C3A98-2795-7E4B-0CC4-62203C6D3F0D}"/>
              </a:ext>
            </a:extLst>
          </p:cNvPr>
          <p:cNvSpPr txBox="1"/>
          <p:nvPr/>
        </p:nvSpPr>
        <p:spPr>
          <a:xfrm>
            <a:off x="1596000" y="-3456000"/>
            <a:ext cx="89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Finite</a:t>
            </a:r>
            <a:r>
              <a:rPr lang="en-US" sz="4800" dirty="0"/>
              <a:t> graph that looks like a </a:t>
            </a:r>
            <a:r>
              <a:rPr lang="en-US" sz="4800" dirty="0">
                <a:solidFill>
                  <a:srgbClr val="FF0000"/>
                </a:solidFill>
              </a:rPr>
              <a:t>tree</a:t>
            </a:r>
            <a:r>
              <a:rPr lang="en-US" sz="4800" dirty="0"/>
              <a:t> and has the </a:t>
            </a:r>
            <a:r>
              <a:rPr lang="en-US" sz="4800" dirty="0">
                <a:solidFill>
                  <a:srgbClr val="0000FF"/>
                </a:solidFill>
              </a:rPr>
              <a:t>even</a:t>
            </a:r>
            <a:r>
              <a:rPr lang="en-US" sz="4800" dirty="0">
                <a:solidFill>
                  <a:srgbClr val="FF0000"/>
                </a:solidFill>
              </a:rPr>
              <a:t>-odd</a:t>
            </a:r>
            <a:r>
              <a:rPr lang="en-US" sz="4800" dirty="0"/>
              <a:t> structure?</a:t>
            </a:r>
            <a:endParaRPr lang="en-GB" sz="4800" dirty="0">
              <a:solidFill>
                <a:srgbClr val="FF0000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CF54874-1E80-F7FE-96D7-7D11BA6D64DF}"/>
              </a:ext>
            </a:extLst>
          </p:cNvPr>
          <p:cNvGrpSpPr/>
          <p:nvPr/>
        </p:nvGrpSpPr>
        <p:grpSpPr>
          <a:xfrm>
            <a:off x="935249" y="1494000"/>
            <a:ext cx="4665751" cy="1800000"/>
            <a:chOff x="3770249" y="2529000"/>
            <a:chExt cx="4665751" cy="1800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B3FA23E-CB49-FC52-DB40-EFF8C03FF199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76D004F-3478-BBAF-80F8-42BE0B3125E5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DC5BB34-7C40-BB77-E4A5-FE445CF076A0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FB84170-3471-2620-9039-67FA232CE9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1C8593C-4C67-B31F-5D27-1089995D9722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9D4706E-9187-656B-9EA0-F5032DB137D1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2912F97-BC34-8F3C-33F9-7BF02A642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502FD1E-F509-A00C-747B-5533DDAB216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241126A-4BD4-5EBF-F8FB-98B70E16C9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FBA4E66-D2D0-0E9D-309D-D5AA2E4EC9B7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15324B1-6BE4-5EE7-463D-065A985285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777D8A0-39D4-1C87-014B-E0D49B23EE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924C842-E8C1-706C-C15D-323D66F123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5B9D0AB-95CC-B7BA-C88D-CAD53406B7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43DD65F-6CE4-F5A7-891C-3BAAA9B8EF3D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388E06-15D5-A792-F450-3C0F62B8DB09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35FCFEC-5435-72FD-AA04-25AC5E23E2AB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51FC443-2877-6850-1FA5-E3B9722B065B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DBDDD2C-E9F7-311D-2E53-1B78B242FFDE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07F78C6-B71F-3BDC-795E-35DFC69EC479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D4449B2-5008-6A37-9A04-6DAB6A2BD2E7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D1D36DD-57B0-B9F2-8A86-91D1365618B7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F3A5188-5C6C-941B-6469-F5020B63506E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60A9D19-89E5-FA46-16F1-146A3D28ADAB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B4E121A-C480-A049-5F6B-A15F8D5D1B7A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8842374-4981-8D2E-7322-F8502C9984E9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4F1D113-1404-732B-1B89-1C9A01F702B8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FF9F834-F0EE-D6E8-7961-3A508364D956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1CBA04A-28E3-92A3-5261-A27B60677F22}"/>
              </a:ext>
            </a:extLst>
          </p:cNvPr>
          <p:cNvGrpSpPr/>
          <p:nvPr/>
        </p:nvGrpSpPr>
        <p:grpSpPr>
          <a:xfrm>
            <a:off x="6560249" y="1494000"/>
            <a:ext cx="4665751" cy="1800000"/>
            <a:chOff x="3770249" y="2529000"/>
            <a:chExt cx="4665751" cy="180000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5B3739-0687-7CA9-C8A5-AD5D29A5BB01}"/>
                </a:ext>
              </a:extLst>
            </p:cNvPr>
            <p:cNvCxnSpPr/>
            <p:nvPr/>
          </p:nvCxnSpPr>
          <p:spPr>
            <a:xfrm>
              <a:off x="39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C759438-E4A9-77D0-8E50-C6EA29758624}"/>
                </a:ext>
              </a:extLst>
            </p:cNvPr>
            <p:cNvCxnSpPr>
              <a:cxnSpLocks/>
            </p:cNvCxnSpPr>
            <p:nvPr/>
          </p:nvCxnSpPr>
          <p:spPr>
            <a:xfrm>
              <a:off x="3981000" y="2754000"/>
              <a:ext cx="1395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FB29514-708F-712E-8D71-AB93912E0AE4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288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428A9D2-E4A1-7FF2-E549-29C6BDD13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76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6BDD93-9662-497F-7B87-38B5EA059D38}"/>
                </a:ext>
              </a:extLst>
            </p:cNvPr>
            <p:cNvCxnSpPr>
              <a:cxnSpLocks/>
            </p:cNvCxnSpPr>
            <p:nvPr/>
          </p:nvCxnSpPr>
          <p:spPr>
            <a:xfrm>
              <a:off x="5331000" y="2709000"/>
              <a:ext cx="765000" cy="148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CE2E003-86EB-077D-1AB6-A71AF030A7FC}"/>
                </a:ext>
              </a:extLst>
            </p:cNvPr>
            <p:cNvCxnSpPr>
              <a:cxnSpLocks/>
            </p:cNvCxnSpPr>
            <p:nvPr/>
          </p:nvCxnSpPr>
          <p:spPr>
            <a:xfrm>
              <a:off x="5376000" y="2709000"/>
              <a:ext cx="283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2F3CBE7-D78D-8F83-C246-FC3E3F48B2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8FBF426-F6B2-9699-B8A4-A736C359B0F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754000"/>
              <a:ext cx="720000" cy="1395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7486A31-2935-C172-0BFE-49269BC572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DDCC0E3-7C98-A6F7-E386-07AF1ED325CA}"/>
                </a:ext>
              </a:extLst>
            </p:cNvPr>
            <p:cNvCxnSpPr>
              <a:cxnSpLocks/>
            </p:cNvCxnSpPr>
            <p:nvPr/>
          </p:nvCxnSpPr>
          <p:spPr>
            <a:xfrm>
              <a:off x="6861000" y="2709000"/>
              <a:ext cx="1395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BC3606B-7928-F40B-E80F-1ECE0DA9F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6000" y="2709000"/>
              <a:ext cx="360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5C9C44-86D8-9057-7429-B48B627D0D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2754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E853FD7-5C79-9981-064B-E91807DED6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6000" y="2709000"/>
              <a:ext cx="144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EA3BD5E-1290-06ED-4CE6-74AA72BB11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000" y="2709000"/>
              <a:ext cx="720000" cy="144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EBEE337-66CE-EBBA-7EEB-A7745DC87F11}"/>
                </a:ext>
              </a:extLst>
            </p:cNvPr>
            <p:cNvSpPr/>
            <p:nvPr/>
          </p:nvSpPr>
          <p:spPr>
            <a:xfrm>
              <a:off x="37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1894B69-918A-0021-5E1F-6C0778319E81}"/>
                </a:ext>
              </a:extLst>
            </p:cNvPr>
            <p:cNvSpPr/>
            <p:nvPr/>
          </p:nvSpPr>
          <p:spPr>
            <a:xfrm>
              <a:off x="44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39EC6EF-C085-4098-5B20-264E98F794B5}"/>
                </a:ext>
              </a:extLst>
            </p:cNvPr>
            <p:cNvSpPr/>
            <p:nvPr/>
          </p:nvSpPr>
          <p:spPr>
            <a:xfrm>
              <a:off x="521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1B0E1C0-072A-CED5-161E-1B7DFB1C757B}"/>
                </a:ext>
              </a:extLst>
            </p:cNvPr>
            <p:cNvSpPr/>
            <p:nvPr/>
          </p:nvSpPr>
          <p:spPr>
            <a:xfrm>
              <a:off x="593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8B54B33-81D5-28AF-E6B7-B6BE3FC1EECF}"/>
                </a:ext>
              </a:extLst>
            </p:cNvPr>
            <p:cNvSpPr/>
            <p:nvPr/>
          </p:nvSpPr>
          <p:spPr>
            <a:xfrm>
              <a:off x="6657373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62F21E7-049E-7830-4145-08298C7E44FF}"/>
                </a:ext>
              </a:extLst>
            </p:cNvPr>
            <p:cNvSpPr/>
            <p:nvPr/>
          </p:nvSpPr>
          <p:spPr>
            <a:xfrm>
              <a:off x="737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C525A1C-52E1-A2B6-50FA-3A4C34ED82D7}"/>
                </a:ext>
              </a:extLst>
            </p:cNvPr>
            <p:cNvSpPr/>
            <p:nvPr/>
          </p:nvSpPr>
          <p:spPr>
            <a:xfrm>
              <a:off x="8090249" y="2529000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31CC2AA-D768-3B90-5D0F-2F18CC54063E}"/>
                </a:ext>
              </a:extLst>
            </p:cNvPr>
            <p:cNvSpPr/>
            <p:nvPr/>
          </p:nvSpPr>
          <p:spPr>
            <a:xfrm>
              <a:off x="37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E749B41-39B2-C358-5605-0D7DE7AFF504}"/>
                </a:ext>
              </a:extLst>
            </p:cNvPr>
            <p:cNvSpPr/>
            <p:nvPr/>
          </p:nvSpPr>
          <p:spPr>
            <a:xfrm>
              <a:off x="44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69A6C48-2C4E-571F-F232-DC3EA704E51D}"/>
                </a:ext>
              </a:extLst>
            </p:cNvPr>
            <p:cNvSpPr/>
            <p:nvPr/>
          </p:nvSpPr>
          <p:spPr>
            <a:xfrm>
              <a:off x="521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3075DFC-96D4-41B9-D226-4A1D08443E27}"/>
                </a:ext>
              </a:extLst>
            </p:cNvPr>
            <p:cNvSpPr/>
            <p:nvPr/>
          </p:nvSpPr>
          <p:spPr>
            <a:xfrm>
              <a:off x="593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9F70C3F-4280-2EB3-D328-60D6B09EBC96}"/>
                </a:ext>
              </a:extLst>
            </p:cNvPr>
            <p:cNvSpPr/>
            <p:nvPr/>
          </p:nvSpPr>
          <p:spPr>
            <a:xfrm>
              <a:off x="6657373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B247685-F7DA-74B0-D743-D45CE4DB4638}"/>
                </a:ext>
              </a:extLst>
            </p:cNvPr>
            <p:cNvSpPr/>
            <p:nvPr/>
          </p:nvSpPr>
          <p:spPr>
            <a:xfrm>
              <a:off x="737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46EF883-6C4B-4C0E-A936-264C22994FE0}"/>
                </a:ext>
              </a:extLst>
            </p:cNvPr>
            <p:cNvSpPr/>
            <p:nvPr/>
          </p:nvSpPr>
          <p:spPr>
            <a:xfrm>
              <a:off x="8090249" y="3983249"/>
              <a:ext cx="345751" cy="345751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72000"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1890B4-F981-A1E8-0118-719C87DD2D11}"/>
                  </a:ext>
                </a:extLst>
              </p:cNvPr>
              <p:cNvSpPr txBox="1"/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1890B4-F981-A1E8-0118-719C87DD2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00" y="-1001997"/>
                <a:ext cx="1755000" cy="896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1D7BD9-8939-31CA-3798-8E47EC62C5AD}"/>
                  </a:ext>
                </a:extLst>
              </p:cNvPr>
              <p:cNvSpPr txBox="1"/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1D7BD9-8939-31CA-3798-8E47EC62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000" y="-1001997"/>
                <a:ext cx="1755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BD636DE-2293-4B07-97F2-B9A9A8C86FA8}"/>
                  </a:ext>
                </a:extLst>
              </p:cNvPr>
              <p:cNvSpPr/>
              <p:nvPr/>
            </p:nvSpPr>
            <p:spPr>
              <a:xfrm>
                <a:off x="-4929000" y="1044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BD636DE-2293-4B07-97F2-B9A9A8C86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29000" y="1044000"/>
                <a:ext cx="4635000" cy="1665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598B1B-704F-EBF1-295B-D100568F4774}"/>
                  </a:ext>
                </a:extLst>
              </p:cNvPr>
              <p:cNvSpPr txBox="1"/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up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598B1B-704F-EBF1-295B-D100568F4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00" y="-1026000"/>
                <a:ext cx="1755000" cy="896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487E11-4256-311C-AF56-6D28AB21D286}"/>
                  </a:ext>
                </a:extLst>
              </p:cNvPr>
              <p:cNvSpPr txBox="1"/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4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487E11-4256-311C-AF56-6D28AB21D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000" y="-1026000"/>
                <a:ext cx="1755000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7F2EE6E-D77C-E260-CD1C-8762CB0F3432}"/>
                  </a:ext>
                </a:extLst>
              </p:cNvPr>
              <p:cNvSpPr txBox="1"/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7F2EE6E-D77C-E260-CD1C-8762CB0F3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000" y="-936000"/>
                <a:ext cx="1755000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3BBF4E-AAF7-0C14-EF04-B6377F5DD72B}"/>
                  </a:ext>
                </a:extLst>
              </p:cNvPr>
              <p:cNvSpPr txBox="1"/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3BBF4E-AAF7-0C14-EF04-B6377F5DD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000" y="-911997"/>
                <a:ext cx="175500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0F3899A7-B55C-D7DF-0BA9-7996FE4FDB18}"/>
              </a:ext>
            </a:extLst>
          </p:cNvPr>
          <p:cNvSpPr/>
          <p:nvPr/>
        </p:nvSpPr>
        <p:spPr>
          <a:xfrm>
            <a:off x="786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4583F38-5AD1-3ECD-E870-C0B4FE596597}"/>
              </a:ext>
            </a:extLst>
          </p:cNvPr>
          <p:cNvSpPr/>
          <p:nvPr/>
        </p:nvSpPr>
        <p:spPr>
          <a:xfrm>
            <a:off x="6411000" y="1359000"/>
            <a:ext cx="4995000" cy="211500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3721A4B-2DCB-C733-A690-30AD16E7C968}"/>
              </a:ext>
            </a:extLst>
          </p:cNvPr>
          <p:cNvSpPr/>
          <p:nvPr/>
        </p:nvSpPr>
        <p:spPr>
          <a:xfrm>
            <a:off x="1158240" y="774000"/>
            <a:ext cx="5567760" cy="71352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79A9893-AA62-9338-6318-D0A1CF75D906}"/>
              </a:ext>
            </a:extLst>
          </p:cNvPr>
          <p:cNvSpPr/>
          <p:nvPr/>
        </p:nvSpPr>
        <p:spPr>
          <a:xfrm flipV="1">
            <a:off x="1146000" y="3294000"/>
            <a:ext cx="5567760" cy="675000"/>
          </a:xfrm>
          <a:custGeom>
            <a:avLst/>
            <a:gdLst>
              <a:gd name="csX0" fmla="*/ 0 w 1402080"/>
              <a:gd name="csY0" fmla="*/ 1066835 h 1097315"/>
              <a:gd name="csX1" fmla="*/ 670560 w 1402080"/>
              <a:gd name="csY1" fmla="*/ 35 h 1097315"/>
              <a:gd name="csX2" fmla="*/ 1402080 w 1402080"/>
              <a:gd name="csY2" fmla="*/ 1097315 h 1097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2080" h="1097315">
                <a:moveTo>
                  <a:pt x="0" y="1066835"/>
                </a:moveTo>
                <a:cubicBezTo>
                  <a:pt x="218440" y="530895"/>
                  <a:pt x="436880" y="-5045"/>
                  <a:pt x="670560" y="35"/>
                </a:cubicBezTo>
                <a:cubicBezTo>
                  <a:pt x="904240" y="5115"/>
                  <a:pt x="1153160" y="551215"/>
                  <a:pt x="1402080" y="1097315"/>
                </a:cubicBezTo>
              </a:path>
            </a:pathLst>
          </a:custGeom>
          <a:noFill/>
          <a:ln w="762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C595AB-EACB-6E6F-4AE1-759516B57BD6}"/>
                  </a:ext>
                </a:extLst>
              </p:cNvPr>
              <p:cNvSpPr txBox="1"/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C595AB-EACB-6E6F-4AE1-759516B57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40" y="4149000"/>
                <a:ext cx="4635000" cy="646331"/>
              </a:xfrm>
              <a:prstGeom prst="rect">
                <a:avLst/>
              </a:prstGeom>
              <a:blipFill>
                <a:blip r:embed="rId9"/>
                <a:stretch>
                  <a:fillRect l="-4079" r="-15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AE7608-065B-A5D1-C829-C79B549A8C07}"/>
                  </a:ext>
                </a:extLst>
              </p:cNvPr>
              <p:cNvSpPr txBox="1"/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AE7608-065B-A5D1-C829-C79B549A8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000" y="4014000"/>
                <a:ext cx="5580000" cy="8448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Arrow: Down 66">
            <a:extLst>
              <a:ext uri="{FF2B5EF4-FFF2-40B4-BE49-F238E27FC236}">
                <a16:creationId xmlns:a16="http://schemas.microsoft.com/office/drawing/2014/main" id="{65410CF5-B1BA-7ABE-5848-DFC1513850AB}"/>
              </a:ext>
            </a:extLst>
          </p:cNvPr>
          <p:cNvSpPr/>
          <p:nvPr/>
        </p:nvSpPr>
        <p:spPr>
          <a:xfrm>
            <a:off x="12396000" y="130275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AA4CDE-795C-580A-BB02-E0E42F7353C6}"/>
                  </a:ext>
                </a:extLst>
              </p:cNvPr>
              <p:cNvSpPr txBox="1"/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GB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compatible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agree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AA4CDE-795C-580A-BB02-E0E42F735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00" y="4824000"/>
                <a:ext cx="4635000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2963480-0B1A-4D1B-6400-458BC1B5E268}"/>
                  </a:ext>
                </a:extLst>
              </p:cNvPr>
              <p:cNvSpPr txBox="1"/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up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 b="0" i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down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2963480-0B1A-4D1B-6400-458BC1B5E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960" y="5284153"/>
                <a:ext cx="5580000" cy="8448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E718DD6-AFAF-A370-5A60-A324F12D8D27}"/>
                  </a:ext>
                </a:extLst>
              </p:cNvPr>
              <p:cNvSpPr txBox="1"/>
              <p:nvPr/>
            </p:nvSpPr>
            <p:spPr>
              <a:xfrm rot="16200000">
                <a:off x="8309166" y="4815835"/>
                <a:ext cx="108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E718DD6-AFAF-A370-5A60-A324F12D8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09166" y="4815835"/>
                <a:ext cx="1080000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9BB83A8-ADA0-1570-E37D-BFF62D667D93}"/>
              </a:ext>
            </a:extLst>
          </p:cNvPr>
          <p:cNvSpPr/>
          <p:nvPr/>
        </p:nvSpPr>
        <p:spPr>
          <a:xfrm>
            <a:off x="-159000" y="-126000"/>
            <a:ext cx="12555000" cy="711000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CCABA2ED-898B-0585-E384-85A3E5C4BC6B}"/>
              </a:ext>
            </a:extLst>
          </p:cNvPr>
          <p:cNvSpPr/>
          <p:nvPr/>
        </p:nvSpPr>
        <p:spPr>
          <a:xfrm>
            <a:off x="-3399000" y="504000"/>
            <a:ext cx="2430000" cy="4252500"/>
          </a:xfrm>
          <a:prstGeom prst="down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DOWN</a:t>
            </a:r>
            <a:endParaRPr lang="en-GB" b="1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C89669DA-949E-B258-A987-3D9C7019A9B2}"/>
              </a:ext>
            </a:extLst>
          </p:cNvPr>
          <p:cNvSpPr/>
          <p:nvPr/>
        </p:nvSpPr>
        <p:spPr>
          <a:xfrm rot="10800000">
            <a:off x="12891000" y="504000"/>
            <a:ext cx="2430000" cy="42525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sz="4800" b="1" dirty="0"/>
              <a:t>UP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327755-9BB7-692D-E505-63042C7D24AF}"/>
              </a:ext>
            </a:extLst>
          </p:cNvPr>
          <p:cNvSpPr txBox="1"/>
          <p:nvPr/>
        </p:nvSpPr>
        <p:spPr>
          <a:xfrm>
            <a:off x="1596000" y="7503003"/>
            <a:ext cx="899999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4">
                    <a:lumMod val="75000"/>
                  </a:schemeClr>
                </a:solidFill>
              </a:rPr>
              <a:t>Remind you anything?</a:t>
            </a:r>
            <a:endParaRPr lang="en-GB" sz="4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4B742FC-3D70-8E12-6150-753FE0593F9F}"/>
              </a:ext>
            </a:extLst>
          </p:cNvPr>
          <p:cNvSpPr/>
          <p:nvPr/>
        </p:nvSpPr>
        <p:spPr>
          <a:xfrm>
            <a:off x="4071000" y="4194000"/>
            <a:ext cx="4050000" cy="166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Cambria Math" panose="02040503050406030204" pitchFamily="18" charset="0"/>
              </a:rPr>
              <a:t>MAXCUT</a:t>
            </a:r>
            <a:endParaRPr lang="en-GB" sz="7200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D40C0F-368C-0C1E-CC86-98C9CBEAF883}"/>
              </a:ext>
            </a:extLst>
          </p:cNvPr>
          <p:cNvSpPr txBox="1"/>
          <p:nvPr/>
        </p:nvSpPr>
        <p:spPr>
          <a:xfrm>
            <a:off x="831000" y="414000"/>
            <a:ext cx="105300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If you can draw independent sets in</a:t>
            </a:r>
            <a:endParaRPr lang="en-GB" sz="4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39A1FDB6-8145-C993-3ED9-688D43E17170}"/>
                  </a:ext>
                </a:extLst>
              </p:cNvPr>
              <p:cNvSpPr/>
              <p:nvPr/>
            </p:nvSpPr>
            <p:spPr>
              <a:xfrm>
                <a:off x="3801000" y="1269000"/>
                <a:ext cx="4635000" cy="1665000"/>
              </a:xfrm>
              <a:prstGeom prst="roundRect">
                <a:avLst/>
              </a:prstGeom>
              <a:solidFill>
                <a:srgbClr val="FFFE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Tree </a:t>
                </a:r>
                <a:r>
                  <a:rPr lang="en-US" sz="36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non-uniqueness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39A1FDB6-8145-C993-3ED9-688D43E17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00" y="1269000"/>
                <a:ext cx="4635000" cy="1665000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F62C22B3-F3F7-45A1-448B-8DB3847E80EF}"/>
              </a:ext>
            </a:extLst>
          </p:cNvPr>
          <p:cNvSpPr txBox="1"/>
          <p:nvPr/>
        </p:nvSpPr>
        <p:spPr>
          <a:xfrm>
            <a:off x="606000" y="3204000"/>
            <a:ext cx="109800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then </a:t>
            </a:r>
            <a:r>
              <a:rPr lang="en-US" sz="4800" i="1" dirty="0"/>
              <a:t>with high probability </a:t>
            </a:r>
            <a:r>
              <a:rPr lang="en-US" sz="4800" b="1" dirty="0"/>
              <a:t>you “solve”</a:t>
            </a:r>
            <a:endParaRPr lang="en-GB" sz="4800" b="1" dirty="0"/>
          </a:p>
        </p:txBody>
      </p:sp>
    </p:spTree>
    <p:extLst>
      <p:ext uri="{BB962C8B-B14F-4D97-AF65-F5344CB8AC3E}">
        <p14:creationId xmlns:p14="http://schemas.microsoft.com/office/powerpoint/2010/main" val="1602844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64DF4A-23CF-612B-29FF-A20904AF04B1}"/>
              </a:ext>
            </a:extLst>
          </p:cNvPr>
          <p:cNvSpPr/>
          <p:nvPr/>
        </p:nvSpPr>
        <p:spPr>
          <a:xfrm>
            <a:off x="6101680" y="-126000"/>
            <a:ext cx="6255000" cy="7110000"/>
          </a:xfrm>
          <a:prstGeom prst="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498CF7-520F-5D8B-3E33-26359CE6C1CF}"/>
              </a:ext>
            </a:extLst>
          </p:cNvPr>
          <p:cNvSpPr/>
          <p:nvPr/>
        </p:nvSpPr>
        <p:spPr>
          <a:xfrm>
            <a:off x="-159000" y="-126000"/>
            <a:ext cx="6255000" cy="7110000"/>
          </a:xfrm>
          <a:prstGeom prst="rect">
            <a:avLst/>
          </a:prstGeom>
          <a:solidFill>
            <a:schemeClr val="accent1">
              <a:lumMod val="20000"/>
              <a:lumOff val="80000"/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2677E42-817B-32DF-EE38-BC631A7D265B}"/>
              </a:ext>
            </a:extLst>
          </p:cNvPr>
          <p:cNvCxnSpPr/>
          <p:nvPr/>
        </p:nvCxnSpPr>
        <p:spPr>
          <a:xfrm>
            <a:off x="1056000" y="1224000"/>
            <a:ext cx="101250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FF5D90A-84B0-380B-9DAE-6CD90E786313}"/>
              </a:ext>
            </a:extLst>
          </p:cNvPr>
          <p:cNvCxnSpPr>
            <a:cxnSpLocks/>
          </p:cNvCxnSpPr>
          <p:nvPr/>
        </p:nvCxnSpPr>
        <p:spPr>
          <a:xfrm>
            <a:off x="6096000" y="954000"/>
            <a:ext cx="0" cy="540000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F3DFA9-262A-8669-14D4-354BCB030786}"/>
                  </a:ext>
                </a:extLst>
              </p:cNvPr>
              <p:cNvSpPr txBox="1"/>
              <p:nvPr/>
            </p:nvSpPr>
            <p:spPr>
              <a:xfrm>
                <a:off x="11013000" y="572629"/>
                <a:ext cx="843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F3DFA9-262A-8669-14D4-354BCB030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3000" y="572629"/>
                <a:ext cx="84300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D7B36A-D96E-D63B-82BD-7960230F2C2A}"/>
                  </a:ext>
                </a:extLst>
              </p:cNvPr>
              <p:cNvSpPr txBox="1"/>
              <p:nvPr/>
            </p:nvSpPr>
            <p:spPr>
              <a:xfrm>
                <a:off x="5674500" y="1449000"/>
                <a:ext cx="8430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D7B36A-D96E-D63B-82BD-7960230F2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500" y="1449000"/>
                <a:ext cx="843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398DB0-3287-82EC-931C-8AAE4822DCBE}"/>
                  </a:ext>
                </a:extLst>
              </p:cNvPr>
              <p:cNvSpPr txBox="1"/>
              <p:nvPr/>
            </p:nvSpPr>
            <p:spPr>
              <a:xfrm>
                <a:off x="426000" y="900834"/>
                <a:ext cx="843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398DB0-3287-82EC-931C-8AAE4822D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0" y="900834"/>
                <a:ext cx="8430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05A7167-CA2E-A91F-BE28-FCBEB606B82B}"/>
              </a:ext>
            </a:extLst>
          </p:cNvPr>
          <p:cNvSpPr/>
          <p:nvPr/>
        </p:nvSpPr>
        <p:spPr>
          <a:xfrm>
            <a:off x="291000" y="2574000"/>
            <a:ext cx="4050000" cy="17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correlation</a:t>
            </a:r>
            <a:b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</a:br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decay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88BF35-E55B-F11D-FDFB-BE2525677F73}"/>
              </a:ext>
            </a:extLst>
          </p:cNvPr>
          <p:cNvSpPr/>
          <p:nvPr/>
        </p:nvSpPr>
        <p:spPr>
          <a:xfrm>
            <a:off x="1416000" y="324000"/>
            <a:ext cx="4050000" cy="17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uniqueness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F29067-85A2-08AE-6D50-59B4C4B5AD06}"/>
              </a:ext>
            </a:extLst>
          </p:cNvPr>
          <p:cNvSpPr/>
          <p:nvPr/>
        </p:nvSpPr>
        <p:spPr>
          <a:xfrm>
            <a:off x="1416000" y="4824000"/>
            <a:ext cx="4050000" cy="17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efficient</a:t>
            </a:r>
            <a:b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</a:br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sampling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08DA494-B391-27C9-D38F-2125CCB32D7B}"/>
              </a:ext>
            </a:extLst>
          </p:cNvPr>
          <p:cNvSpPr/>
          <p:nvPr/>
        </p:nvSpPr>
        <p:spPr>
          <a:xfrm>
            <a:off x="6726000" y="324000"/>
            <a:ext cx="4050000" cy="17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non-uniqueness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ED0444E-6689-45E8-7A00-7425B3B3BC80}"/>
              </a:ext>
            </a:extLst>
          </p:cNvPr>
          <p:cNvSpPr/>
          <p:nvPr/>
        </p:nvSpPr>
        <p:spPr>
          <a:xfrm>
            <a:off x="7851000" y="2551500"/>
            <a:ext cx="4050000" cy="17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phase</a:t>
            </a:r>
            <a:b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</a:br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gadget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7C6997E-B487-E0B8-70A3-F53DAB3AAF0F}"/>
              </a:ext>
            </a:extLst>
          </p:cNvPr>
          <p:cNvSpPr/>
          <p:nvPr/>
        </p:nvSpPr>
        <p:spPr>
          <a:xfrm>
            <a:off x="6726000" y="4779000"/>
            <a:ext cx="4050000" cy="17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reducing from</a:t>
            </a:r>
            <a:b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</a:br>
            <a:r>
              <a:rPr lang="en-US" sz="4800" b="1" dirty="0">
                <a:solidFill>
                  <a:schemeClr val="tx1"/>
                </a:solidFill>
                <a:latin typeface="Cambria Math" panose="02040503050406030204" pitchFamily="18" charset="0"/>
              </a:rPr>
              <a:t>MAXCUT</a:t>
            </a:r>
            <a:endParaRPr lang="en-GB" sz="48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0B3D59-8AA9-3E33-C612-B2B45067D759}"/>
                  </a:ext>
                </a:extLst>
              </p:cNvPr>
              <p:cNvSpPr/>
              <p:nvPr/>
            </p:nvSpPr>
            <p:spPr>
              <a:xfrm>
                <a:off x="2853838" y="2529000"/>
                <a:ext cx="6482162" cy="184191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GB" sz="4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4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r>
                        <a:rPr lang="en-GB" sz="4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4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4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4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GB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GB" sz="40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40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4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4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GB" sz="40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4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sup>
                          </m:sSup>
                        </m:den>
                      </m:f>
                      <m:r>
                        <a:rPr lang="en-GB" sz="4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f>
                        <m:fPr>
                          <m:ctrlPr>
                            <a:rPr lang="en-GB" sz="40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40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4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30B3D59-8AA9-3E33-C612-B2B45067D7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838" y="2529000"/>
                <a:ext cx="6482162" cy="184191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1076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131D-B671-7268-5755-6C89926A5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BA0165-9913-577E-5779-9B787A2CD6E0}"/>
              </a:ext>
            </a:extLst>
          </p:cNvPr>
          <p:cNvSpPr/>
          <p:nvPr/>
        </p:nvSpPr>
        <p:spPr>
          <a:xfrm>
            <a:off x="6101680" y="-126000"/>
            <a:ext cx="6255000" cy="7110000"/>
          </a:xfrm>
          <a:prstGeom prst="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614A7-55C7-818A-14D1-A2B5005E23D7}"/>
              </a:ext>
            </a:extLst>
          </p:cNvPr>
          <p:cNvSpPr/>
          <p:nvPr/>
        </p:nvSpPr>
        <p:spPr>
          <a:xfrm>
            <a:off x="-159000" y="-126000"/>
            <a:ext cx="6255000" cy="7110000"/>
          </a:xfrm>
          <a:prstGeom prst="rect">
            <a:avLst/>
          </a:prstGeom>
          <a:solidFill>
            <a:schemeClr val="accent1">
              <a:lumMod val="20000"/>
              <a:lumOff val="80000"/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5036A8-0819-776C-E2A0-A7E878536D9B}"/>
              </a:ext>
            </a:extLst>
          </p:cNvPr>
          <p:cNvCxnSpPr/>
          <p:nvPr/>
        </p:nvCxnSpPr>
        <p:spPr>
          <a:xfrm>
            <a:off x="1056000" y="1224000"/>
            <a:ext cx="101250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A2AD74-CA57-2C56-9920-F032AD9CE037}"/>
              </a:ext>
            </a:extLst>
          </p:cNvPr>
          <p:cNvCxnSpPr>
            <a:cxnSpLocks/>
          </p:cNvCxnSpPr>
          <p:nvPr/>
        </p:nvCxnSpPr>
        <p:spPr>
          <a:xfrm>
            <a:off x="6096000" y="954000"/>
            <a:ext cx="0" cy="540000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CF58D1-9A4A-C2EA-EAD6-336E5B4B024E}"/>
                  </a:ext>
                </a:extLst>
              </p:cNvPr>
              <p:cNvSpPr txBox="1"/>
              <p:nvPr/>
            </p:nvSpPr>
            <p:spPr>
              <a:xfrm>
                <a:off x="11013000" y="572629"/>
                <a:ext cx="843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CF58D1-9A4A-C2EA-EAD6-336E5B4B0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3000" y="572629"/>
                <a:ext cx="84300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CB90F7-F7A1-4267-0073-0AC4A8A68CF1}"/>
                  </a:ext>
                </a:extLst>
              </p:cNvPr>
              <p:cNvSpPr txBox="1"/>
              <p:nvPr/>
            </p:nvSpPr>
            <p:spPr>
              <a:xfrm>
                <a:off x="5674500" y="1449000"/>
                <a:ext cx="8430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CB90F7-F7A1-4267-0073-0AC4A8A68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500" y="1449000"/>
                <a:ext cx="843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293021-A70A-4778-7C2A-FBF445096F7A}"/>
                  </a:ext>
                </a:extLst>
              </p:cNvPr>
              <p:cNvSpPr txBox="1"/>
              <p:nvPr/>
            </p:nvSpPr>
            <p:spPr>
              <a:xfrm>
                <a:off x="426000" y="900834"/>
                <a:ext cx="843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293021-A70A-4778-7C2A-FBF445096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0" y="900834"/>
                <a:ext cx="8430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41D0DFA-CCAA-F7C6-159D-589C4168D443}"/>
              </a:ext>
            </a:extLst>
          </p:cNvPr>
          <p:cNvSpPr/>
          <p:nvPr/>
        </p:nvSpPr>
        <p:spPr>
          <a:xfrm>
            <a:off x="1416000" y="324000"/>
            <a:ext cx="4050000" cy="17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uniqueness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CA1FE7B-74B8-C6BD-64E0-5237AC3C3DFA}"/>
              </a:ext>
            </a:extLst>
          </p:cNvPr>
          <p:cNvSpPr/>
          <p:nvPr/>
        </p:nvSpPr>
        <p:spPr>
          <a:xfrm>
            <a:off x="6726000" y="324000"/>
            <a:ext cx="4050000" cy="175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Cambria Math" panose="02040503050406030204" pitchFamily="18" charset="0"/>
              </a:rPr>
              <a:t>non-uniqueness</a:t>
            </a:r>
            <a:endParaRPr lang="en-GB" sz="4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1A95B-0D93-6D8E-9C83-F59018E46C84}"/>
                  </a:ext>
                </a:extLst>
              </p:cNvPr>
              <p:cNvSpPr txBox="1"/>
              <p:nvPr/>
            </p:nvSpPr>
            <p:spPr>
              <a:xfrm>
                <a:off x="4678500" y="2839559"/>
                <a:ext cx="2835000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41A95B-0D93-6D8E-9C83-F59018E46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500" y="2839559"/>
                <a:ext cx="2835000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5C5E0-1EA3-FDBC-17BF-BE828D1EA3A9}"/>
                  </a:ext>
                </a:extLst>
              </p:cNvPr>
              <p:cNvSpPr txBox="1"/>
              <p:nvPr/>
            </p:nvSpPr>
            <p:spPr>
              <a:xfrm>
                <a:off x="1416000" y="4284000"/>
                <a:ext cx="3600000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7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≤5</m:t>
                      </m:r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5C5E0-1EA3-FDBC-17BF-BE828D1EA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4284000"/>
                <a:ext cx="3600000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6F23D2-73E5-871D-58BB-7A814D7FB50B}"/>
                  </a:ext>
                </a:extLst>
              </p:cNvPr>
              <p:cNvSpPr txBox="1"/>
              <p:nvPr/>
            </p:nvSpPr>
            <p:spPr>
              <a:xfrm>
                <a:off x="7221000" y="4329000"/>
                <a:ext cx="3600000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72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sz="7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≥6</m:t>
                      </m:r>
                    </m:oMath>
                  </m:oMathPara>
                </a14:m>
                <a:endParaRPr lang="en-GB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6F23D2-73E5-871D-58BB-7A814D7FB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000" y="4329000"/>
                <a:ext cx="3600000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657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0D8C28-7177-E6FE-2787-9F8743F96451}"/>
              </a:ext>
            </a:extLst>
          </p:cNvPr>
          <p:cNvSpPr/>
          <p:nvPr/>
        </p:nvSpPr>
        <p:spPr>
          <a:xfrm>
            <a:off x="1596000" y="549000"/>
            <a:ext cx="9000000" cy="157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Cambria Math" panose="02040503050406030204" pitchFamily="18" charset="0"/>
              </a:rPr>
              <a:t>Computational</a:t>
            </a:r>
            <a:r>
              <a:rPr lang="en-US" sz="4800" b="1" dirty="0">
                <a:solidFill>
                  <a:schemeClr val="tx1"/>
                </a:solidFill>
                <a:latin typeface="Cambria Math" panose="02040503050406030204" pitchFamily="18" charset="0"/>
              </a:rPr>
              <a:t> phase transition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953605-8360-38DA-F63A-F747A03CCF7F}"/>
              </a:ext>
            </a:extLst>
          </p:cNvPr>
          <p:cNvSpPr txBox="1"/>
          <p:nvPr/>
        </p:nvSpPr>
        <p:spPr>
          <a:xfrm>
            <a:off x="966000" y="2659559"/>
            <a:ext cx="4680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Independent 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F897D-51EF-740B-4571-8E6C2EBE7B27}"/>
              </a:ext>
            </a:extLst>
          </p:cNvPr>
          <p:cNvSpPr txBox="1"/>
          <p:nvPr/>
        </p:nvSpPr>
        <p:spPr>
          <a:xfrm>
            <a:off x="6546000" y="2659559"/>
            <a:ext cx="4680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/>
              <a:t>graph colouring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EE66C-A056-58B3-517C-949698DB5859}"/>
              </a:ext>
            </a:extLst>
          </p:cNvPr>
          <p:cNvSpPr txBox="1"/>
          <p:nvPr/>
        </p:nvSpPr>
        <p:spPr>
          <a:xfrm>
            <a:off x="966000" y="4464000"/>
            <a:ext cx="4680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graph cuts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8E65CF-D519-D3E2-90D7-57C0E7D08213}"/>
                  </a:ext>
                </a:extLst>
              </p:cNvPr>
              <p:cNvSpPr txBox="1"/>
              <p:nvPr/>
            </p:nvSpPr>
            <p:spPr>
              <a:xfrm>
                <a:off x="6546000" y="4464000"/>
                <a:ext cx="4680000" cy="76944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4400" dirty="0">
                    <a:solidFill>
                      <a:schemeClr val="tx1"/>
                    </a:solidFill>
                  </a:rPr>
                  <a:t>-CNF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8E65CF-D519-D3E2-90D7-57C0E7D08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000" y="4464000"/>
                <a:ext cx="4680000" cy="769441"/>
              </a:xfrm>
              <a:prstGeom prst="rect">
                <a:avLst/>
              </a:prstGeom>
              <a:blipFill>
                <a:blip r:embed="rId2"/>
                <a:stretch>
                  <a:fillRect t="-15748" b="-3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75409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52B9F-9FAE-BAD7-AAA7-DAB2326B7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D7BACF-DB7A-8480-DA97-6C5E4F6385EC}"/>
              </a:ext>
            </a:extLst>
          </p:cNvPr>
          <p:cNvSpPr/>
          <p:nvPr/>
        </p:nvSpPr>
        <p:spPr>
          <a:xfrm>
            <a:off x="1596000" y="549000"/>
            <a:ext cx="9000000" cy="1575000"/>
          </a:xfrm>
          <a:prstGeom prst="roundRect">
            <a:avLst/>
          </a:prstGeom>
          <a:solidFill>
            <a:srgbClr val="FFF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Cambria Math" panose="02040503050406030204" pitchFamily="18" charset="0"/>
              </a:rPr>
              <a:t>Computational</a:t>
            </a:r>
            <a:r>
              <a:rPr lang="en-US" sz="4800" b="1" dirty="0">
                <a:solidFill>
                  <a:schemeClr val="tx1"/>
                </a:solidFill>
                <a:latin typeface="Cambria Math" panose="02040503050406030204" pitchFamily="18" charset="0"/>
              </a:rPr>
              <a:t> phase transition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9C0FE-93BB-A9A4-54C8-A8B60DADC275}"/>
              </a:ext>
            </a:extLst>
          </p:cNvPr>
          <p:cNvSpPr txBox="1"/>
          <p:nvPr/>
        </p:nvSpPr>
        <p:spPr>
          <a:xfrm>
            <a:off x="966000" y="2659559"/>
            <a:ext cx="4680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Independent 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1ADA4-9E9E-5F6F-E753-F21EBA6C27B2}"/>
              </a:ext>
            </a:extLst>
          </p:cNvPr>
          <p:cNvSpPr txBox="1"/>
          <p:nvPr/>
        </p:nvSpPr>
        <p:spPr>
          <a:xfrm>
            <a:off x="6546000" y="2659559"/>
            <a:ext cx="4680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/>
              <a:t>graph colouring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0960DD-23FE-5807-2A30-C4B73143CAFC}"/>
              </a:ext>
            </a:extLst>
          </p:cNvPr>
          <p:cNvSpPr txBox="1"/>
          <p:nvPr/>
        </p:nvSpPr>
        <p:spPr>
          <a:xfrm>
            <a:off x="966000" y="4464000"/>
            <a:ext cx="4680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graph cuts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DE40A0-A21E-4CD9-9688-E59B836B9F38}"/>
                  </a:ext>
                </a:extLst>
              </p:cNvPr>
              <p:cNvSpPr txBox="1"/>
              <p:nvPr/>
            </p:nvSpPr>
            <p:spPr>
              <a:xfrm>
                <a:off x="6546000" y="4464000"/>
                <a:ext cx="4680000" cy="76944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4400" dirty="0">
                    <a:solidFill>
                      <a:schemeClr val="tx1"/>
                    </a:solidFill>
                  </a:rPr>
                  <a:t>-CNF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DE40A0-A21E-4CD9-9688-E59B836B9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000" y="4464000"/>
                <a:ext cx="4680000" cy="769441"/>
              </a:xfrm>
              <a:prstGeom prst="rect">
                <a:avLst/>
              </a:prstGeom>
              <a:blipFill>
                <a:blip r:embed="rId2"/>
                <a:stretch>
                  <a:fillRect t="-15748" b="-36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4908D9-6DD3-3701-987D-486BDAD2E01C}"/>
              </a:ext>
            </a:extLst>
          </p:cNvPr>
          <p:cNvSpPr txBox="1"/>
          <p:nvPr/>
        </p:nvSpPr>
        <p:spPr>
          <a:xfrm>
            <a:off x="966000" y="3439572"/>
            <a:ext cx="46800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hardcore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63782-E44B-F926-0DC6-601401AA9C63}"/>
              </a:ext>
            </a:extLst>
          </p:cNvPr>
          <p:cNvSpPr txBox="1"/>
          <p:nvPr/>
        </p:nvSpPr>
        <p:spPr>
          <a:xfrm>
            <a:off x="6546000" y="3445838"/>
            <a:ext cx="46800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Potts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CA4818-0D8B-F5D2-939F-6B1122C3BDAC}"/>
              </a:ext>
            </a:extLst>
          </p:cNvPr>
          <p:cNvSpPr txBox="1"/>
          <p:nvPr/>
        </p:nvSpPr>
        <p:spPr>
          <a:xfrm>
            <a:off x="966000" y="5229000"/>
            <a:ext cx="46800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Ising model</a:t>
            </a:r>
          </a:p>
        </p:txBody>
      </p:sp>
    </p:spTree>
    <p:extLst>
      <p:ext uri="{BB962C8B-B14F-4D97-AF65-F5344CB8AC3E}">
        <p14:creationId xmlns:p14="http://schemas.microsoft.com/office/powerpoint/2010/main" val="8004819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87E2-5BBB-B7FE-F0D5-5DBAB327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66880-0C12-DE69-60A5-AA1C77FEDDB7}"/>
              </a:ext>
            </a:extLst>
          </p:cNvPr>
          <p:cNvSpPr txBox="1"/>
          <p:nvPr/>
        </p:nvSpPr>
        <p:spPr>
          <a:xfrm>
            <a:off x="1101000" y="639000"/>
            <a:ext cx="999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Physicist-</a:t>
            </a:r>
            <a:r>
              <a:rPr lang="en-GB" sz="4800" b="1" dirty="0" err="1"/>
              <a:t>complexist</a:t>
            </a:r>
            <a:r>
              <a:rPr lang="en-GB" sz="4800" b="1" dirty="0"/>
              <a:t> dictionary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5ACBD-E866-78DE-734C-9F39CFF9359A}"/>
              </a:ext>
            </a:extLst>
          </p:cNvPr>
          <p:cNvSpPr txBox="1"/>
          <p:nvPr/>
        </p:nvSpPr>
        <p:spPr>
          <a:xfrm>
            <a:off x="1101000" y="1849559"/>
            <a:ext cx="49950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partition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DBA4B-4634-0F34-D132-AF1477CB1B4D}"/>
              </a:ext>
            </a:extLst>
          </p:cNvPr>
          <p:cNvSpPr txBox="1"/>
          <p:nvPr/>
        </p:nvSpPr>
        <p:spPr>
          <a:xfrm>
            <a:off x="6094739" y="1849559"/>
            <a:ext cx="4995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object 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DB688C-845C-69C9-CB29-0A72A4855374}"/>
              </a:ext>
            </a:extLst>
          </p:cNvPr>
          <p:cNvSpPr txBox="1"/>
          <p:nvPr/>
        </p:nvSpPr>
        <p:spPr>
          <a:xfrm>
            <a:off x="1101000" y="2700118"/>
            <a:ext cx="49950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Gibbs measure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0C86F8-0132-9E3B-64F6-3ED29AA0731F}"/>
              </a:ext>
            </a:extLst>
          </p:cNvPr>
          <p:cNvSpPr txBox="1"/>
          <p:nvPr/>
        </p:nvSpPr>
        <p:spPr>
          <a:xfrm>
            <a:off x="6094739" y="2700118"/>
            <a:ext cx="4995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random object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D1B1E5-41FB-69C9-9FCC-25141C56FA62}"/>
              </a:ext>
            </a:extLst>
          </p:cNvPr>
          <p:cNvSpPr txBox="1"/>
          <p:nvPr/>
        </p:nvSpPr>
        <p:spPr>
          <a:xfrm>
            <a:off x="1101000" y="3559559"/>
            <a:ext cx="49950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ground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F170B0-724D-0EED-472D-E975D22066B1}"/>
              </a:ext>
            </a:extLst>
          </p:cNvPr>
          <p:cNvSpPr txBox="1"/>
          <p:nvPr/>
        </p:nvSpPr>
        <p:spPr>
          <a:xfrm>
            <a:off x="6094739" y="3559559"/>
            <a:ext cx="4995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extremal object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B77F8-0604-0844-C6AA-39F8D8C4469D}"/>
              </a:ext>
            </a:extLst>
          </p:cNvPr>
          <p:cNvSpPr txBox="1"/>
          <p:nvPr/>
        </p:nvSpPr>
        <p:spPr>
          <a:xfrm>
            <a:off x="1101000" y="4414559"/>
            <a:ext cx="49950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free energy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08760E-6375-2E5C-01F7-92B677220B70}"/>
              </a:ext>
            </a:extLst>
          </p:cNvPr>
          <p:cNvSpPr txBox="1"/>
          <p:nvPr/>
        </p:nvSpPr>
        <p:spPr>
          <a:xfrm>
            <a:off x="6094739" y="4414559"/>
            <a:ext cx="4995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 err="1"/>
              <a:t>asymptotics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19AA30-24F2-9512-7B40-4C82C5159314}"/>
              </a:ext>
            </a:extLst>
          </p:cNvPr>
          <p:cNvSpPr txBox="1"/>
          <p:nvPr/>
        </p:nvSpPr>
        <p:spPr>
          <a:xfrm>
            <a:off x="1101000" y="5269559"/>
            <a:ext cx="49950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Hamiltonian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B35A8A-9D04-F9D7-8A14-E861CFEBCE88}"/>
              </a:ext>
            </a:extLst>
          </p:cNvPr>
          <p:cNvSpPr txBox="1"/>
          <p:nvPr/>
        </p:nvSpPr>
        <p:spPr>
          <a:xfrm>
            <a:off x="6094739" y="5269559"/>
            <a:ext cx="4995000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4400" dirty="0"/>
              <a:t>(log of) weight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388497"/>
      </p:ext>
    </p:extLst>
  </p:cSld>
  <p:clrMapOvr>
    <a:masterClrMapping/>
  </p:clrMapOvr>
  <p:transition spd="slow">
    <p:push dir="u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914435-3B0D-D817-34E9-DAF00A2AEE3B}"/>
              </a:ext>
            </a:extLst>
          </p:cNvPr>
          <p:cNvSpPr txBox="1"/>
          <p:nvPr/>
        </p:nvSpPr>
        <p:spPr>
          <a:xfrm>
            <a:off x="1101000" y="234000"/>
            <a:ext cx="999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Physicist-</a:t>
            </a:r>
            <a:r>
              <a:rPr lang="en-GB" sz="4800" b="1" dirty="0" err="1"/>
              <a:t>complexist</a:t>
            </a:r>
            <a:r>
              <a:rPr lang="en-GB" sz="4800" b="1" dirty="0"/>
              <a:t> dictionary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7F7E5-B0E6-A2BC-8176-B1AE9E19E44F}"/>
              </a:ext>
            </a:extLst>
          </p:cNvPr>
          <p:cNvSpPr txBox="1"/>
          <p:nvPr/>
        </p:nvSpPr>
        <p:spPr>
          <a:xfrm>
            <a:off x="1101000" y="1179000"/>
            <a:ext cx="4995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partition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D8764-F636-4825-39C4-8D3F514B4B60}"/>
              </a:ext>
            </a:extLst>
          </p:cNvPr>
          <p:cNvSpPr txBox="1"/>
          <p:nvPr/>
        </p:nvSpPr>
        <p:spPr>
          <a:xfrm>
            <a:off x="6094739" y="1179000"/>
            <a:ext cx="4995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object 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D40CC-34D0-C372-6087-C51EE3E6D475}"/>
              </a:ext>
            </a:extLst>
          </p:cNvPr>
          <p:cNvSpPr txBox="1"/>
          <p:nvPr/>
        </p:nvSpPr>
        <p:spPr>
          <a:xfrm>
            <a:off x="1101000" y="1944000"/>
            <a:ext cx="4995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Gibbs measure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D8285A-4458-2C5D-92F6-E247B3BD3877}"/>
              </a:ext>
            </a:extLst>
          </p:cNvPr>
          <p:cNvSpPr txBox="1"/>
          <p:nvPr/>
        </p:nvSpPr>
        <p:spPr>
          <a:xfrm>
            <a:off x="6094739" y="1944000"/>
            <a:ext cx="4995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random object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F45B59-4B60-6E63-0C35-DC1D45818D07}"/>
              </a:ext>
            </a:extLst>
          </p:cNvPr>
          <p:cNvSpPr txBox="1"/>
          <p:nvPr/>
        </p:nvSpPr>
        <p:spPr>
          <a:xfrm>
            <a:off x="1101000" y="2709000"/>
            <a:ext cx="4995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ground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9CA617-6E31-2987-87D2-A85AB5BC172E}"/>
              </a:ext>
            </a:extLst>
          </p:cNvPr>
          <p:cNvSpPr txBox="1"/>
          <p:nvPr/>
        </p:nvSpPr>
        <p:spPr>
          <a:xfrm>
            <a:off x="6094739" y="2709000"/>
            <a:ext cx="4995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extremal object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8189AF-5BBF-B7C3-C3D5-674E5B927975}"/>
              </a:ext>
            </a:extLst>
          </p:cNvPr>
          <p:cNvSpPr txBox="1"/>
          <p:nvPr/>
        </p:nvSpPr>
        <p:spPr>
          <a:xfrm>
            <a:off x="1101000" y="3474000"/>
            <a:ext cx="4995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free energy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97EDB0-8F5D-C598-62BD-612B82B246B7}"/>
              </a:ext>
            </a:extLst>
          </p:cNvPr>
          <p:cNvSpPr txBox="1"/>
          <p:nvPr/>
        </p:nvSpPr>
        <p:spPr>
          <a:xfrm>
            <a:off x="6094739" y="3474000"/>
            <a:ext cx="4995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 err="1"/>
              <a:t>asymptotics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52AD70-0E16-B33C-720C-695553222F30}"/>
              </a:ext>
            </a:extLst>
          </p:cNvPr>
          <p:cNvSpPr txBox="1"/>
          <p:nvPr/>
        </p:nvSpPr>
        <p:spPr>
          <a:xfrm>
            <a:off x="1101000" y="4239000"/>
            <a:ext cx="49950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Hamiltonian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3AB89-BEE4-CCB8-4ADF-BD75FAE874C8}"/>
              </a:ext>
            </a:extLst>
          </p:cNvPr>
          <p:cNvSpPr txBox="1"/>
          <p:nvPr/>
        </p:nvSpPr>
        <p:spPr>
          <a:xfrm>
            <a:off x="6094739" y="4239000"/>
            <a:ext cx="4995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dirty="0"/>
              <a:t>(log of) weight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CD628-5CD2-BB4C-DF9C-AB0D692D9B2F}"/>
              </a:ext>
            </a:extLst>
          </p:cNvPr>
          <p:cNvSpPr txBox="1"/>
          <p:nvPr/>
        </p:nvSpPr>
        <p:spPr>
          <a:xfrm>
            <a:off x="1101000" y="5229000"/>
            <a:ext cx="999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i="1" dirty="0" err="1"/>
              <a:t>Tackar</a:t>
            </a:r>
            <a:r>
              <a:rPr lang="en-GB" sz="6000" i="1" dirty="0"/>
              <a:t>!! / Kiitos!!</a:t>
            </a:r>
          </a:p>
        </p:txBody>
      </p:sp>
    </p:spTree>
    <p:extLst>
      <p:ext uri="{BB962C8B-B14F-4D97-AF65-F5344CB8AC3E}">
        <p14:creationId xmlns:p14="http://schemas.microsoft.com/office/powerpoint/2010/main" val="7652780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B15DB2-AF66-F507-824B-7447601FD8CE}"/>
              </a:ext>
            </a:extLst>
          </p:cNvPr>
          <p:cNvSpPr txBox="1"/>
          <p:nvPr/>
        </p:nvSpPr>
        <p:spPr>
          <a:xfrm>
            <a:off x="1101000" y="3003003"/>
            <a:ext cx="999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/>
              <a:t>Reference list is too long to fit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04D95-AB28-D7BD-A807-A2368007616A}"/>
              </a:ext>
            </a:extLst>
          </p:cNvPr>
          <p:cNvSpPr txBox="1"/>
          <p:nvPr/>
        </p:nvSpPr>
        <p:spPr>
          <a:xfrm>
            <a:off x="1033500" y="4509000"/>
            <a:ext cx="10125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0" indent="0"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en-GB" sz="2800" i="0" dirty="0">
                <a:solidFill>
                  <a:schemeClr val="tx1"/>
                </a:solidFill>
                <a:effectLst/>
                <a:latin typeface="+mn-lt"/>
              </a:rPr>
              <a:t>A. Sly, Computational Transition at the Uniqueness Threshold, FOCS 2010 [Best paper]</a:t>
            </a:r>
            <a:endParaRPr lang="en-GB" sz="2800" i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720192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1417</TotalTime>
  <Words>2373</Words>
  <Application>Microsoft Office PowerPoint</Application>
  <PresentationFormat>Widescreen</PresentationFormat>
  <Paragraphs>1182</Paragraphs>
  <Slides>107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4" baseType="lpstr">
      <vt:lpstr>Lucida Grande</vt:lpstr>
      <vt:lpstr>Aptos</vt:lpstr>
      <vt:lpstr>Arial</vt:lpstr>
      <vt:lpstr>Calibri</vt:lpstr>
      <vt:lpstr>Cambria</vt:lpstr>
      <vt:lpstr>Cambria Math</vt:lpstr>
      <vt:lpstr>Office Theme</vt:lpstr>
      <vt:lpstr>Proving NP-hardness when carbon dioxide becomes dry 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Jiaheng Wang</dc:creator>
  <cp:lastModifiedBy>Wang, Jiaheng</cp:lastModifiedBy>
  <cp:revision>103</cp:revision>
  <dcterms:created xsi:type="dcterms:W3CDTF">2024-02-13T14:20:29Z</dcterms:created>
  <dcterms:modified xsi:type="dcterms:W3CDTF">2026-08-28T05:36:05Z</dcterms:modified>
</cp:coreProperties>
</file>